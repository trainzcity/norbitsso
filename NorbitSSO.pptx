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2"/>
          </a:solidFill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venirNext LT Pro Medium"/>
            </a:endParaRPr>
          </a:p>
        </p:txBody>
      </p:sp>
      <p:sp>
        <p:nvSpPr>
          <p:cNvPr id="3" name="Freeform: Shape 7"/>
          <p:cNvSpPr/>
          <p:nvPr/>
        </p:nvSpPr>
        <p:spPr>
          <a:xfrm rot="10800000">
            <a:off x="693000" y="-2880"/>
            <a:ext cx="1325880" cy="597240"/>
          </a:xfrm>
          <a:custGeom>
            <a:avLst/>
            <a:gdLst>
              <a:gd name="textAreaLeft" fmla="*/ 0 w 1325880"/>
              <a:gd name="textAreaRight" fmla="*/ 1326240 w 1325880"/>
              <a:gd name="textAreaTop" fmla="*/ 0 h 597240"/>
              <a:gd name="textAreaBottom" fmla="*/ 597600 h 597240"/>
              <a:gd name="GluePoint1X" fmla="*/ 741051 w 1482102"/>
              <a:gd name="GluePoint1Y" fmla="*/ 0 h 679363"/>
              <a:gd name="GluePoint2X" fmla="*/ 1473822 w 1482102"/>
              <a:gd name="GluePoint2Y" fmla="*/ 597226 h 679363"/>
              <a:gd name="GluePoint3X" fmla="*/ 1482102 w 1482102"/>
              <a:gd name="GluePoint3Y" fmla="*/ 679363 h 679363"/>
              <a:gd name="GluePoint4X" fmla="*/ 0 w 1482102"/>
              <a:gd name="GluePoint4Y" fmla="*/ 679363 h 679363"/>
              <a:gd name="GluePoint5X" fmla="*/ 8280 w 1482102"/>
              <a:gd name="GluePoint5Y" fmla="*/ 597226 h 679363"/>
              <a:gd name="GluePoint6X" fmla="*/ 741051 w 1482102"/>
              <a:gd name="GluePoint6Y" fmla="*/ 0 h 6793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Freeform: Shape 8"/>
          <p:cNvSpPr/>
          <p:nvPr/>
        </p:nvSpPr>
        <p:spPr>
          <a:xfrm>
            <a:off x="10439280" y="6172200"/>
            <a:ext cx="1481760" cy="678960"/>
          </a:xfrm>
          <a:custGeom>
            <a:avLst/>
            <a:gdLst>
              <a:gd name="textAreaLeft" fmla="*/ 0 w 1481760"/>
              <a:gd name="textAreaRight" fmla="*/ 1482120 w 1481760"/>
              <a:gd name="textAreaTop" fmla="*/ 0 h 678960"/>
              <a:gd name="textAreaBottom" fmla="*/ 679320 h 678960"/>
              <a:gd name="GluePoint1X" fmla="*/ 741051 w 1482102"/>
              <a:gd name="GluePoint1Y" fmla="*/ 0 h 679363"/>
              <a:gd name="GluePoint2X" fmla="*/ 1473822 w 1482102"/>
              <a:gd name="GluePoint2Y" fmla="*/ 597226 h 679363"/>
              <a:gd name="GluePoint3X" fmla="*/ 1482102 w 1482102"/>
              <a:gd name="GluePoint3Y" fmla="*/ 679363 h 679363"/>
              <a:gd name="GluePoint4X" fmla="*/ 0 w 1482102"/>
              <a:gd name="GluePoint4Y" fmla="*/ 679363 h 679363"/>
              <a:gd name="GluePoint5X" fmla="*/ 8280 w 1482102"/>
              <a:gd name="GluePoint5Y" fmla="*/ 597226 h 679363"/>
              <a:gd name="GluePoint6X" fmla="*/ 741051 w 1482102"/>
              <a:gd name="GluePoint6Y" fmla="*/ 0 h 6793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" name="Freeform: Shape 9"/>
          <p:cNvSpPr/>
          <p:nvPr/>
        </p:nvSpPr>
        <p:spPr>
          <a:xfrm>
            <a:off x="7977240" y="5197320"/>
            <a:ext cx="4211280" cy="1660320"/>
          </a:xfrm>
          <a:custGeom>
            <a:avLst/>
            <a:gdLst>
              <a:gd name="textAreaLeft" fmla="*/ 0 w 4211280"/>
              <a:gd name="textAreaRight" fmla="*/ 4211640 w 4211280"/>
              <a:gd name="textAreaTop" fmla="*/ 0 h 1660320"/>
              <a:gd name="textAreaBottom" fmla="*/ 1660680 h 1660320"/>
              <a:gd name="GluePoint1X" fmla="*/ 4211600 w 4211600"/>
              <a:gd name="GluePoint1Y" fmla="*/ 0 h 1660822"/>
              <a:gd name="GluePoint2X" fmla="*/ 4211600 w 4211600"/>
              <a:gd name="GluePoint2Y" fmla="*/ 58430 h 1660822"/>
              <a:gd name="GluePoint3X" fmla="*/ 4136524 w 4211600"/>
              <a:gd name="GluePoint3Y" fmla="*/ 208808 h 1660822"/>
              <a:gd name="GluePoint4X" fmla="*/ 3973354 w 4211600"/>
              <a:gd name="GluePoint4Y" fmla="*/ 437313 h 1660822"/>
              <a:gd name="GluePoint5X" fmla="*/ 3884746 w 4211600"/>
              <a:gd name="GluePoint5Y" fmla="*/ 553613 h 1660822"/>
              <a:gd name="GluePoint6X" fmla="*/ 3849435 w 4211600"/>
              <a:gd name="GluePoint6Y" fmla="*/ 603143 h 1660822"/>
              <a:gd name="GluePoint7X" fmla="*/ 3661849 w 4211600"/>
              <a:gd name="GluePoint7Y" fmla="*/ 819075 h 1660822"/>
              <a:gd name="GluePoint8X" fmla="*/ 3402589 w 4211600"/>
              <a:gd name="GluePoint8Y" fmla="*/ 952996 h 1660822"/>
              <a:gd name="GluePoint9X" fmla="*/ 3130202 w 4211600"/>
              <a:gd name="GluePoint9Y" fmla="*/ 1023386 h 1660822"/>
              <a:gd name="GluePoint10X" fmla="*/ 2914657 w 4211600"/>
              <a:gd name="GluePoint10Y" fmla="*/ 1068058 h 1660822"/>
              <a:gd name="GluePoint11X" fmla="*/ 2582149 w 4211600"/>
              <a:gd name="GluePoint11Y" fmla="*/ 1138924 h 1660822"/>
              <a:gd name="GluePoint12X" fmla="*/ 2483958 w 4211600"/>
              <a:gd name="GluePoint12Y" fmla="*/ 1162356 h 1660822"/>
              <a:gd name="GluePoint13X" fmla="*/ 2123750 w 4211600"/>
              <a:gd name="GluePoint13Y" fmla="*/ 1238651 h 1660822"/>
              <a:gd name="GluePoint14X" fmla="*/ 1761444 w 4211600"/>
              <a:gd name="GluePoint14Y" fmla="*/ 1273417 h 1660822"/>
              <a:gd name="GluePoint15X" fmla="*/ 1608382 w 4211600"/>
              <a:gd name="GluePoint15Y" fmla="*/ 1284466 h 1660822"/>
              <a:gd name="GluePoint16X" fmla="*/ 999942 w 4211600"/>
              <a:gd name="GluePoint16Y" fmla="*/ 1354284 h 1660822"/>
              <a:gd name="GluePoint17X" fmla="*/ 484705 w 4211600"/>
              <a:gd name="GluePoint17Y" fmla="*/ 1450487 h 1660822"/>
              <a:gd name="GluePoint18X" fmla="*/ 113310 w 4211600"/>
              <a:gd name="GluePoint18Y" fmla="*/ 1613700 h 1660822"/>
              <a:gd name="GluePoint19X" fmla="*/ 39668 w 4211600"/>
              <a:gd name="GluePoint19Y" fmla="*/ 1660822 h 1660822"/>
              <a:gd name="GluePoint20X" fmla="*/ 0 w 4211600"/>
              <a:gd name="GluePoint20Y" fmla="*/ 1660822 h 1660822"/>
              <a:gd name="GluePoint21X" fmla="*/ 96701 w 4211600"/>
              <a:gd name="GluePoint21Y" fmla="*/ 1598934 h 1660822"/>
              <a:gd name="GluePoint22X" fmla="*/ 474335 w 4211600"/>
              <a:gd name="GluePoint22Y" fmla="*/ 1433056 h 1660822"/>
              <a:gd name="GluePoint23X" fmla="*/ 994299 w 4211600"/>
              <a:gd name="GluePoint23Y" fmla="*/ 1335806 h 1660822"/>
              <a:gd name="GluePoint24X" fmla="*/ 1605231 w 4211600"/>
              <a:gd name="GluePoint24Y" fmla="*/ 1265702 h 1660822"/>
              <a:gd name="GluePoint25X" fmla="*/ 1758819 w 4211600"/>
              <a:gd name="GluePoint25Y" fmla="*/ 1254558 h 1660822"/>
              <a:gd name="GluePoint26X" fmla="*/ 2118106 w 4211600"/>
              <a:gd name="GluePoint26Y" fmla="*/ 1220077 h 1660822"/>
              <a:gd name="GluePoint27X" fmla="*/ 2475557 w 4211600"/>
              <a:gd name="GluePoint27Y" fmla="*/ 1144353 h 1660822"/>
              <a:gd name="GluePoint28X" fmla="*/ 2573878 w 4211600"/>
              <a:gd name="GluePoint28Y" fmla="*/ 1120827 h 1660822"/>
              <a:gd name="GluePoint29X" fmla="*/ 2907437 w 4211600"/>
              <a:gd name="GluePoint29Y" fmla="*/ 1049675 h 1660822"/>
              <a:gd name="GluePoint30X" fmla="*/ 3122589 w 4211600"/>
              <a:gd name="GluePoint30Y" fmla="*/ 1005098 h 1660822"/>
              <a:gd name="GluePoint31X" fmla="*/ 3391169 w 4211600"/>
              <a:gd name="GluePoint31Y" fmla="*/ 935756 h 1660822"/>
              <a:gd name="GluePoint32X" fmla="*/ 3642290 w 4211600"/>
              <a:gd name="GluePoint32Y" fmla="*/ 806216 h 1660822"/>
              <a:gd name="GluePoint33X" fmla="*/ 3825937 w 4211600"/>
              <a:gd name="GluePoint33Y" fmla="*/ 594475 h 1660822"/>
              <a:gd name="GluePoint34X" fmla="*/ 3861381 w 4211600"/>
              <a:gd name="GluePoint34Y" fmla="*/ 544755 h 1660822"/>
              <a:gd name="GluePoint35X" fmla="*/ 3950381 w 4211600"/>
              <a:gd name="GluePoint35Y" fmla="*/ 427978 h 1660822"/>
              <a:gd name="GluePoint36X" fmla="*/ 4112370 w 4211600"/>
              <a:gd name="GluePoint36Y" fmla="*/ 201378 h 1660822"/>
              <a:gd name="GluePoint37X" fmla="*/ 4195989 w 4211600"/>
              <a:gd name="GluePoint37Y" fmla="*/ 33834 h 166082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</a:cxnLst>
            <a:rect l="textAreaLeft" t="textAreaTop" r="textAreaRight" b="textAreaBottom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grpSp>
        <p:nvGrpSpPr>
          <p:cNvPr id="6" name="Graphic 141"/>
          <p:cNvGrpSpPr/>
          <p:nvPr/>
        </p:nvGrpSpPr>
        <p:grpSpPr>
          <a:xfrm>
            <a:off x="10800" y="15120"/>
            <a:ext cx="2198520" cy="3330720"/>
            <a:chOff x="10800" y="15120"/>
            <a:chExt cx="2198520" cy="3330720"/>
          </a:xfrm>
        </p:grpSpPr>
        <p:sp>
          <p:nvSpPr>
            <p:cNvPr id="7" name="Freeform: Shape 11"/>
            <p:cNvSpPr/>
            <p:nvPr/>
          </p:nvSpPr>
          <p:spPr>
            <a:xfrm>
              <a:off x="19440" y="15120"/>
              <a:ext cx="2189880" cy="3330720"/>
            </a:xfrm>
            <a:custGeom>
              <a:avLst/>
              <a:gdLst>
                <a:gd name="textAreaLeft" fmla="*/ 0 w 2189880"/>
                <a:gd name="textAreaRight" fmla="*/ 2190240 w 2189880"/>
                <a:gd name="textAreaTop" fmla="*/ 0 h 3330720"/>
                <a:gd name="textAreaBottom" fmla="*/ 3331080 h 3330720"/>
                <a:gd name="GluePoint1X" fmla="*/ 0 w 3296088"/>
                <a:gd name="GluePoint1Y" fmla="*/ 5012722 h 5012722"/>
                <a:gd name="GluePoint2X" fmla="*/ 244031 w 3296088"/>
                <a:gd name="GluePoint2Y" fmla="*/ 4820222 h 5012722"/>
                <a:gd name="GluePoint3X" fmla="*/ 729234 w 3296088"/>
                <a:gd name="GluePoint3Y" fmla="*/ 4360641 h 5012722"/>
                <a:gd name="GluePoint4X" fmla="*/ 881444 w 3296088"/>
                <a:gd name="GluePoint4Y" fmla="*/ 4173950 h 5012722"/>
                <a:gd name="GluePoint5X" fmla="*/ 1151287 w 3296088"/>
                <a:gd name="GluePoint5Y" fmla="*/ 3972877 h 5012722"/>
                <a:gd name="GluePoint6X" fmla="*/ 1498664 w 3296088"/>
                <a:gd name="GluePoint6Y" fmla="*/ 3786188 h 5012722"/>
                <a:gd name="GluePoint7X" fmla="*/ 1716881 w 3296088"/>
                <a:gd name="GluePoint7Y" fmla="*/ 3674174 h 5012722"/>
                <a:gd name="GluePoint8X" fmla="*/ 1913573 w 3296088"/>
                <a:gd name="GluePoint8Y" fmla="*/ 3477387 h 5012722"/>
                <a:gd name="GluePoint9X" fmla="*/ 2167700 w 3296088"/>
                <a:gd name="GluePoint9Y" fmla="*/ 3042190 h 5012722"/>
                <a:gd name="GluePoint10X" fmla="*/ 2273903 w 3296088"/>
                <a:gd name="GluePoint10Y" fmla="*/ 2775014 h 5012722"/>
                <a:gd name="GluePoint11X" fmla="*/ 2463356 w 3296088"/>
                <a:gd name="GluePoint11Y" fmla="*/ 2335530 h 5012722"/>
                <a:gd name="GluePoint12X" fmla="*/ 2741866 w 3296088"/>
                <a:gd name="GluePoint12Y" fmla="*/ 1982248 h 5012722"/>
                <a:gd name="GluePoint13X" fmla="*/ 2985897 w 3296088"/>
                <a:gd name="GluePoint13Y" fmla="*/ 1634681 h 5012722"/>
                <a:gd name="GluePoint14X" fmla="*/ 3212687 w 3296088"/>
                <a:gd name="GluePoint14Y" fmla="*/ 1226820 h 5012722"/>
                <a:gd name="GluePoint15X" fmla="*/ 3281553 w 3296088"/>
                <a:gd name="GluePoint15Y" fmla="*/ 959644 h 5012722"/>
                <a:gd name="GluePoint16X" fmla="*/ 3295936 w 3296088"/>
                <a:gd name="GluePoint16Y" fmla="*/ 701135 h 5012722"/>
                <a:gd name="GluePoint17X" fmla="*/ 3267266 w 3296088"/>
                <a:gd name="GluePoint17Y" fmla="*/ 436817 h 5012722"/>
                <a:gd name="GluePoint18X" fmla="*/ 3105341 w 3296088"/>
                <a:gd name="GluePoint18Y" fmla="*/ 0 h 50127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Freeform: Shape 12"/>
            <p:cNvSpPr/>
            <p:nvPr/>
          </p:nvSpPr>
          <p:spPr>
            <a:xfrm>
              <a:off x="10800" y="15120"/>
              <a:ext cx="1978200" cy="3074760"/>
            </a:xfrm>
            <a:custGeom>
              <a:avLst/>
              <a:gdLst>
                <a:gd name="textAreaLeft" fmla="*/ 0 w 1978200"/>
                <a:gd name="textAreaRight" fmla="*/ 1978560 w 1978200"/>
                <a:gd name="textAreaTop" fmla="*/ 0 h 3074760"/>
                <a:gd name="textAreaBottom" fmla="*/ 3075120 h 3074760"/>
                <a:gd name="GluePoint1X" fmla="*/ 0 w 2977477"/>
                <a:gd name="GluePoint1Y" fmla="*/ 4627150 h 4627149"/>
                <a:gd name="GluePoint2X" fmla="*/ 275082 w 2977477"/>
                <a:gd name="GluePoint2Y" fmla="*/ 4341590 h 4627149"/>
                <a:gd name="GluePoint3X" fmla="*/ 502825 w 2977477"/>
                <a:gd name="GluePoint3Y" fmla="*/ 4054126 h 4627149"/>
                <a:gd name="GluePoint4X" fmla="*/ 666179 w 2977477"/>
                <a:gd name="GluePoint4Y" fmla="*/ 3890677 h 4627149"/>
                <a:gd name="GluePoint5X" fmla="*/ 864203 w 2977477"/>
                <a:gd name="GluePoint5Y" fmla="*/ 3675983 h 4627149"/>
                <a:gd name="GluePoint6X" fmla="*/ 982599 w 2977477"/>
                <a:gd name="GluePoint6Y" fmla="*/ 3557492 h 4627149"/>
                <a:gd name="GluePoint7X" fmla="*/ 1188244 w 2977477"/>
                <a:gd name="GluePoint7Y" fmla="*/ 3329654 h 4627149"/>
                <a:gd name="GluePoint8X" fmla="*/ 1344740 w 2977477"/>
                <a:gd name="GluePoint8Y" fmla="*/ 3146774 h 4627149"/>
                <a:gd name="GluePoint9X" fmla="*/ 1470755 w 2977477"/>
                <a:gd name="GluePoint9Y" fmla="*/ 2984659 h 4627149"/>
                <a:gd name="GluePoint10X" fmla="*/ 1657636 w 2977477"/>
                <a:gd name="GluePoint10Y" fmla="*/ 2670239 h 4627149"/>
                <a:gd name="GluePoint11X" fmla="*/ 1762887 w 2977477"/>
                <a:gd name="GluePoint11Y" fmla="*/ 2473547 h 4627149"/>
                <a:gd name="GluePoint12X" fmla="*/ 1866710 w 2977477"/>
                <a:gd name="GluePoint12Y" fmla="*/ 2290667 h 4627149"/>
                <a:gd name="GluePoint13X" fmla="*/ 2106263 w 2977477"/>
                <a:gd name="GluePoint13Y" fmla="*/ 2030254 h 4627149"/>
                <a:gd name="GluePoint14X" fmla="*/ 2277237 w 2977477"/>
                <a:gd name="GluePoint14Y" fmla="*/ 1859185 h 4627149"/>
                <a:gd name="GluePoint15X" fmla="*/ 2499455 w 2977477"/>
                <a:gd name="GluePoint15Y" fmla="*/ 1656207 h 4627149"/>
                <a:gd name="GluePoint16X" fmla="*/ 2707100 w 2977477"/>
                <a:gd name="GluePoint16Y" fmla="*/ 1390269 h 4627149"/>
                <a:gd name="GluePoint17X" fmla="*/ 2812352 w 2977477"/>
                <a:gd name="GluePoint17Y" fmla="*/ 1230916 h 4627149"/>
                <a:gd name="GluePoint18X" fmla="*/ 2898172 w 2977477"/>
                <a:gd name="GluePoint18Y" fmla="*/ 1036987 h 4627149"/>
                <a:gd name="GluePoint19X" fmla="*/ 2963228 w 2977477"/>
                <a:gd name="GluePoint19Y" fmla="*/ 850011 h 4627149"/>
                <a:gd name="GluePoint20X" fmla="*/ 2977325 w 2977477"/>
                <a:gd name="GluePoint20Y" fmla="*/ 745427 h 4627149"/>
                <a:gd name="GluePoint21X" fmla="*/ 2929509 w 2977477"/>
                <a:gd name="GluePoint21Y" fmla="*/ 480155 h 4627149"/>
                <a:gd name="GluePoint22X" fmla="*/ 2563082 w 2977477"/>
                <a:gd name="GluePoint22Y" fmla="*/ 0 h 462714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textAreaLeft" t="textAreaTop" r="textAreaRight" b="textAreaBottom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Freeform: Shape 13"/>
            <p:cNvSpPr/>
            <p:nvPr/>
          </p:nvSpPr>
          <p:spPr>
            <a:xfrm>
              <a:off x="25200" y="15120"/>
              <a:ext cx="1565640" cy="2737080"/>
            </a:xfrm>
            <a:custGeom>
              <a:avLst/>
              <a:gdLst>
                <a:gd name="textAreaLeft" fmla="*/ 0 w 1565640"/>
                <a:gd name="textAreaRight" fmla="*/ 1566000 w 1565640"/>
                <a:gd name="textAreaTop" fmla="*/ 0 h 2737080"/>
                <a:gd name="textAreaBottom" fmla="*/ 2737440 h 2737080"/>
                <a:gd name="GluePoint1X" fmla="*/ 1707071 w 2356712"/>
                <a:gd name="GluePoint1Y" fmla="*/ 0 h 4118991"/>
                <a:gd name="GluePoint2X" fmla="*/ 1824514 w 2356712"/>
                <a:gd name="GluePoint2Y" fmla="*/ 244697 h 4118991"/>
                <a:gd name="GluePoint3X" fmla="*/ 1908715 w 2356712"/>
                <a:gd name="GluePoint3Y" fmla="*/ 328994 h 4118991"/>
                <a:gd name="GluePoint4X" fmla="*/ 2226469 w 2356712"/>
                <a:gd name="GluePoint4Y" fmla="*/ 603695 h 4118991"/>
                <a:gd name="GluePoint5X" fmla="*/ 2355628 w 2356712"/>
                <a:gd name="GluePoint5Y" fmla="*/ 900494 h 4118991"/>
                <a:gd name="GluePoint6X" fmla="*/ 2281428 w 2356712"/>
                <a:gd name="GluePoint6Y" fmla="*/ 1206913 h 4118991"/>
                <a:gd name="GluePoint7X" fmla="*/ 2092452 w 2356712"/>
                <a:gd name="GluePoint7Y" fmla="*/ 1460659 h 4118991"/>
                <a:gd name="GluePoint8X" fmla="*/ 1834039 w 2356712"/>
                <a:gd name="GluePoint8Y" fmla="*/ 1625822 h 4118991"/>
                <a:gd name="GluePoint9X" fmla="*/ 1558862 w 2356712"/>
                <a:gd name="GluePoint9Y" fmla="*/ 1743075 h 4118991"/>
                <a:gd name="GluePoint10X" fmla="*/ 1386554 w 2356712"/>
                <a:gd name="GluePoint10Y" fmla="*/ 1869948 h 4118991"/>
                <a:gd name="GluePoint11X" fmla="*/ 1271683 w 2356712"/>
                <a:gd name="GluePoint11Y" fmla="*/ 2073402 h 4118991"/>
                <a:gd name="GluePoint12X" fmla="*/ 1178338 w 2356712"/>
                <a:gd name="GluePoint12Y" fmla="*/ 2355914 h 4118991"/>
                <a:gd name="GluePoint13X" fmla="*/ 1113758 w 2356712"/>
                <a:gd name="GluePoint13Y" fmla="*/ 2578513 h 4118991"/>
                <a:gd name="GluePoint14X" fmla="*/ 1034796 w 2356712"/>
                <a:gd name="GluePoint14Y" fmla="*/ 2834640 h 4118991"/>
                <a:gd name="GluePoint15X" fmla="*/ 905637 w 2356712"/>
                <a:gd name="GluePoint15Y" fmla="*/ 3081242 h 4118991"/>
                <a:gd name="GluePoint16X" fmla="*/ 793147 w 2356712"/>
                <a:gd name="GluePoint16Y" fmla="*/ 3258407 h 4118991"/>
                <a:gd name="GluePoint17X" fmla="*/ 546735 w 2356712"/>
                <a:gd name="GluePoint17Y" fmla="*/ 3571970 h 4118991"/>
                <a:gd name="GluePoint18X" fmla="*/ 346996 w 2356712"/>
                <a:gd name="GluePoint18Y" fmla="*/ 3771900 h 4118991"/>
                <a:gd name="GluePoint19X" fmla="*/ 174689 w 2356712"/>
                <a:gd name="GluePoint19Y" fmla="*/ 3944207 h 4118991"/>
                <a:gd name="GluePoint20X" fmla="*/ 0 w 2356712"/>
                <a:gd name="GluePoint20Y" fmla="*/ 4118991 h 411899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Freeform: Shape 14"/>
            <p:cNvSpPr/>
            <p:nvPr/>
          </p:nvSpPr>
          <p:spPr>
            <a:xfrm>
              <a:off x="10800" y="15120"/>
              <a:ext cx="1368000" cy="2644560"/>
            </a:xfrm>
            <a:custGeom>
              <a:avLst/>
              <a:gdLst>
                <a:gd name="textAreaLeft" fmla="*/ 0 w 1368000"/>
                <a:gd name="textAreaRight" fmla="*/ 1368360 w 1368000"/>
                <a:gd name="textAreaTop" fmla="*/ 0 h 2644560"/>
                <a:gd name="textAreaBottom" fmla="*/ 2644920 h 2644560"/>
                <a:gd name="GluePoint1X" fmla="*/ 0 w 2059193"/>
                <a:gd name="GluePoint1Y" fmla="*/ 3980116 h 3980116"/>
                <a:gd name="GluePoint2X" fmla="*/ 471583 w 2059193"/>
                <a:gd name="GluePoint2Y" fmla="*/ 3515678 h 3980116"/>
                <a:gd name="GluePoint3X" fmla="*/ 758666 w 2059193"/>
                <a:gd name="GluePoint3Y" fmla="*/ 3163824 h 3980116"/>
                <a:gd name="GluePoint4X" fmla="*/ 940499 w 2059193"/>
                <a:gd name="GluePoint4Y" fmla="*/ 2780824 h 3980116"/>
                <a:gd name="GluePoint5X" fmla="*/ 1055370 w 2059193"/>
                <a:gd name="GluePoint5Y" fmla="*/ 2242185 h 3980116"/>
                <a:gd name="GluePoint6X" fmla="*/ 1136714 w 2059193"/>
                <a:gd name="GluePoint6Y" fmla="*/ 1878330 h 3980116"/>
                <a:gd name="GluePoint7X" fmla="*/ 1246727 w 2059193"/>
                <a:gd name="GluePoint7Y" fmla="*/ 1562386 h 3980116"/>
                <a:gd name="GluePoint8X" fmla="*/ 1378363 w 2059193"/>
                <a:gd name="GluePoint8Y" fmla="*/ 1430750 h 3980116"/>
                <a:gd name="GluePoint9X" fmla="*/ 1691831 w 2059193"/>
                <a:gd name="GluePoint9Y" fmla="*/ 1394841 h 3980116"/>
                <a:gd name="GluePoint10X" fmla="*/ 1914335 w 2059193"/>
                <a:gd name="GluePoint10Y" fmla="*/ 1323023 h 3980116"/>
                <a:gd name="GluePoint11X" fmla="*/ 2055495 w 2059193"/>
                <a:gd name="GluePoint11Y" fmla="*/ 1098042 h 3980116"/>
                <a:gd name="GluePoint12X" fmla="*/ 2033969 w 2059193"/>
                <a:gd name="GluePoint12Y" fmla="*/ 930497 h 3980116"/>
                <a:gd name="GluePoint13X" fmla="*/ 1885664 w 2059193"/>
                <a:gd name="GluePoint13Y" fmla="*/ 760571 h 3980116"/>
                <a:gd name="GluePoint14X" fmla="*/ 1636871 w 2059193"/>
                <a:gd name="GluePoint14Y" fmla="*/ 612172 h 3980116"/>
                <a:gd name="GluePoint15X" fmla="*/ 1335405 w 2059193"/>
                <a:gd name="GluePoint15Y" fmla="*/ 459010 h 3980116"/>
                <a:gd name="GluePoint16X" fmla="*/ 1234916 w 2059193"/>
                <a:gd name="GluePoint16Y" fmla="*/ 269939 h 3980116"/>
                <a:gd name="GluePoint17X" fmla="*/ 1386935 w 2059193"/>
                <a:gd name="GluePoint17Y" fmla="*/ 0 h 39801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Freeform: Shape 15"/>
            <p:cNvSpPr/>
            <p:nvPr/>
          </p:nvSpPr>
          <p:spPr>
            <a:xfrm>
              <a:off x="18720" y="543960"/>
              <a:ext cx="493920" cy="19051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0 h 1905120"/>
                <a:gd name="textAreaBottom" fmla="*/ 1905480 h 1905120"/>
                <a:gd name="GluePoint1X" fmla="*/ 11144 w 743796"/>
                <a:gd name="GluePoint1Y" fmla="*/ 0 h 2867501"/>
                <a:gd name="GluePoint2X" fmla="*/ 353663 w 743796"/>
                <a:gd name="GluePoint2Y" fmla="*/ 55245 h 2867501"/>
                <a:gd name="GluePoint3X" fmla="*/ 571405 w 743796"/>
                <a:gd name="GluePoint3Y" fmla="*/ 179737 h 2867501"/>
                <a:gd name="GluePoint4X" fmla="*/ 688658 w 743796"/>
                <a:gd name="GluePoint4Y" fmla="*/ 368808 h 2867501"/>
                <a:gd name="GluePoint5X" fmla="*/ 731711 w 743796"/>
                <a:gd name="GluePoint5Y" fmla="*/ 612934 h 2867501"/>
                <a:gd name="GluePoint6X" fmla="*/ 725233 w 743796"/>
                <a:gd name="GluePoint6Y" fmla="*/ 995648 h 2867501"/>
                <a:gd name="GluePoint7X" fmla="*/ 742855 w 743796"/>
                <a:gd name="GluePoint7Y" fmla="*/ 1499330 h 2867501"/>
                <a:gd name="GluePoint8X" fmla="*/ 707898 w 743796"/>
                <a:gd name="GluePoint8Y" fmla="*/ 1793081 h 2867501"/>
                <a:gd name="GluePoint9X" fmla="*/ 633222 w 743796"/>
                <a:gd name="GluePoint9Y" fmla="*/ 2073592 h 2867501"/>
                <a:gd name="GluePoint10X" fmla="*/ 404527 w 743796"/>
                <a:gd name="GluePoint10Y" fmla="*/ 2472404 h 2867501"/>
                <a:gd name="GluePoint11X" fmla="*/ 0 w 743796"/>
                <a:gd name="GluePoint11Y" fmla="*/ 2867501 h 286750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Freeform: Shape 16"/>
            <p:cNvSpPr/>
            <p:nvPr/>
          </p:nvSpPr>
          <p:spPr>
            <a:xfrm>
              <a:off x="10800" y="672120"/>
              <a:ext cx="396720" cy="1689840"/>
            </a:xfrm>
            <a:custGeom>
              <a:avLst/>
              <a:gdLst>
                <a:gd name="textAreaLeft" fmla="*/ 0 w 396720"/>
                <a:gd name="textAreaRight" fmla="*/ 397080 w 396720"/>
                <a:gd name="textAreaTop" fmla="*/ 0 h 1689840"/>
                <a:gd name="textAreaBottom" fmla="*/ 1690200 h 1689840"/>
                <a:gd name="GluePoint1X" fmla="*/ 16478 w 597294"/>
                <a:gd name="GluePoint1Y" fmla="*/ 2079 h 2543540"/>
                <a:gd name="GluePoint2X" fmla="*/ 299847 w 597294"/>
                <a:gd name="GluePoint2Y" fmla="*/ 53991 h 2543540"/>
                <a:gd name="GluePoint3X" fmla="*/ 503206 w 597294"/>
                <a:gd name="GluePoint3Y" fmla="*/ 291354 h 2543540"/>
                <a:gd name="GluePoint4X" fmla="*/ 525113 w 597294"/>
                <a:gd name="GluePoint4Y" fmla="*/ 724265 h 2543540"/>
                <a:gd name="GluePoint5X" fmla="*/ 578930 w 597294"/>
                <a:gd name="GluePoint5Y" fmla="*/ 1117267 h 2543540"/>
                <a:gd name="GluePoint6X" fmla="*/ 592931 w 597294"/>
                <a:gd name="GluePoint6Y" fmla="*/ 1476359 h 2543540"/>
                <a:gd name="GluePoint7X" fmla="*/ 503206 w 597294"/>
                <a:gd name="GluePoint7Y" fmla="*/ 1859359 h 2543540"/>
                <a:gd name="GluePoint8X" fmla="*/ 291846 w 597294"/>
                <a:gd name="GluePoint8Y" fmla="*/ 2250361 h 2543540"/>
                <a:gd name="GluePoint9X" fmla="*/ 0 w 597294"/>
                <a:gd name="GluePoint9Y" fmla="*/ 2543540 h 25435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Freeform: Shape 17"/>
            <p:cNvSpPr/>
            <p:nvPr/>
          </p:nvSpPr>
          <p:spPr>
            <a:xfrm>
              <a:off x="23040" y="881280"/>
              <a:ext cx="258480" cy="1336320"/>
            </a:xfrm>
            <a:custGeom>
              <a:avLst/>
              <a:gdLst>
                <a:gd name="textAreaLeft" fmla="*/ 0 w 258480"/>
                <a:gd name="textAreaRight" fmla="*/ 258840 w 258480"/>
                <a:gd name="textAreaTop" fmla="*/ 0 h 1336320"/>
                <a:gd name="textAreaBottom" fmla="*/ 1336680 h 1336320"/>
                <a:gd name="GluePoint1X" fmla="*/ 0 w 389425"/>
                <a:gd name="GluePoint1Y" fmla="*/ 33 h 2011236"/>
                <a:gd name="GluePoint2X" fmla="*/ 171260 w 389425"/>
                <a:gd name="GluePoint2Y" fmla="*/ 60326 h 2011236"/>
                <a:gd name="GluePoint3X" fmla="*/ 211455 w 389425"/>
                <a:gd name="GluePoint3Y" fmla="*/ 221204 h 2011236"/>
                <a:gd name="GluePoint4X" fmla="*/ 243078 w 389425"/>
                <a:gd name="GluePoint4Y" fmla="*/ 448089 h 2011236"/>
                <a:gd name="GluePoint5X" fmla="*/ 346424 w 389425"/>
                <a:gd name="GluePoint5Y" fmla="*/ 789941 h 2011236"/>
                <a:gd name="GluePoint6X" fmla="*/ 372237 w 389425"/>
                <a:gd name="GluePoint6Y" fmla="*/ 942151 h 2011236"/>
                <a:gd name="GluePoint7X" fmla="*/ 386620 w 389425"/>
                <a:gd name="GluePoint7Y" fmla="*/ 1272478 h 2011236"/>
                <a:gd name="GluePoint8X" fmla="*/ 280416 w 389425"/>
                <a:gd name="GluePoint8Y" fmla="*/ 1660241 h 2011236"/>
                <a:gd name="GluePoint9X" fmla="*/ 151257 w 389425"/>
                <a:gd name="GluePoint9Y" fmla="*/ 1844073 h 2011236"/>
                <a:gd name="GluePoint10X" fmla="*/ 1905 w 389425"/>
                <a:gd name="GluePoint10Y" fmla="*/ 2011237 h 20112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" name="Graphic 157"/>
          <p:cNvGrpSpPr/>
          <p:nvPr/>
        </p:nvGrpSpPr>
        <p:grpSpPr>
          <a:xfrm>
            <a:off x="8610480" y="3276720"/>
            <a:ext cx="3529080" cy="3580920"/>
            <a:chOff x="8610480" y="3276720"/>
            <a:chExt cx="3529080" cy="3580920"/>
          </a:xfrm>
        </p:grpSpPr>
        <p:sp>
          <p:nvSpPr>
            <p:cNvPr id="15" name="Freeform: Shape 19"/>
            <p:cNvSpPr/>
            <p:nvPr/>
          </p:nvSpPr>
          <p:spPr>
            <a:xfrm>
              <a:off x="8610480" y="3276720"/>
              <a:ext cx="3515760" cy="3565080"/>
            </a:xfrm>
            <a:custGeom>
              <a:avLst/>
              <a:gdLst>
                <a:gd name="textAreaLeft" fmla="*/ 0 w 3515760"/>
                <a:gd name="textAreaRight" fmla="*/ 3516120 w 3515760"/>
                <a:gd name="textAreaTop" fmla="*/ 0 h 3565080"/>
                <a:gd name="textAreaBottom" fmla="*/ 3565440 h 3565080"/>
                <a:gd name="GluePoint1X" fmla="*/ 0 w 3946874"/>
                <a:gd name="GluePoint1Y" fmla="*/ 3989641 h 3989641"/>
                <a:gd name="GluePoint2X" fmla="*/ 79439 w 3946874"/>
                <a:gd name="GluePoint2Y" fmla="*/ 3891153 h 3989641"/>
                <a:gd name="GluePoint3X" fmla="*/ 297371 w 3946874"/>
                <a:gd name="GluePoint3Y" fmla="*/ 3626930 h 3989641"/>
                <a:gd name="GluePoint4X" fmla="*/ 454343 w 3946874"/>
                <a:gd name="GluePoint4Y" fmla="*/ 3440335 h 3989641"/>
                <a:gd name="GluePoint5X" fmla="*/ 622363 w 3946874"/>
                <a:gd name="GluePoint5Y" fmla="*/ 3290697 h 3989641"/>
                <a:gd name="GluePoint6X" fmla="*/ 927068 w 3946874"/>
                <a:gd name="GluePoint6Y" fmla="*/ 3087434 h 3989641"/>
                <a:gd name="GluePoint7X" fmla="*/ 1176338 w 3946874"/>
                <a:gd name="GluePoint7Y" fmla="*/ 2915603 h 3989641"/>
                <a:gd name="GluePoint8X" fmla="*/ 1394270 w 3946874"/>
                <a:gd name="GluePoint8Y" fmla="*/ 2780729 h 3989641"/>
                <a:gd name="GluePoint9X" fmla="*/ 1601057 w 3946874"/>
                <a:gd name="GluePoint9Y" fmla="*/ 2723483 h 3989641"/>
                <a:gd name="GluePoint10X" fmla="*/ 1756220 w 3946874"/>
                <a:gd name="GluePoint10Y" fmla="*/ 2743772 h 3989641"/>
                <a:gd name="GluePoint11X" fmla="*/ 1889189 w 3946874"/>
                <a:gd name="GluePoint11Y" fmla="*/ 2765965 h 3989641"/>
                <a:gd name="GluePoint12X" fmla="*/ 2007394 w 3946874"/>
                <a:gd name="GluePoint12Y" fmla="*/ 2765965 h 3989641"/>
                <a:gd name="GluePoint13X" fmla="*/ 2184654 w 3946874"/>
                <a:gd name="GluePoint13Y" fmla="*/ 2671763 h 3989641"/>
                <a:gd name="GluePoint14X" fmla="*/ 2372773 w 3946874"/>
                <a:gd name="GluePoint14Y" fmla="*/ 2538984 h 3989641"/>
                <a:gd name="GluePoint15X" fmla="*/ 2439543 w 3946874"/>
                <a:gd name="GluePoint15Y" fmla="*/ 2510504 h 3989641"/>
                <a:gd name="GluePoint16X" fmla="*/ 2650617 w 3946874"/>
                <a:gd name="GluePoint16Y" fmla="*/ 2434781 h 3989641"/>
                <a:gd name="GluePoint17X" fmla="*/ 2785110 w 3946874"/>
                <a:gd name="GluePoint17Y" fmla="*/ 2383060 h 3989641"/>
                <a:gd name="GluePoint18X" fmla="*/ 2897315 w 3946874"/>
                <a:gd name="GluePoint18Y" fmla="*/ 2318861 h 3989641"/>
                <a:gd name="GluePoint19X" fmla="*/ 2997994 w 3946874"/>
                <a:gd name="GluePoint19Y" fmla="*/ 2226183 h 3989641"/>
                <a:gd name="GluePoint20X" fmla="*/ 3061240 w 3946874"/>
                <a:gd name="GluePoint20Y" fmla="*/ 2141506 h 3989641"/>
                <a:gd name="GluePoint21X" fmla="*/ 3152108 w 3946874"/>
                <a:gd name="GluePoint21Y" fmla="*/ 2005203 h 3989641"/>
                <a:gd name="GluePoint22X" fmla="*/ 3274124 w 3946874"/>
                <a:gd name="GluePoint22Y" fmla="*/ 1871567 h 3989641"/>
                <a:gd name="GluePoint23X" fmla="*/ 3388138 w 3946874"/>
                <a:gd name="GluePoint23Y" fmla="*/ 1770888 h 3989641"/>
                <a:gd name="GluePoint24X" fmla="*/ 3466529 w 3946874"/>
                <a:gd name="GluePoint24Y" fmla="*/ 1679162 h 3989641"/>
                <a:gd name="GluePoint25X" fmla="*/ 3538633 w 3946874"/>
                <a:gd name="GluePoint25Y" fmla="*/ 1551718 h 3989641"/>
                <a:gd name="GluePoint26X" fmla="*/ 3588544 w 3946874"/>
                <a:gd name="GluePoint26Y" fmla="*/ 1376172 h 3989641"/>
                <a:gd name="GluePoint27X" fmla="*/ 3597402 w 3946874"/>
                <a:gd name="GluePoint27Y" fmla="*/ 1293305 h 3989641"/>
                <a:gd name="GluePoint28X" fmla="*/ 3721227 w 3946874"/>
                <a:gd name="GluePoint28Y" fmla="*/ 880491 h 3989641"/>
                <a:gd name="GluePoint29X" fmla="*/ 3761137 w 3946874"/>
                <a:gd name="GluePoint29Y" fmla="*/ 463677 h 3989641"/>
                <a:gd name="GluePoint30X" fmla="*/ 3946874 w 3946874"/>
                <a:gd name="GluePoint30Y" fmla="*/ 0 h 398964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Freeform: Shape 20"/>
            <p:cNvSpPr/>
            <p:nvPr/>
          </p:nvSpPr>
          <p:spPr>
            <a:xfrm>
              <a:off x="8861040" y="4186080"/>
              <a:ext cx="3265200" cy="2667600"/>
            </a:xfrm>
            <a:custGeom>
              <a:avLst/>
              <a:gdLst>
                <a:gd name="textAreaLeft" fmla="*/ 0 w 3265200"/>
                <a:gd name="textAreaRight" fmla="*/ 3265560 w 3265200"/>
                <a:gd name="textAreaTop" fmla="*/ 0 h 2667600"/>
                <a:gd name="textAreaBottom" fmla="*/ 2667960 h 2667600"/>
                <a:gd name="GluePoint1X" fmla="*/ 0 w 3665410"/>
                <a:gd name="GluePoint1Y" fmla="*/ 2985611 h 2985611"/>
                <a:gd name="GluePoint2X" fmla="*/ 166211 w 3665410"/>
                <a:gd name="GluePoint2Y" fmla="*/ 2699766 h 2985611"/>
                <a:gd name="GluePoint3X" fmla="*/ 397002 w 3665410"/>
                <a:gd name="GluePoint3Y" fmla="*/ 2414969 h 2985611"/>
                <a:gd name="GluePoint4X" fmla="*/ 620173 w 3665410"/>
                <a:gd name="GluePoint4Y" fmla="*/ 2237899 h 2985611"/>
                <a:gd name="GluePoint5X" fmla="*/ 823341 w 3665410"/>
                <a:gd name="GluePoint5Y" fmla="*/ 2085499 h 2985611"/>
                <a:gd name="GluePoint6X" fmla="*/ 1089565 w 3665410"/>
                <a:gd name="GluePoint6Y" fmla="*/ 1911477 h 2985611"/>
                <a:gd name="GluePoint7X" fmla="*/ 1145000 w 3665410"/>
                <a:gd name="GluePoint7Y" fmla="*/ 1886807 h 2985611"/>
                <a:gd name="GluePoint8X" fmla="*/ 1375791 w 3665410"/>
                <a:gd name="GluePoint8Y" fmla="*/ 1842135 h 2985611"/>
                <a:gd name="GluePoint9X" fmla="*/ 1486567 w 3665410"/>
                <a:gd name="GluePoint9Y" fmla="*/ 1857566 h 2985611"/>
                <a:gd name="GluePoint10X" fmla="*/ 1568101 w 3665410"/>
                <a:gd name="GluePoint10Y" fmla="*/ 1871377 h 2985611"/>
                <a:gd name="GluePoint11X" fmla="*/ 1810607 w 3665410"/>
                <a:gd name="GluePoint11Y" fmla="*/ 1871377 h 2985611"/>
                <a:gd name="GluePoint12X" fmla="*/ 1997964 w 3665410"/>
                <a:gd name="GluePoint12Y" fmla="*/ 1790605 h 2985611"/>
                <a:gd name="GluePoint13X" fmla="*/ 2109883 w 3665410"/>
                <a:gd name="GluePoint13Y" fmla="*/ 1702784 h 2985611"/>
                <a:gd name="GluePoint14X" fmla="*/ 2321433 w 3665410"/>
                <a:gd name="GluePoint14Y" fmla="*/ 1552384 h 2985611"/>
                <a:gd name="GluePoint15X" fmla="*/ 2558891 w 3665410"/>
                <a:gd name="GluePoint15Y" fmla="*/ 1453420 h 2985611"/>
                <a:gd name="GluePoint16X" fmla="*/ 2709767 w 3665410"/>
                <a:gd name="GluePoint16Y" fmla="*/ 1377887 h 2985611"/>
                <a:gd name="GluePoint17X" fmla="*/ 2885408 w 3665410"/>
                <a:gd name="GluePoint17Y" fmla="*/ 1237393 h 2985611"/>
                <a:gd name="GluePoint18X" fmla="*/ 3017711 w 3665410"/>
                <a:gd name="GluePoint18Y" fmla="*/ 1072229 h 2985611"/>
                <a:gd name="GluePoint19X" fmla="*/ 3150680 w 3665410"/>
                <a:gd name="GluePoint19Y" fmla="*/ 921830 h 2985611"/>
                <a:gd name="GluePoint20X" fmla="*/ 3255169 w 3665410"/>
                <a:gd name="GluePoint20Y" fmla="*/ 801815 h 2985611"/>
                <a:gd name="GluePoint21X" fmla="*/ 3339275 w 3665410"/>
                <a:gd name="GluePoint21Y" fmla="*/ 694182 h 2985611"/>
                <a:gd name="GluePoint22X" fmla="*/ 3409188 w 3665410"/>
                <a:gd name="GluePoint22Y" fmla="*/ 546926 h 2985611"/>
                <a:gd name="GluePoint23X" fmla="*/ 3464243 w 3665410"/>
                <a:gd name="GluePoint23Y" fmla="*/ 347663 h 2985611"/>
                <a:gd name="GluePoint24X" fmla="*/ 3665411 w 3665410"/>
                <a:gd name="GluePoint24Y" fmla="*/ 0 h 29856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</a:cxnLst>
              <a:rect l="textAreaLeft" t="textAreaTop" r="textAreaRight" b="textAreaBottom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Freeform: Shape 21"/>
            <p:cNvSpPr/>
            <p:nvPr/>
          </p:nvSpPr>
          <p:spPr>
            <a:xfrm>
              <a:off x="11885040" y="6677640"/>
              <a:ext cx="254520" cy="177480"/>
            </a:xfrm>
            <a:custGeom>
              <a:avLst/>
              <a:gdLst>
                <a:gd name="textAreaLeft" fmla="*/ 0 w 254520"/>
                <a:gd name="textAreaRight" fmla="*/ 254880 w 254520"/>
                <a:gd name="textAreaTop" fmla="*/ 0 h 177480"/>
                <a:gd name="textAreaBottom" fmla="*/ 177840 h 177480"/>
                <a:gd name="GluePoint1X" fmla="*/ 0 w 285940"/>
                <a:gd name="GluePoint1Y" fmla="*/ 199073 h 199072"/>
                <a:gd name="GluePoint2X" fmla="*/ 285940 w 285940"/>
                <a:gd name="GluePoint2Y" fmla="*/ 0 h 19907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Freeform: Shape 22"/>
            <p:cNvSpPr/>
            <p:nvPr/>
          </p:nvSpPr>
          <p:spPr>
            <a:xfrm>
              <a:off x="11531160" y="6516720"/>
              <a:ext cx="583920" cy="340200"/>
            </a:xfrm>
            <a:custGeom>
              <a:avLst/>
              <a:gdLst>
                <a:gd name="textAreaLeft" fmla="*/ 0 w 583920"/>
                <a:gd name="textAreaRight" fmla="*/ 584280 w 583920"/>
                <a:gd name="textAreaTop" fmla="*/ 0 h 340200"/>
                <a:gd name="textAreaBottom" fmla="*/ 340560 h 340200"/>
                <a:gd name="GluePoint1X" fmla="*/ 0 w 655796"/>
                <a:gd name="GluePoint1Y" fmla="*/ 381190 h 381190"/>
                <a:gd name="GluePoint2X" fmla="*/ 655796 w 655796"/>
                <a:gd name="GluePoint2Y" fmla="*/ 0 h 3811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Freeform: Shape 23"/>
            <p:cNvSpPr/>
            <p:nvPr/>
          </p:nvSpPr>
          <p:spPr>
            <a:xfrm>
              <a:off x="9536400" y="5460480"/>
              <a:ext cx="2589840" cy="1380240"/>
            </a:xfrm>
            <a:custGeom>
              <a:avLst/>
              <a:gdLst>
                <a:gd name="textAreaLeft" fmla="*/ 0 w 2589840"/>
                <a:gd name="textAreaRight" fmla="*/ 2590200 w 2589840"/>
                <a:gd name="textAreaTop" fmla="*/ 0 h 1380240"/>
                <a:gd name="textAreaBottom" fmla="*/ 1380600 h 1380240"/>
                <a:gd name="GluePoint1X" fmla="*/ 0 w 2907315"/>
                <a:gd name="GluePoint1Y" fmla="*/ 1544764 h 1544764"/>
                <a:gd name="GluePoint2X" fmla="*/ 201644 w 2907315"/>
                <a:gd name="GluePoint2Y" fmla="*/ 1352550 h 1544764"/>
                <a:gd name="GluePoint3X" fmla="*/ 423196 w 2907315"/>
                <a:gd name="GluePoint3Y" fmla="*/ 1196054 h 1544764"/>
                <a:gd name="GluePoint4X" fmla="*/ 782193 w 2907315"/>
                <a:gd name="GluePoint4Y" fmla="*/ 1099947 h 1544764"/>
                <a:gd name="GluePoint5X" fmla="*/ 1052513 w 2907315"/>
                <a:gd name="GluePoint5Y" fmla="*/ 1042321 h 1544764"/>
                <a:gd name="GluePoint6X" fmla="*/ 1311783 w 2907315"/>
                <a:gd name="GluePoint6Y" fmla="*/ 1056037 h 1544764"/>
                <a:gd name="GluePoint7X" fmla="*/ 1484662 w 2907315"/>
                <a:gd name="GluePoint7Y" fmla="*/ 1083469 h 1544764"/>
                <a:gd name="GluePoint8X" fmla="*/ 1788224 w 2907315"/>
                <a:gd name="GluePoint8Y" fmla="*/ 1023080 h 1544764"/>
                <a:gd name="GluePoint9X" fmla="*/ 2269045 w 2907315"/>
                <a:gd name="GluePoint9Y" fmla="*/ 734758 h 1544764"/>
                <a:gd name="GluePoint10X" fmla="*/ 2534984 w 2907315"/>
                <a:gd name="GluePoint10Y" fmla="*/ 572738 h 1544764"/>
                <a:gd name="GluePoint11X" fmla="*/ 2907316 w 2907315"/>
                <a:gd name="GluePoint11Y" fmla="*/ 0 h 15447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Freeform: Shape 24"/>
            <p:cNvSpPr/>
            <p:nvPr/>
          </p:nvSpPr>
          <p:spPr>
            <a:xfrm>
              <a:off x="9317160" y="5113080"/>
              <a:ext cx="2822040" cy="1744560"/>
            </a:xfrm>
            <a:custGeom>
              <a:avLst/>
              <a:gdLst>
                <a:gd name="textAreaLeft" fmla="*/ 0 w 2822040"/>
                <a:gd name="textAreaRight" fmla="*/ 2822400 w 2822040"/>
                <a:gd name="textAreaTop" fmla="*/ 0 h 1744560"/>
                <a:gd name="textAreaBottom" fmla="*/ 1744920 h 1744560"/>
                <a:gd name="GluePoint1X" fmla="*/ 0 w 3168300"/>
                <a:gd name="GluePoint1Y" fmla="*/ 1952435 h 1952434"/>
                <a:gd name="GluePoint2X" fmla="*/ 202121 w 3168300"/>
                <a:gd name="GluePoint2Y" fmla="*/ 1687068 h 1952434"/>
                <a:gd name="GluePoint3X" fmla="*/ 545116 w 3168300"/>
                <a:gd name="GluePoint3Y" fmla="*/ 1450277 h 1952434"/>
                <a:gd name="GluePoint4X" fmla="*/ 906780 w 3168300"/>
                <a:gd name="GluePoint4Y" fmla="*/ 1354455 h 1952434"/>
                <a:gd name="GluePoint5X" fmla="*/ 1332262 w 3168300"/>
                <a:gd name="GluePoint5Y" fmla="*/ 1285304 h 1952434"/>
                <a:gd name="GluePoint6X" fmla="*/ 1691259 w 3168300"/>
                <a:gd name="GluePoint6Y" fmla="*/ 1240060 h 1952434"/>
                <a:gd name="GluePoint7X" fmla="*/ 2010346 w 3168300"/>
                <a:gd name="GluePoint7Y" fmla="*/ 1141667 h 1952434"/>
                <a:gd name="GluePoint8X" fmla="*/ 2393252 w 3168300"/>
                <a:gd name="GluePoint8Y" fmla="*/ 1027271 h 1952434"/>
                <a:gd name="GluePoint9X" fmla="*/ 2582037 w 3168300"/>
                <a:gd name="GluePoint9Y" fmla="*/ 958120 h 1952434"/>
                <a:gd name="GluePoint10X" fmla="*/ 2760155 w 3168300"/>
                <a:gd name="GluePoint10Y" fmla="*/ 827723 h 1952434"/>
                <a:gd name="GluePoint11X" fmla="*/ 2914364 w 3168300"/>
                <a:gd name="GluePoint11Y" fmla="*/ 567023 h 1952434"/>
                <a:gd name="GluePoint12X" fmla="*/ 3168301 w 3168300"/>
                <a:gd name="GluePoint12Y" fmla="*/ 0 h 19524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Freeform: Shape 25"/>
            <p:cNvSpPr/>
            <p:nvPr/>
          </p:nvSpPr>
          <p:spPr>
            <a:xfrm>
              <a:off x="9136080" y="4664160"/>
              <a:ext cx="2990160" cy="2190960"/>
            </a:xfrm>
            <a:custGeom>
              <a:avLst/>
              <a:gdLst>
                <a:gd name="textAreaLeft" fmla="*/ 0 w 2990160"/>
                <a:gd name="textAreaRight" fmla="*/ 2990520 w 2990160"/>
                <a:gd name="textAreaTop" fmla="*/ 0 h 2190960"/>
                <a:gd name="textAreaBottom" fmla="*/ 2191320 h 2190960"/>
                <a:gd name="GluePoint1X" fmla="*/ 0 w 3356800"/>
                <a:gd name="GluePoint1Y" fmla="*/ 2452021 h 2452020"/>
                <a:gd name="GluePoint2X" fmla="*/ 130874 w 3356800"/>
                <a:gd name="GluePoint2Y" fmla="*/ 2247710 h 2452020"/>
                <a:gd name="GluePoint3X" fmla="*/ 437197 w 3356800"/>
                <a:gd name="GluePoint3Y" fmla="*/ 1941195 h 2452020"/>
                <a:gd name="GluePoint4X" fmla="*/ 737140 w 3356800"/>
                <a:gd name="GluePoint4Y" fmla="*/ 1736884 h 2452020"/>
                <a:gd name="GluePoint5X" fmla="*/ 1031843 w 3356800"/>
                <a:gd name="GluePoint5Y" fmla="*/ 1685068 h 2452020"/>
                <a:gd name="GluePoint6X" fmla="*/ 1287304 w 3356800"/>
                <a:gd name="GluePoint6Y" fmla="*/ 1655826 h 2452020"/>
                <a:gd name="GluePoint7X" fmla="*/ 1471994 w 3356800"/>
                <a:gd name="GluePoint7Y" fmla="*/ 1634300 h 2452020"/>
                <a:gd name="GluePoint8X" fmla="*/ 1898237 w 3356800"/>
                <a:gd name="GluePoint8Y" fmla="*/ 1512665 h 2452020"/>
                <a:gd name="GluePoint9X" fmla="*/ 2229136 w 3356800"/>
                <a:gd name="GluePoint9Y" fmla="*/ 1355598 h 2452020"/>
                <a:gd name="GluePoint10X" fmla="*/ 2512314 w 3356800"/>
                <a:gd name="GluePoint10Y" fmla="*/ 1238631 h 2452020"/>
                <a:gd name="GluePoint11X" fmla="*/ 2758535 w 3356800"/>
                <a:gd name="GluePoint11Y" fmla="*/ 1096994 h 2452020"/>
                <a:gd name="GluePoint12X" fmla="*/ 2935510 w 3356800"/>
                <a:gd name="GluePoint12Y" fmla="*/ 919925 h 2452020"/>
                <a:gd name="GluePoint13X" fmla="*/ 3081719 w 3356800"/>
                <a:gd name="GluePoint13Y" fmla="*/ 687419 h 2452020"/>
                <a:gd name="GluePoint14X" fmla="*/ 3356800 w 3356800"/>
                <a:gd name="GluePoint14Y" fmla="*/ 0 h 24520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C</a:t>
            </a: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l</a:t>
            </a: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i</a:t>
            </a: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c</a:t>
            </a: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k</a:t>
            </a: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 </a:t>
            </a: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t</a:t>
            </a: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o</a:t>
            </a: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 </a:t>
            </a: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e</a:t>
            </a: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d</a:t>
            </a: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i</a:t>
            </a: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t</a:t>
            </a: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 </a:t>
            </a: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M</a:t>
            </a: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a</a:t>
            </a: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s</a:t>
            </a: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t</a:t>
            </a: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e</a:t>
            </a: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r</a:t>
            </a: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 </a:t>
            </a: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t</a:t>
            </a: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i</a:t>
            </a: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t</a:t>
            </a: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l</a:t>
            </a: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e</a:t>
            </a: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 </a:t>
            </a: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s</a:t>
            </a: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t</a:t>
            </a: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y</a:t>
            </a: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l</a:t>
            </a: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e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3"/>
          </p:nvPr>
        </p:nvSpPr>
        <p:spPr>
          <a:xfrm>
            <a:off x="9906120" y="6356520"/>
            <a:ext cx="1447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6FAD25-4614-452D-9A4C-7232911FCA7C}" type="slidenum">
              <a: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1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Для правки </a:t>
            </a:r>
            <a:r>
              <a:rPr lang="ru-RU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структуры щёлкните </a:t>
            </a:r>
            <a:r>
              <a:rPr lang="ru-RU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мышью</a:t>
            </a:r>
            <a:endParaRPr lang="ru-RU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1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Второй уровень </a:t>
            </a:r>
            <a:r>
              <a:rPr lang="ru-RU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структуры</a:t>
            </a:r>
            <a:endParaRPr lang="ru-RU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1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Третий уровень </a:t>
            </a:r>
            <a:r>
              <a:rPr lang="ru-RU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структуры</a:t>
            </a:r>
            <a:endParaRPr lang="ru-RU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1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Четвёртый уровень </a:t>
            </a:r>
            <a:r>
              <a:rPr lang="ru-RU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структуры</a:t>
            </a:r>
            <a:endParaRPr lang="ru-RU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Пятый </a:t>
            </a:r>
            <a:r>
              <a:rPr lang="ru-RU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уровень </a:t>
            </a:r>
            <a:r>
              <a:rPr lang="ru-RU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структуры</a:t>
            </a:r>
            <a:endParaRPr lang="ru-RU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Шестой </a:t>
            </a:r>
            <a:r>
              <a:rPr lang="ru-RU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уровень </a:t>
            </a:r>
            <a:r>
              <a:rPr lang="ru-RU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структуры</a:t>
            </a:r>
            <a:endParaRPr lang="ru-RU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Седьм</a:t>
            </a:r>
            <a:r>
              <a:rPr lang="ru-RU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ой </a:t>
            </a:r>
            <a:r>
              <a:rPr lang="ru-RU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уровен</a:t>
            </a:r>
            <a:r>
              <a:rPr lang="ru-RU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ь </a:t>
            </a:r>
            <a:r>
              <a:rPr lang="ru-RU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структ</a:t>
            </a:r>
            <a:r>
              <a:rPr lang="ru-RU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уры</a:t>
            </a:r>
            <a:endParaRPr lang="ru-RU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2"/>
          </a:solidFill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venirNext LT Pro Medium"/>
            </a:endParaRPr>
          </a:p>
        </p:txBody>
      </p:sp>
      <p:sp>
        <p:nvSpPr>
          <p:cNvPr id="28" name="Freeform: Shape 7"/>
          <p:cNvSpPr/>
          <p:nvPr/>
        </p:nvSpPr>
        <p:spPr>
          <a:xfrm rot="10800000">
            <a:off x="693000" y="-2880"/>
            <a:ext cx="1325880" cy="597240"/>
          </a:xfrm>
          <a:custGeom>
            <a:avLst/>
            <a:gdLst>
              <a:gd name="textAreaLeft" fmla="*/ 0 w 1325880"/>
              <a:gd name="textAreaRight" fmla="*/ 1326240 w 1325880"/>
              <a:gd name="textAreaTop" fmla="*/ 0 h 597240"/>
              <a:gd name="textAreaBottom" fmla="*/ 597600 h 597240"/>
              <a:gd name="GluePoint1X" fmla="*/ 741051 w 1482102"/>
              <a:gd name="GluePoint1Y" fmla="*/ 0 h 679363"/>
              <a:gd name="GluePoint2X" fmla="*/ 1473822 w 1482102"/>
              <a:gd name="GluePoint2Y" fmla="*/ 597226 h 679363"/>
              <a:gd name="GluePoint3X" fmla="*/ 1482102 w 1482102"/>
              <a:gd name="GluePoint3Y" fmla="*/ 679363 h 679363"/>
              <a:gd name="GluePoint4X" fmla="*/ 0 w 1482102"/>
              <a:gd name="GluePoint4Y" fmla="*/ 679363 h 679363"/>
              <a:gd name="GluePoint5X" fmla="*/ 8280 w 1482102"/>
              <a:gd name="GluePoint5Y" fmla="*/ 597226 h 679363"/>
              <a:gd name="GluePoint6X" fmla="*/ 741051 w 1482102"/>
              <a:gd name="GluePoint6Y" fmla="*/ 0 h 6793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9" name="Freeform: Shape 8"/>
          <p:cNvSpPr/>
          <p:nvPr/>
        </p:nvSpPr>
        <p:spPr>
          <a:xfrm>
            <a:off x="10439280" y="6172200"/>
            <a:ext cx="1481760" cy="678960"/>
          </a:xfrm>
          <a:custGeom>
            <a:avLst/>
            <a:gdLst>
              <a:gd name="textAreaLeft" fmla="*/ 0 w 1481760"/>
              <a:gd name="textAreaRight" fmla="*/ 1482120 w 1481760"/>
              <a:gd name="textAreaTop" fmla="*/ 0 h 678960"/>
              <a:gd name="textAreaBottom" fmla="*/ 679320 h 678960"/>
              <a:gd name="GluePoint1X" fmla="*/ 741051 w 1482102"/>
              <a:gd name="GluePoint1Y" fmla="*/ 0 h 679363"/>
              <a:gd name="GluePoint2X" fmla="*/ 1473822 w 1482102"/>
              <a:gd name="GluePoint2Y" fmla="*/ 597226 h 679363"/>
              <a:gd name="GluePoint3X" fmla="*/ 1482102 w 1482102"/>
              <a:gd name="GluePoint3Y" fmla="*/ 679363 h 679363"/>
              <a:gd name="GluePoint4X" fmla="*/ 0 w 1482102"/>
              <a:gd name="GluePoint4Y" fmla="*/ 679363 h 679363"/>
              <a:gd name="GluePoint5X" fmla="*/ 8280 w 1482102"/>
              <a:gd name="GluePoint5Y" fmla="*/ 597226 h 679363"/>
              <a:gd name="GluePoint6X" fmla="*/ 741051 w 1482102"/>
              <a:gd name="GluePoint6Y" fmla="*/ 0 h 6793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0" name="Freeform: Shape 9"/>
          <p:cNvSpPr/>
          <p:nvPr/>
        </p:nvSpPr>
        <p:spPr>
          <a:xfrm>
            <a:off x="7977240" y="5197320"/>
            <a:ext cx="4211280" cy="1660320"/>
          </a:xfrm>
          <a:custGeom>
            <a:avLst/>
            <a:gdLst>
              <a:gd name="textAreaLeft" fmla="*/ 0 w 4211280"/>
              <a:gd name="textAreaRight" fmla="*/ 4211640 w 4211280"/>
              <a:gd name="textAreaTop" fmla="*/ 0 h 1660320"/>
              <a:gd name="textAreaBottom" fmla="*/ 1660680 h 1660320"/>
              <a:gd name="GluePoint1X" fmla="*/ 4211600 w 4211600"/>
              <a:gd name="GluePoint1Y" fmla="*/ 0 h 1660822"/>
              <a:gd name="GluePoint2X" fmla="*/ 4211600 w 4211600"/>
              <a:gd name="GluePoint2Y" fmla="*/ 58430 h 1660822"/>
              <a:gd name="GluePoint3X" fmla="*/ 4136524 w 4211600"/>
              <a:gd name="GluePoint3Y" fmla="*/ 208808 h 1660822"/>
              <a:gd name="GluePoint4X" fmla="*/ 3973354 w 4211600"/>
              <a:gd name="GluePoint4Y" fmla="*/ 437313 h 1660822"/>
              <a:gd name="GluePoint5X" fmla="*/ 3884746 w 4211600"/>
              <a:gd name="GluePoint5Y" fmla="*/ 553613 h 1660822"/>
              <a:gd name="GluePoint6X" fmla="*/ 3849435 w 4211600"/>
              <a:gd name="GluePoint6Y" fmla="*/ 603143 h 1660822"/>
              <a:gd name="GluePoint7X" fmla="*/ 3661849 w 4211600"/>
              <a:gd name="GluePoint7Y" fmla="*/ 819075 h 1660822"/>
              <a:gd name="GluePoint8X" fmla="*/ 3402589 w 4211600"/>
              <a:gd name="GluePoint8Y" fmla="*/ 952996 h 1660822"/>
              <a:gd name="GluePoint9X" fmla="*/ 3130202 w 4211600"/>
              <a:gd name="GluePoint9Y" fmla="*/ 1023386 h 1660822"/>
              <a:gd name="GluePoint10X" fmla="*/ 2914657 w 4211600"/>
              <a:gd name="GluePoint10Y" fmla="*/ 1068058 h 1660822"/>
              <a:gd name="GluePoint11X" fmla="*/ 2582149 w 4211600"/>
              <a:gd name="GluePoint11Y" fmla="*/ 1138924 h 1660822"/>
              <a:gd name="GluePoint12X" fmla="*/ 2483958 w 4211600"/>
              <a:gd name="GluePoint12Y" fmla="*/ 1162356 h 1660822"/>
              <a:gd name="GluePoint13X" fmla="*/ 2123750 w 4211600"/>
              <a:gd name="GluePoint13Y" fmla="*/ 1238651 h 1660822"/>
              <a:gd name="GluePoint14X" fmla="*/ 1761444 w 4211600"/>
              <a:gd name="GluePoint14Y" fmla="*/ 1273417 h 1660822"/>
              <a:gd name="GluePoint15X" fmla="*/ 1608382 w 4211600"/>
              <a:gd name="GluePoint15Y" fmla="*/ 1284466 h 1660822"/>
              <a:gd name="GluePoint16X" fmla="*/ 999942 w 4211600"/>
              <a:gd name="GluePoint16Y" fmla="*/ 1354284 h 1660822"/>
              <a:gd name="GluePoint17X" fmla="*/ 484705 w 4211600"/>
              <a:gd name="GluePoint17Y" fmla="*/ 1450487 h 1660822"/>
              <a:gd name="GluePoint18X" fmla="*/ 113310 w 4211600"/>
              <a:gd name="GluePoint18Y" fmla="*/ 1613700 h 1660822"/>
              <a:gd name="GluePoint19X" fmla="*/ 39668 w 4211600"/>
              <a:gd name="GluePoint19Y" fmla="*/ 1660822 h 1660822"/>
              <a:gd name="GluePoint20X" fmla="*/ 0 w 4211600"/>
              <a:gd name="GluePoint20Y" fmla="*/ 1660822 h 1660822"/>
              <a:gd name="GluePoint21X" fmla="*/ 96701 w 4211600"/>
              <a:gd name="GluePoint21Y" fmla="*/ 1598934 h 1660822"/>
              <a:gd name="GluePoint22X" fmla="*/ 474335 w 4211600"/>
              <a:gd name="GluePoint22Y" fmla="*/ 1433056 h 1660822"/>
              <a:gd name="GluePoint23X" fmla="*/ 994299 w 4211600"/>
              <a:gd name="GluePoint23Y" fmla="*/ 1335806 h 1660822"/>
              <a:gd name="GluePoint24X" fmla="*/ 1605231 w 4211600"/>
              <a:gd name="GluePoint24Y" fmla="*/ 1265702 h 1660822"/>
              <a:gd name="GluePoint25X" fmla="*/ 1758819 w 4211600"/>
              <a:gd name="GluePoint25Y" fmla="*/ 1254558 h 1660822"/>
              <a:gd name="GluePoint26X" fmla="*/ 2118106 w 4211600"/>
              <a:gd name="GluePoint26Y" fmla="*/ 1220077 h 1660822"/>
              <a:gd name="GluePoint27X" fmla="*/ 2475557 w 4211600"/>
              <a:gd name="GluePoint27Y" fmla="*/ 1144353 h 1660822"/>
              <a:gd name="GluePoint28X" fmla="*/ 2573878 w 4211600"/>
              <a:gd name="GluePoint28Y" fmla="*/ 1120827 h 1660822"/>
              <a:gd name="GluePoint29X" fmla="*/ 2907437 w 4211600"/>
              <a:gd name="GluePoint29Y" fmla="*/ 1049675 h 1660822"/>
              <a:gd name="GluePoint30X" fmla="*/ 3122589 w 4211600"/>
              <a:gd name="GluePoint30Y" fmla="*/ 1005098 h 1660822"/>
              <a:gd name="GluePoint31X" fmla="*/ 3391169 w 4211600"/>
              <a:gd name="GluePoint31Y" fmla="*/ 935756 h 1660822"/>
              <a:gd name="GluePoint32X" fmla="*/ 3642290 w 4211600"/>
              <a:gd name="GluePoint32Y" fmla="*/ 806216 h 1660822"/>
              <a:gd name="GluePoint33X" fmla="*/ 3825937 w 4211600"/>
              <a:gd name="GluePoint33Y" fmla="*/ 594475 h 1660822"/>
              <a:gd name="GluePoint34X" fmla="*/ 3861381 w 4211600"/>
              <a:gd name="GluePoint34Y" fmla="*/ 544755 h 1660822"/>
              <a:gd name="GluePoint35X" fmla="*/ 3950381 w 4211600"/>
              <a:gd name="GluePoint35Y" fmla="*/ 427978 h 1660822"/>
              <a:gd name="GluePoint36X" fmla="*/ 4112370 w 4211600"/>
              <a:gd name="GluePoint36Y" fmla="*/ 201378 h 1660822"/>
              <a:gd name="GluePoint37X" fmla="*/ 4195989 w 4211600"/>
              <a:gd name="GluePoint37Y" fmla="*/ 33834 h 166082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</a:cxnLst>
            <a:rect l="textAreaLeft" t="textAreaTop" r="textAreaRight" b="textAreaBottom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grpSp>
        <p:nvGrpSpPr>
          <p:cNvPr id="31" name="Graphic 141"/>
          <p:cNvGrpSpPr/>
          <p:nvPr/>
        </p:nvGrpSpPr>
        <p:grpSpPr>
          <a:xfrm>
            <a:off x="10800" y="15120"/>
            <a:ext cx="2198520" cy="3330720"/>
            <a:chOff x="10800" y="15120"/>
            <a:chExt cx="2198520" cy="3330720"/>
          </a:xfrm>
        </p:grpSpPr>
        <p:sp>
          <p:nvSpPr>
            <p:cNvPr id="32" name="Freeform: Shape 11"/>
            <p:cNvSpPr/>
            <p:nvPr/>
          </p:nvSpPr>
          <p:spPr>
            <a:xfrm>
              <a:off x="19440" y="15120"/>
              <a:ext cx="2189880" cy="3330720"/>
            </a:xfrm>
            <a:custGeom>
              <a:avLst/>
              <a:gdLst>
                <a:gd name="textAreaLeft" fmla="*/ 0 w 2189880"/>
                <a:gd name="textAreaRight" fmla="*/ 2190240 w 2189880"/>
                <a:gd name="textAreaTop" fmla="*/ 0 h 3330720"/>
                <a:gd name="textAreaBottom" fmla="*/ 3331080 h 3330720"/>
                <a:gd name="GluePoint1X" fmla="*/ 0 w 3296088"/>
                <a:gd name="GluePoint1Y" fmla="*/ 5012722 h 5012722"/>
                <a:gd name="GluePoint2X" fmla="*/ 244031 w 3296088"/>
                <a:gd name="GluePoint2Y" fmla="*/ 4820222 h 5012722"/>
                <a:gd name="GluePoint3X" fmla="*/ 729234 w 3296088"/>
                <a:gd name="GluePoint3Y" fmla="*/ 4360641 h 5012722"/>
                <a:gd name="GluePoint4X" fmla="*/ 881444 w 3296088"/>
                <a:gd name="GluePoint4Y" fmla="*/ 4173950 h 5012722"/>
                <a:gd name="GluePoint5X" fmla="*/ 1151287 w 3296088"/>
                <a:gd name="GluePoint5Y" fmla="*/ 3972877 h 5012722"/>
                <a:gd name="GluePoint6X" fmla="*/ 1498664 w 3296088"/>
                <a:gd name="GluePoint6Y" fmla="*/ 3786188 h 5012722"/>
                <a:gd name="GluePoint7X" fmla="*/ 1716881 w 3296088"/>
                <a:gd name="GluePoint7Y" fmla="*/ 3674174 h 5012722"/>
                <a:gd name="GluePoint8X" fmla="*/ 1913573 w 3296088"/>
                <a:gd name="GluePoint8Y" fmla="*/ 3477387 h 5012722"/>
                <a:gd name="GluePoint9X" fmla="*/ 2167700 w 3296088"/>
                <a:gd name="GluePoint9Y" fmla="*/ 3042190 h 5012722"/>
                <a:gd name="GluePoint10X" fmla="*/ 2273903 w 3296088"/>
                <a:gd name="GluePoint10Y" fmla="*/ 2775014 h 5012722"/>
                <a:gd name="GluePoint11X" fmla="*/ 2463356 w 3296088"/>
                <a:gd name="GluePoint11Y" fmla="*/ 2335530 h 5012722"/>
                <a:gd name="GluePoint12X" fmla="*/ 2741866 w 3296088"/>
                <a:gd name="GluePoint12Y" fmla="*/ 1982248 h 5012722"/>
                <a:gd name="GluePoint13X" fmla="*/ 2985897 w 3296088"/>
                <a:gd name="GluePoint13Y" fmla="*/ 1634681 h 5012722"/>
                <a:gd name="GluePoint14X" fmla="*/ 3212687 w 3296088"/>
                <a:gd name="GluePoint14Y" fmla="*/ 1226820 h 5012722"/>
                <a:gd name="GluePoint15X" fmla="*/ 3281553 w 3296088"/>
                <a:gd name="GluePoint15Y" fmla="*/ 959644 h 5012722"/>
                <a:gd name="GluePoint16X" fmla="*/ 3295936 w 3296088"/>
                <a:gd name="GluePoint16Y" fmla="*/ 701135 h 5012722"/>
                <a:gd name="GluePoint17X" fmla="*/ 3267266 w 3296088"/>
                <a:gd name="GluePoint17Y" fmla="*/ 436817 h 5012722"/>
                <a:gd name="GluePoint18X" fmla="*/ 3105341 w 3296088"/>
                <a:gd name="GluePoint18Y" fmla="*/ 0 h 50127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Freeform: Shape 12"/>
            <p:cNvSpPr/>
            <p:nvPr/>
          </p:nvSpPr>
          <p:spPr>
            <a:xfrm>
              <a:off x="10800" y="15120"/>
              <a:ext cx="1978200" cy="3074760"/>
            </a:xfrm>
            <a:custGeom>
              <a:avLst/>
              <a:gdLst>
                <a:gd name="textAreaLeft" fmla="*/ 0 w 1978200"/>
                <a:gd name="textAreaRight" fmla="*/ 1978560 w 1978200"/>
                <a:gd name="textAreaTop" fmla="*/ 0 h 3074760"/>
                <a:gd name="textAreaBottom" fmla="*/ 3075120 h 3074760"/>
                <a:gd name="GluePoint1X" fmla="*/ 0 w 2977477"/>
                <a:gd name="GluePoint1Y" fmla="*/ 4627150 h 4627149"/>
                <a:gd name="GluePoint2X" fmla="*/ 275082 w 2977477"/>
                <a:gd name="GluePoint2Y" fmla="*/ 4341590 h 4627149"/>
                <a:gd name="GluePoint3X" fmla="*/ 502825 w 2977477"/>
                <a:gd name="GluePoint3Y" fmla="*/ 4054126 h 4627149"/>
                <a:gd name="GluePoint4X" fmla="*/ 666179 w 2977477"/>
                <a:gd name="GluePoint4Y" fmla="*/ 3890677 h 4627149"/>
                <a:gd name="GluePoint5X" fmla="*/ 864203 w 2977477"/>
                <a:gd name="GluePoint5Y" fmla="*/ 3675983 h 4627149"/>
                <a:gd name="GluePoint6X" fmla="*/ 982599 w 2977477"/>
                <a:gd name="GluePoint6Y" fmla="*/ 3557492 h 4627149"/>
                <a:gd name="GluePoint7X" fmla="*/ 1188244 w 2977477"/>
                <a:gd name="GluePoint7Y" fmla="*/ 3329654 h 4627149"/>
                <a:gd name="GluePoint8X" fmla="*/ 1344740 w 2977477"/>
                <a:gd name="GluePoint8Y" fmla="*/ 3146774 h 4627149"/>
                <a:gd name="GluePoint9X" fmla="*/ 1470755 w 2977477"/>
                <a:gd name="GluePoint9Y" fmla="*/ 2984659 h 4627149"/>
                <a:gd name="GluePoint10X" fmla="*/ 1657636 w 2977477"/>
                <a:gd name="GluePoint10Y" fmla="*/ 2670239 h 4627149"/>
                <a:gd name="GluePoint11X" fmla="*/ 1762887 w 2977477"/>
                <a:gd name="GluePoint11Y" fmla="*/ 2473547 h 4627149"/>
                <a:gd name="GluePoint12X" fmla="*/ 1866710 w 2977477"/>
                <a:gd name="GluePoint12Y" fmla="*/ 2290667 h 4627149"/>
                <a:gd name="GluePoint13X" fmla="*/ 2106263 w 2977477"/>
                <a:gd name="GluePoint13Y" fmla="*/ 2030254 h 4627149"/>
                <a:gd name="GluePoint14X" fmla="*/ 2277237 w 2977477"/>
                <a:gd name="GluePoint14Y" fmla="*/ 1859185 h 4627149"/>
                <a:gd name="GluePoint15X" fmla="*/ 2499455 w 2977477"/>
                <a:gd name="GluePoint15Y" fmla="*/ 1656207 h 4627149"/>
                <a:gd name="GluePoint16X" fmla="*/ 2707100 w 2977477"/>
                <a:gd name="GluePoint16Y" fmla="*/ 1390269 h 4627149"/>
                <a:gd name="GluePoint17X" fmla="*/ 2812352 w 2977477"/>
                <a:gd name="GluePoint17Y" fmla="*/ 1230916 h 4627149"/>
                <a:gd name="GluePoint18X" fmla="*/ 2898172 w 2977477"/>
                <a:gd name="GluePoint18Y" fmla="*/ 1036987 h 4627149"/>
                <a:gd name="GluePoint19X" fmla="*/ 2963228 w 2977477"/>
                <a:gd name="GluePoint19Y" fmla="*/ 850011 h 4627149"/>
                <a:gd name="GluePoint20X" fmla="*/ 2977325 w 2977477"/>
                <a:gd name="GluePoint20Y" fmla="*/ 745427 h 4627149"/>
                <a:gd name="GluePoint21X" fmla="*/ 2929509 w 2977477"/>
                <a:gd name="GluePoint21Y" fmla="*/ 480155 h 4627149"/>
                <a:gd name="GluePoint22X" fmla="*/ 2563082 w 2977477"/>
                <a:gd name="GluePoint22Y" fmla="*/ 0 h 462714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textAreaLeft" t="textAreaTop" r="textAreaRight" b="textAreaBottom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Freeform: Shape 13"/>
            <p:cNvSpPr/>
            <p:nvPr/>
          </p:nvSpPr>
          <p:spPr>
            <a:xfrm>
              <a:off x="25200" y="15120"/>
              <a:ext cx="1565640" cy="2737080"/>
            </a:xfrm>
            <a:custGeom>
              <a:avLst/>
              <a:gdLst>
                <a:gd name="textAreaLeft" fmla="*/ 0 w 1565640"/>
                <a:gd name="textAreaRight" fmla="*/ 1566000 w 1565640"/>
                <a:gd name="textAreaTop" fmla="*/ 0 h 2737080"/>
                <a:gd name="textAreaBottom" fmla="*/ 2737440 h 2737080"/>
                <a:gd name="GluePoint1X" fmla="*/ 1707071 w 2356712"/>
                <a:gd name="GluePoint1Y" fmla="*/ 0 h 4118991"/>
                <a:gd name="GluePoint2X" fmla="*/ 1824514 w 2356712"/>
                <a:gd name="GluePoint2Y" fmla="*/ 244697 h 4118991"/>
                <a:gd name="GluePoint3X" fmla="*/ 1908715 w 2356712"/>
                <a:gd name="GluePoint3Y" fmla="*/ 328994 h 4118991"/>
                <a:gd name="GluePoint4X" fmla="*/ 2226469 w 2356712"/>
                <a:gd name="GluePoint4Y" fmla="*/ 603695 h 4118991"/>
                <a:gd name="GluePoint5X" fmla="*/ 2355628 w 2356712"/>
                <a:gd name="GluePoint5Y" fmla="*/ 900494 h 4118991"/>
                <a:gd name="GluePoint6X" fmla="*/ 2281428 w 2356712"/>
                <a:gd name="GluePoint6Y" fmla="*/ 1206913 h 4118991"/>
                <a:gd name="GluePoint7X" fmla="*/ 2092452 w 2356712"/>
                <a:gd name="GluePoint7Y" fmla="*/ 1460659 h 4118991"/>
                <a:gd name="GluePoint8X" fmla="*/ 1834039 w 2356712"/>
                <a:gd name="GluePoint8Y" fmla="*/ 1625822 h 4118991"/>
                <a:gd name="GluePoint9X" fmla="*/ 1558862 w 2356712"/>
                <a:gd name="GluePoint9Y" fmla="*/ 1743075 h 4118991"/>
                <a:gd name="GluePoint10X" fmla="*/ 1386554 w 2356712"/>
                <a:gd name="GluePoint10Y" fmla="*/ 1869948 h 4118991"/>
                <a:gd name="GluePoint11X" fmla="*/ 1271683 w 2356712"/>
                <a:gd name="GluePoint11Y" fmla="*/ 2073402 h 4118991"/>
                <a:gd name="GluePoint12X" fmla="*/ 1178338 w 2356712"/>
                <a:gd name="GluePoint12Y" fmla="*/ 2355914 h 4118991"/>
                <a:gd name="GluePoint13X" fmla="*/ 1113758 w 2356712"/>
                <a:gd name="GluePoint13Y" fmla="*/ 2578513 h 4118991"/>
                <a:gd name="GluePoint14X" fmla="*/ 1034796 w 2356712"/>
                <a:gd name="GluePoint14Y" fmla="*/ 2834640 h 4118991"/>
                <a:gd name="GluePoint15X" fmla="*/ 905637 w 2356712"/>
                <a:gd name="GluePoint15Y" fmla="*/ 3081242 h 4118991"/>
                <a:gd name="GluePoint16X" fmla="*/ 793147 w 2356712"/>
                <a:gd name="GluePoint16Y" fmla="*/ 3258407 h 4118991"/>
                <a:gd name="GluePoint17X" fmla="*/ 546735 w 2356712"/>
                <a:gd name="GluePoint17Y" fmla="*/ 3571970 h 4118991"/>
                <a:gd name="GluePoint18X" fmla="*/ 346996 w 2356712"/>
                <a:gd name="GluePoint18Y" fmla="*/ 3771900 h 4118991"/>
                <a:gd name="GluePoint19X" fmla="*/ 174689 w 2356712"/>
                <a:gd name="GluePoint19Y" fmla="*/ 3944207 h 4118991"/>
                <a:gd name="GluePoint20X" fmla="*/ 0 w 2356712"/>
                <a:gd name="GluePoint20Y" fmla="*/ 4118991 h 411899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Freeform: Shape 14"/>
            <p:cNvSpPr/>
            <p:nvPr/>
          </p:nvSpPr>
          <p:spPr>
            <a:xfrm>
              <a:off x="10800" y="15120"/>
              <a:ext cx="1368000" cy="2644560"/>
            </a:xfrm>
            <a:custGeom>
              <a:avLst/>
              <a:gdLst>
                <a:gd name="textAreaLeft" fmla="*/ 0 w 1368000"/>
                <a:gd name="textAreaRight" fmla="*/ 1368360 w 1368000"/>
                <a:gd name="textAreaTop" fmla="*/ 0 h 2644560"/>
                <a:gd name="textAreaBottom" fmla="*/ 2644920 h 2644560"/>
                <a:gd name="GluePoint1X" fmla="*/ 0 w 2059193"/>
                <a:gd name="GluePoint1Y" fmla="*/ 3980116 h 3980116"/>
                <a:gd name="GluePoint2X" fmla="*/ 471583 w 2059193"/>
                <a:gd name="GluePoint2Y" fmla="*/ 3515678 h 3980116"/>
                <a:gd name="GluePoint3X" fmla="*/ 758666 w 2059193"/>
                <a:gd name="GluePoint3Y" fmla="*/ 3163824 h 3980116"/>
                <a:gd name="GluePoint4X" fmla="*/ 940499 w 2059193"/>
                <a:gd name="GluePoint4Y" fmla="*/ 2780824 h 3980116"/>
                <a:gd name="GluePoint5X" fmla="*/ 1055370 w 2059193"/>
                <a:gd name="GluePoint5Y" fmla="*/ 2242185 h 3980116"/>
                <a:gd name="GluePoint6X" fmla="*/ 1136714 w 2059193"/>
                <a:gd name="GluePoint6Y" fmla="*/ 1878330 h 3980116"/>
                <a:gd name="GluePoint7X" fmla="*/ 1246727 w 2059193"/>
                <a:gd name="GluePoint7Y" fmla="*/ 1562386 h 3980116"/>
                <a:gd name="GluePoint8X" fmla="*/ 1378363 w 2059193"/>
                <a:gd name="GluePoint8Y" fmla="*/ 1430750 h 3980116"/>
                <a:gd name="GluePoint9X" fmla="*/ 1691831 w 2059193"/>
                <a:gd name="GluePoint9Y" fmla="*/ 1394841 h 3980116"/>
                <a:gd name="GluePoint10X" fmla="*/ 1914335 w 2059193"/>
                <a:gd name="GluePoint10Y" fmla="*/ 1323023 h 3980116"/>
                <a:gd name="GluePoint11X" fmla="*/ 2055495 w 2059193"/>
                <a:gd name="GluePoint11Y" fmla="*/ 1098042 h 3980116"/>
                <a:gd name="GluePoint12X" fmla="*/ 2033969 w 2059193"/>
                <a:gd name="GluePoint12Y" fmla="*/ 930497 h 3980116"/>
                <a:gd name="GluePoint13X" fmla="*/ 1885664 w 2059193"/>
                <a:gd name="GluePoint13Y" fmla="*/ 760571 h 3980116"/>
                <a:gd name="GluePoint14X" fmla="*/ 1636871 w 2059193"/>
                <a:gd name="GluePoint14Y" fmla="*/ 612172 h 3980116"/>
                <a:gd name="GluePoint15X" fmla="*/ 1335405 w 2059193"/>
                <a:gd name="GluePoint15Y" fmla="*/ 459010 h 3980116"/>
                <a:gd name="GluePoint16X" fmla="*/ 1234916 w 2059193"/>
                <a:gd name="GluePoint16Y" fmla="*/ 269939 h 3980116"/>
                <a:gd name="GluePoint17X" fmla="*/ 1386935 w 2059193"/>
                <a:gd name="GluePoint17Y" fmla="*/ 0 h 39801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Freeform: Shape 15"/>
            <p:cNvSpPr/>
            <p:nvPr/>
          </p:nvSpPr>
          <p:spPr>
            <a:xfrm>
              <a:off x="18720" y="543960"/>
              <a:ext cx="493920" cy="19051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0 h 1905120"/>
                <a:gd name="textAreaBottom" fmla="*/ 1905480 h 1905120"/>
                <a:gd name="GluePoint1X" fmla="*/ 11144 w 743796"/>
                <a:gd name="GluePoint1Y" fmla="*/ 0 h 2867501"/>
                <a:gd name="GluePoint2X" fmla="*/ 353663 w 743796"/>
                <a:gd name="GluePoint2Y" fmla="*/ 55245 h 2867501"/>
                <a:gd name="GluePoint3X" fmla="*/ 571405 w 743796"/>
                <a:gd name="GluePoint3Y" fmla="*/ 179737 h 2867501"/>
                <a:gd name="GluePoint4X" fmla="*/ 688658 w 743796"/>
                <a:gd name="GluePoint4Y" fmla="*/ 368808 h 2867501"/>
                <a:gd name="GluePoint5X" fmla="*/ 731711 w 743796"/>
                <a:gd name="GluePoint5Y" fmla="*/ 612934 h 2867501"/>
                <a:gd name="GluePoint6X" fmla="*/ 725233 w 743796"/>
                <a:gd name="GluePoint6Y" fmla="*/ 995648 h 2867501"/>
                <a:gd name="GluePoint7X" fmla="*/ 742855 w 743796"/>
                <a:gd name="GluePoint7Y" fmla="*/ 1499330 h 2867501"/>
                <a:gd name="GluePoint8X" fmla="*/ 707898 w 743796"/>
                <a:gd name="GluePoint8Y" fmla="*/ 1793081 h 2867501"/>
                <a:gd name="GluePoint9X" fmla="*/ 633222 w 743796"/>
                <a:gd name="GluePoint9Y" fmla="*/ 2073592 h 2867501"/>
                <a:gd name="GluePoint10X" fmla="*/ 404527 w 743796"/>
                <a:gd name="GluePoint10Y" fmla="*/ 2472404 h 2867501"/>
                <a:gd name="GluePoint11X" fmla="*/ 0 w 743796"/>
                <a:gd name="GluePoint11Y" fmla="*/ 2867501 h 286750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Freeform: Shape 16"/>
            <p:cNvSpPr/>
            <p:nvPr/>
          </p:nvSpPr>
          <p:spPr>
            <a:xfrm>
              <a:off x="10800" y="672120"/>
              <a:ext cx="396720" cy="1689840"/>
            </a:xfrm>
            <a:custGeom>
              <a:avLst/>
              <a:gdLst>
                <a:gd name="textAreaLeft" fmla="*/ 0 w 396720"/>
                <a:gd name="textAreaRight" fmla="*/ 397080 w 396720"/>
                <a:gd name="textAreaTop" fmla="*/ 0 h 1689840"/>
                <a:gd name="textAreaBottom" fmla="*/ 1690200 h 1689840"/>
                <a:gd name="GluePoint1X" fmla="*/ 16478 w 597294"/>
                <a:gd name="GluePoint1Y" fmla="*/ 2079 h 2543540"/>
                <a:gd name="GluePoint2X" fmla="*/ 299847 w 597294"/>
                <a:gd name="GluePoint2Y" fmla="*/ 53991 h 2543540"/>
                <a:gd name="GluePoint3X" fmla="*/ 503206 w 597294"/>
                <a:gd name="GluePoint3Y" fmla="*/ 291354 h 2543540"/>
                <a:gd name="GluePoint4X" fmla="*/ 525113 w 597294"/>
                <a:gd name="GluePoint4Y" fmla="*/ 724265 h 2543540"/>
                <a:gd name="GluePoint5X" fmla="*/ 578930 w 597294"/>
                <a:gd name="GluePoint5Y" fmla="*/ 1117267 h 2543540"/>
                <a:gd name="GluePoint6X" fmla="*/ 592931 w 597294"/>
                <a:gd name="GluePoint6Y" fmla="*/ 1476359 h 2543540"/>
                <a:gd name="GluePoint7X" fmla="*/ 503206 w 597294"/>
                <a:gd name="GluePoint7Y" fmla="*/ 1859359 h 2543540"/>
                <a:gd name="GluePoint8X" fmla="*/ 291846 w 597294"/>
                <a:gd name="GluePoint8Y" fmla="*/ 2250361 h 2543540"/>
                <a:gd name="GluePoint9X" fmla="*/ 0 w 597294"/>
                <a:gd name="GluePoint9Y" fmla="*/ 2543540 h 25435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Freeform: Shape 17"/>
            <p:cNvSpPr/>
            <p:nvPr/>
          </p:nvSpPr>
          <p:spPr>
            <a:xfrm>
              <a:off x="23040" y="881280"/>
              <a:ext cx="258480" cy="1336320"/>
            </a:xfrm>
            <a:custGeom>
              <a:avLst/>
              <a:gdLst>
                <a:gd name="textAreaLeft" fmla="*/ 0 w 258480"/>
                <a:gd name="textAreaRight" fmla="*/ 258840 w 258480"/>
                <a:gd name="textAreaTop" fmla="*/ 0 h 1336320"/>
                <a:gd name="textAreaBottom" fmla="*/ 1336680 h 1336320"/>
                <a:gd name="GluePoint1X" fmla="*/ 0 w 389425"/>
                <a:gd name="GluePoint1Y" fmla="*/ 33 h 2011236"/>
                <a:gd name="GluePoint2X" fmla="*/ 171260 w 389425"/>
                <a:gd name="GluePoint2Y" fmla="*/ 60326 h 2011236"/>
                <a:gd name="GluePoint3X" fmla="*/ 211455 w 389425"/>
                <a:gd name="GluePoint3Y" fmla="*/ 221204 h 2011236"/>
                <a:gd name="GluePoint4X" fmla="*/ 243078 w 389425"/>
                <a:gd name="GluePoint4Y" fmla="*/ 448089 h 2011236"/>
                <a:gd name="GluePoint5X" fmla="*/ 346424 w 389425"/>
                <a:gd name="GluePoint5Y" fmla="*/ 789941 h 2011236"/>
                <a:gd name="GluePoint6X" fmla="*/ 372237 w 389425"/>
                <a:gd name="GluePoint6Y" fmla="*/ 942151 h 2011236"/>
                <a:gd name="GluePoint7X" fmla="*/ 386620 w 389425"/>
                <a:gd name="GluePoint7Y" fmla="*/ 1272478 h 2011236"/>
                <a:gd name="GluePoint8X" fmla="*/ 280416 w 389425"/>
                <a:gd name="GluePoint8Y" fmla="*/ 1660241 h 2011236"/>
                <a:gd name="GluePoint9X" fmla="*/ 151257 w 389425"/>
                <a:gd name="GluePoint9Y" fmla="*/ 1844073 h 2011236"/>
                <a:gd name="GluePoint10X" fmla="*/ 1905 w 389425"/>
                <a:gd name="GluePoint10Y" fmla="*/ 2011237 h 20112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9" name="Graphic 157"/>
          <p:cNvGrpSpPr/>
          <p:nvPr/>
        </p:nvGrpSpPr>
        <p:grpSpPr>
          <a:xfrm>
            <a:off x="8610480" y="3276720"/>
            <a:ext cx="3529080" cy="3580920"/>
            <a:chOff x="8610480" y="3276720"/>
            <a:chExt cx="3529080" cy="3580920"/>
          </a:xfrm>
        </p:grpSpPr>
        <p:sp>
          <p:nvSpPr>
            <p:cNvPr id="40" name="Freeform: Shape 19"/>
            <p:cNvSpPr/>
            <p:nvPr/>
          </p:nvSpPr>
          <p:spPr>
            <a:xfrm>
              <a:off x="8610480" y="3276720"/>
              <a:ext cx="3515760" cy="3565080"/>
            </a:xfrm>
            <a:custGeom>
              <a:avLst/>
              <a:gdLst>
                <a:gd name="textAreaLeft" fmla="*/ 0 w 3515760"/>
                <a:gd name="textAreaRight" fmla="*/ 3516120 w 3515760"/>
                <a:gd name="textAreaTop" fmla="*/ 0 h 3565080"/>
                <a:gd name="textAreaBottom" fmla="*/ 3565440 h 3565080"/>
                <a:gd name="GluePoint1X" fmla="*/ 0 w 3946874"/>
                <a:gd name="GluePoint1Y" fmla="*/ 3989641 h 3989641"/>
                <a:gd name="GluePoint2X" fmla="*/ 79439 w 3946874"/>
                <a:gd name="GluePoint2Y" fmla="*/ 3891153 h 3989641"/>
                <a:gd name="GluePoint3X" fmla="*/ 297371 w 3946874"/>
                <a:gd name="GluePoint3Y" fmla="*/ 3626930 h 3989641"/>
                <a:gd name="GluePoint4X" fmla="*/ 454343 w 3946874"/>
                <a:gd name="GluePoint4Y" fmla="*/ 3440335 h 3989641"/>
                <a:gd name="GluePoint5X" fmla="*/ 622363 w 3946874"/>
                <a:gd name="GluePoint5Y" fmla="*/ 3290697 h 3989641"/>
                <a:gd name="GluePoint6X" fmla="*/ 927068 w 3946874"/>
                <a:gd name="GluePoint6Y" fmla="*/ 3087434 h 3989641"/>
                <a:gd name="GluePoint7X" fmla="*/ 1176338 w 3946874"/>
                <a:gd name="GluePoint7Y" fmla="*/ 2915603 h 3989641"/>
                <a:gd name="GluePoint8X" fmla="*/ 1394270 w 3946874"/>
                <a:gd name="GluePoint8Y" fmla="*/ 2780729 h 3989641"/>
                <a:gd name="GluePoint9X" fmla="*/ 1601057 w 3946874"/>
                <a:gd name="GluePoint9Y" fmla="*/ 2723483 h 3989641"/>
                <a:gd name="GluePoint10X" fmla="*/ 1756220 w 3946874"/>
                <a:gd name="GluePoint10Y" fmla="*/ 2743772 h 3989641"/>
                <a:gd name="GluePoint11X" fmla="*/ 1889189 w 3946874"/>
                <a:gd name="GluePoint11Y" fmla="*/ 2765965 h 3989641"/>
                <a:gd name="GluePoint12X" fmla="*/ 2007394 w 3946874"/>
                <a:gd name="GluePoint12Y" fmla="*/ 2765965 h 3989641"/>
                <a:gd name="GluePoint13X" fmla="*/ 2184654 w 3946874"/>
                <a:gd name="GluePoint13Y" fmla="*/ 2671763 h 3989641"/>
                <a:gd name="GluePoint14X" fmla="*/ 2372773 w 3946874"/>
                <a:gd name="GluePoint14Y" fmla="*/ 2538984 h 3989641"/>
                <a:gd name="GluePoint15X" fmla="*/ 2439543 w 3946874"/>
                <a:gd name="GluePoint15Y" fmla="*/ 2510504 h 3989641"/>
                <a:gd name="GluePoint16X" fmla="*/ 2650617 w 3946874"/>
                <a:gd name="GluePoint16Y" fmla="*/ 2434781 h 3989641"/>
                <a:gd name="GluePoint17X" fmla="*/ 2785110 w 3946874"/>
                <a:gd name="GluePoint17Y" fmla="*/ 2383060 h 3989641"/>
                <a:gd name="GluePoint18X" fmla="*/ 2897315 w 3946874"/>
                <a:gd name="GluePoint18Y" fmla="*/ 2318861 h 3989641"/>
                <a:gd name="GluePoint19X" fmla="*/ 2997994 w 3946874"/>
                <a:gd name="GluePoint19Y" fmla="*/ 2226183 h 3989641"/>
                <a:gd name="GluePoint20X" fmla="*/ 3061240 w 3946874"/>
                <a:gd name="GluePoint20Y" fmla="*/ 2141506 h 3989641"/>
                <a:gd name="GluePoint21X" fmla="*/ 3152108 w 3946874"/>
                <a:gd name="GluePoint21Y" fmla="*/ 2005203 h 3989641"/>
                <a:gd name="GluePoint22X" fmla="*/ 3274124 w 3946874"/>
                <a:gd name="GluePoint22Y" fmla="*/ 1871567 h 3989641"/>
                <a:gd name="GluePoint23X" fmla="*/ 3388138 w 3946874"/>
                <a:gd name="GluePoint23Y" fmla="*/ 1770888 h 3989641"/>
                <a:gd name="GluePoint24X" fmla="*/ 3466529 w 3946874"/>
                <a:gd name="GluePoint24Y" fmla="*/ 1679162 h 3989641"/>
                <a:gd name="GluePoint25X" fmla="*/ 3538633 w 3946874"/>
                <a:gd name="GluePoint25Y" fmla="*/ 1551718 h 3989641"/>
                <a:gd name="GluePoint26X" fmla="*/ 3588544 w 3946874"/>
                <a:gd name="GluePoint26Y" fmla="*/ 1376172 h 3989641"/>
                <a:gd name="GluePoint27X" fmla="*/ 3597402 w 3946874"/>
                <a:gd name="GluePoint27Y" fmla="*/ 1293305 h 3989641"/>
                <a:gd name="GluePoint28X" fmla="*/ 3721227 w 3946874"/>
                <a:gd name="GluePoint28Y" fmla="*/ 880491 h 3989641"/>
                <a:gd name="GluePoint29X" fmla="*/ 3761137 w 3946874"/>
                <a:gd name="GluePoint29Y" fmla="*/ 463677 h 3989641"/>
                <a:gd name="GluePoint30X" fmla="*/ 3946874 w 3946874"/>
                <a:gd name="GluePoint30Y" fmla="*/ 0 h 398964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Freeform: Shape 20"/>
            <p:cNvSpPr/>
            <p:nvPr/>
          </p:nvSpPr>
          <p:spPr>
            <a:xfrm>
              <a:off x="8861040" y="4186080"/>
              <a:ext cx="3265200" cy="2667600"/>
            </a:xfrm>
            <a:custGeom>
              <a:avLst/>
              <a:gdLst>
                <a:gd name="textAreaLeft" fmla="*/ 0 w 3265200"/>
                <a:gd name="textAreaRight" fmla="*/ 3265560 w 3265200"/>
                <a:gd name="textAreaTop" fmla="*/ 0 h 2667600"/>
                <a:gd name="textAreaBottom" fmla="*/ 2667960 h 2667600"/>
                <a:gd name="GluePoint1X" fmla="*/ 0 w 3665410"/>
                <a:gd name="GluePoint1Y" fmla="*/ 2985611 h 2985611"/>
                <a:gd name="GluePoint2X" fmla="*/ 166211 w 3665410"/>
                <a:gd name="GluePoint2Y" fmla="*/ 2699766 h 2985611"/>
                <a:gd name="GluePoint3X" fmla="*/ 397002 w 3665410"/>
                <a:gd name="GluePoint3Y" fmla="*/ 2414969 h 2985611"/>
                <a:gd name="GluePoint4X" fmla="*/ 620173 w 3665410"/>
                <a:gd name="GluePoint4Y" fmla="*/ 2237899 h 2985611"/>
                <a:gd name="GluePoint5X" fmla="*/ 823341 w 3665410"/>
                <a:gd name="GluePoint5Y" fmla="*/ 2085499 h 2985611"/>
                <a:gd name="GluePoint6X" fmla="*/ 1089565 w 3665410"/>
                <a:gd name="GluePoint6Y" fmla="*/ 1911477 h 2985611"/>
                <a:gd name="GluePoint7X" fmla="*/ 1145000 w 3665410"/>
                <a:gd name="GluePoint7Y" fmla="*/ 1886807 h 2985611"/>
                <a:gd name="GluePoint8X" fmla="*/ 1375791 w 3665410"/>
                <a:gd name="GluePoint8Y" fmla="*/ 1842135 h 2985611"/>
                <a:gd name="GluePoint9X" fmla="*/ 1486567 w 3665410"/>
                <a:gd name="GluePoint9Y" fmla="*/ 1857566 h 2985611"/>
                <a:gd name="GluePoint10X" fmla="*/ 1568101 w 3665410"/>
                <a:gd name="GluePoint10Y" fmla="*/ 1871377 h 2985611"/>
                <a:gd name="GluePoint11X" fmla="*/ 1810607 w 3665410"/>
                <a:gd name="GluePoint11Y" fmla="*/ 1871377 h 2985611"/>
                <a:gd name="GluePoint12X" fmla="*/ 1997964 w 3665410"/>
                <a:gd name="GluePoint12Y" fmla="*/ 1790605 h 2985611"/>
                <a:gd name="GluePoint13X" fmla="*/ 2109883 w 3665410"/>
                <a:gd name="GluePoint13Y" fmla="*/ 1702784 h 2985611"/>
                <a:gd name="GluePoint14X" fmla="*/ 2321433 w 3665410"/>
                <a:gd name="GluePoint14Y" fmla="*/ 1552384 h 2985611"/>
                <a:gd name="GluePoint15X" fmla="*/ 2558891 w 3665410"/>
                <a:gd name="GluePoint15Y" fmla="*/ 1453420 h 2985611"/>
                <a:gd name="GluePoint16X" fmla="*/ 2709767 w 3665410"/>
                <a:gd name="GluePoint16Y" fmla="*/ 1377887 h 2985611"/>
                <a:gd name="GluePoint17X" fmla="*/ 2885408 w 3665410"/>
                <a:gd name="GluePoint17Y" fmla="*/ 1237393 h 2985611"/>
                <a:gd name="GluePoint18X" fmla="*/ 3017711 w 3665410"/>
                <a:gd name="GluePoint18Y" fmla="*/ 1072229 h 2985611"/>
                <a:gd name="GluePoint19X" fmla="*/ 3150680 w 3665410"/>
                <a:gd name="GluePoint19Y" fmla="*/ 921830 h 2985611"/>
                <a:gd name="GluePoint20X" fmla="*/ 3255169 w 3665410"/>
                <a:gd name="GluePoint20Y" fmla="*/ 801815 h 2985611"/>
                <a:gd name="GluePoint21X" fmla="*/ 3339275 w 3665410"/>
                <a:gd name="GluePoint21Y" fmla="*/ 694182 h 2985611"/>
                <a:gd name="GluePoint22X" fmla="*/ 3409188 w 3665410"/>
                <a:gd name="GluePoint22Y" fmla="*/ 546926 h 2985611"/>
                <a:gd name="GluePoint23X" fmla="*/ 3464243 w 3665410"/>
                <a:gd name="GluePoint23Y" fmla="*/ 347663 h 2985611"/>
                <a:gd name="GluePoint24X" fmla="*/ 3665411 w 3665410"/>
                <a:gd name="GluePoint24Y" fmla="*/ 0 h 29856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</a:cxnLst>
              <a:rect l="textAreaLeft" t="textAreaTop" r="textAreaRight" b="textAreaBottom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Freeform: Shape 21"/>
            <p:cNvSpPr/>
            <p:nvPr/>
          </p:nvSpPr>
          <p:spPr>
            <a:xfrm>
              <a:off x="11885040" y="6677640"/>
              <a:ext cx="254520" cy="177480"/>
            </a:xfrm>
            <a:custGeom>
              <a:avLst/>
              <a:gdLst>
                <a:gd name="textAreaLeft" fmla="*/ 0 w 254520"/>
                <a:gd name="textAreaRight" fmla="*/ 254880 w 254520"/>
                <a:gd name="textAreaTop" fmla="*/ 0 h 177480"/>
                <a:gd name="textAreaBottom" fmla="*/ 177840 h 177480"/>
                <a:gd name="GluePoint1X" fmla="*/ 0 w 285940"/>
                <a:gd name="GluePoint1Y" fmla="*/ 199073 h 199072"/>
                <a:gd name="GluePoint2X" fmla="*/ 285940 w 285940"/>
                <a:gd name="GluePoint2Y" fmla="*/ 0 h 19907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Freeform: Shape 22"/>
            <p:cNvSpPr/>
            <p:nvPr/>
          </p:nvSpPr>
          <p:spPr>
            <a:xfrm>
              <a:off x="11531160" y="6516720"/>
              <a:ext cx="583920" cy="340200"/>
            </a:xfrm>
            <a:custGeom>
              <a:avLst/>
              <a:gdLst>
                <a:gd name="textAreaLeft" fmla="*/ 0 w 583920"/>
                <a:gd name="textAreaRight" fmla="*/ 584280 w 583920"/>
                <a:gd name="textAreaTop" fmla="*/ 0 h 340200"/>
                <a:gd name="textAreaBottom" fmla="*/ 340560 h 340200"/>
                <a:gd name="GluePoint1X" fmla="*/ 0 w 655796"/>
                <a:gd name="GluePoint1Y" fmla="*/ 381190 h 381190"/>
                <a:gd name="GluePoint2X" fmla="*/ 655796 w 655796"/>
                <a:gd name="GluePoint2Y" fmla="*/ 0 h 3811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Freeform: Shape 23"/>
            <p:cNvSpPr/>
            <p:nvPr/>
          </p:nvSpPr>
          <p:spPr>
            <a:xfrm>
              <a:off x="9536400" y="5460480"/>
              <a:ext cx="2589840" cy="1380240"/>
            </a:xfrm>
            <a:custGeom>
              <a:avLst/>
              <a:gdLst>
                <a:gd name="textAreaLeft" fmla="*/ 0 w 2589840"/>
                <a:gd name="textAreaRight" fmla="*/ 2590200 w 2589840"/>
                <a:gd name="textAreaTop" fmla="*/ 0 h 1380240"/>
                <a:gd name="textAreaBottom" fmla="*/ 1380600 h 1380240"/>
                <a:gd name="GluePoint1X" fmla="*/ 0 w 2907315"/>
                <a:gd name="GluePoint1Y" fmla="*/ 1544764 h 1544764"/>
                <a:gd name="GluePoint2X" fmla="*/ 201644 w 2907315"/>
                <a:gd name="GluePoint2Y" fmla="*/ 1352550 h 1544764"/>
                <a:gd name="GluePoint3X" fmla="*/ 423196 w 2907315"/>
                <a:gd name="GluePoint3Y" fmla="*/ 1196054 h 1544764"/>
                <a:gd name="GluePoint4X" fmla="*/ 782193 w 2907315"/>
                <a:gd name="GluePoint4Y" fmla="*/ 1099947 h 1544764"/>
                <a:gd name="GluePoint5X" fmla="*/ 1052513 w 2907315"/>
                <a:gd name="GluePoint5Y" fmla="*/ 1042321 h 1544764"/>
                <a:gd name="GluePoint6X" fmla="*/ 1311783 w 2907315"/>
                <a:gd name="GluePoint6Y" fmla="*/ 1056037 h 1544764"/>
                <a:gd name="GluePoint7X" fmla="*/ 1484662 w 2907315"/>
                <a:gd name="GluePoint7Y" fmla="*/ 1083469 h 1544764"/>
                <a:gd name="GluePoint8X" fmla="*/ 1788224 w 2907315"/>
                <a:gd name="GluePoint8Y" fmla="*/ 1023080 h 1544764"/>
                <a:gd name="GluePoint9X" fmla="*/ 2269045 w 2907315"/>
                <a:gd name="GluePoint9Y" fmla="*/ 734758 h 1544764"/>
                <a:gd name="GluePoint10X" fmla="*/ 2534984 w 2907315"/>
                <a:gd name="GluePoint10Y" fmla="*/ 572738 h 1544764"/>
                <a:gd name="GluePoint11X" fmla="*/ 2907316 w 2907315"/>
                <a:gd name="GluePoint11Y" fmla="*/ 0 h 15447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Freeform: Shape 24"/>
            <p:cNvSpPr/>
            <p:nvPr/>
          </p:nvSpPr>
          <p:spPr>
            <a:xfrm>
              <a:off x="9317160" y="5113080"/>
              <a:ext cx="2822040" cy="1744560"/>
            </a:xfrm>
            <a:custGeom>
              <a:avLst/>
              <a:gdLst>
                <a:gd name="textAreaLeft" fmla="*/ 0 w 2822040"/>
                <a:gd name="textAreaRight" fmla="*/ 2822400 w 2822040"/>
                <a:gd name="textAreaTop" fmla="*/ 0 h 1744560"/>
                <a:gd name="textAreaBottom" fmla="*/ 1744920 h 1744560"/>
                <a:gd name="GluePoint1X" fmla="*/ 0 w 3168300"/>
                <a:gd name="GluePoint1Y" fmla="*/ 1952435 h 1952434"/>
                <a:gd name="GluePoint2X" fmla="*/ 202121 w 3168300"/>
                <a:gd name="GluePoint2Y" fmla="*/ 1687068 h 1952434"/>
                <a:gd name="GluePoint3X" fmla="*/ 545116 w 3168300"/>
                <a:gd name="GluePoint3Y" fmla="*/ 1450277 h 1952434"/>
                <a:gd name="GluePoint4X" fmla="*/ 906780 w 3168300"/>
                <a:gd name="GluePoint4Y" fmla="*/ 1354455 h 1952434"/>
                <a:gd name="GluePoint5X" fmla="*/ 1332262 w 3168300"/>
                <a:gd name="GluePoint5Y" fmla="*/ 1285304 h 1952434"/>
                <a:gd name="GluePoint6X" fmla="*/ 1691259 w 3168300"/>
                <a:gd name="GluePoint6Y" fmla="*/ 1240060 h 1952434"/>
                <a:gd name="GluePoint7X" fmla="*/ 2010346 w 3168300"/>
                <a:gd name="GluePoint7Y" fmla="*/ 1141667 h 1952434"/>
                <a:gd name="GluePoint8X" fmla="*/ 2393252 w 3168300"/>
                <a:gd name="GluePoint8Y" fmla="*/ 1027271 h 1952434"/>
                <a:gd name="GluePoint9X" fmla="*/ 2582037 w 3168300"/>
                <a:gd name="GluePoint9Y" fmla="*/ 958120 h 1952434"/>
                <a:gd name="GluePoint10X" fmla="*/ 2760155 w 3168300"/>
                <a:gd name="GluePoint10Y" fmla="*/ 827723 h 1952434"/>
                <a:gd name="GluePoint11X" fmla="*/ 2914364 w 3168300"/>
                <a:gd name="GluePoint11Y" fmla="*/ 567023 h 1952434"/>
                <a:gd name="GluePoint12X" fmla="*/ 3168301 w 3168300"/>
                <a:gd name="GluePoint12Y" fmla="*/ 0 h 19524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Freeform: Shape 25"/>
            <p:cNvSpPr/>
            <p:nvPr/>
          </p:nvSpPr>
          <p:spPr>
            <a:xfrm>
              <a:off x="9136080" y="4664160"/>
              <a:ext cx="2990160" cy="2190960"/>
            </a:xfrm>
            <a:custGeom>
              <a:avLst/>
              <a:gdLst>
                <a:gd name="textAreaLeft" fmla="*/ 0 w 2990160"/>
                <a:gd name="textAreaRight" fmla="*/ 2990520 w 2990160"/>
                <a:gd name="textAreaTop" fmla="*/ 0 h 2190960"/>
                <a:gd name="textAreaBottom" fmla="*/ 2191320 h 2190960"/>
                <a:gd name="GluePoint1X" fmla="*/ 0 w 3356800"/>
                <a:gd name="GluePoint1Y" fmla="*/ 2452021 h 2452020"/>
                <a:gd name="GluePoint2X" fmla="*/ 130874 w 3356800"/>
                <a:gd name="GluePoint2Y" fmla="*/ 2247710 h 2452020"/>
                <a:gd name="GluePoint3X" fmla="*/ 437197 w 3356800"/>
                <a:gd name="GluePoint3Y" fmla="*/ 1941195 h 2452020"/>
                <a:gd name="GluePoint4X" fmla="*/ 737140 w 3356800"/>
                <a:gd name="GluePoint4Y" fmla="*/ 1736884 h 2452020"/>
                <a:gd name="GluePoint5X" fmla="*/ 1031843 w 3356800"/>
                <a:gd name="GluePoint5Y" fmla="*/ 1685068 h 2452020"/>
                <a:gd name="GluePoint6X" fmla="*/ 1287304 w 3356800"/>
                <a:gd name="GluePoint6Y" fmla="*/ 1655826 h 2452020"/>
                <a:gd name="GluePoint7X" fmla="*/ 1471994 w 3356800"/>
                <a:gd name="GluePoint7Y" fmla="*/ 1634300 h 2452020"/>
                <a:gd name="GluePoint8X" fmla="*/ 1898237 w 3356800"/>
                <a:gd name="GluePoint8Y" fmla="*/ 1512665 h 2452020"/>
                <a:gd name="GluePoint9X" fmla="*/ 2229136 w 3356800"/>
                <a:gd name="GluePoint9Y" fmla="*/ 1355598 h 2452020"/>
                <a:gd name="GluePoint10X" fmla="*/ 2512314 w 3356800"/>
                <a:gd name="GluePoint10Y" fmla="*/ 1238631 h 2452020"/>
                <a:gd name="GluePoint11X" fmla="*/ 2758535 w 3356800"/>
                <a:gd name="GluePoint11Y" fmla="*/ 1096994 h 2452020"/>
                <a:gd name="GluePoint12X" fmla="*/ 2935510 w 3356800"/>
                <a:gd name="GluePoint12Y" fmla="*/ 919925 h 2452020"/>
                <a:gd name="GluePoint13X" fmla="*/ 3081719 w 3356800"/>
                <a:gd name="GluePoint13Y" fmla="*/ 687419 h 2452020"/>
                <a:gd name="GluePoint14X" fmla="*/ 3356800 w 3356800"/>
                <a:gd name="GluePoint14Y" fmla="*/ 0 h 24520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Click </a:t>
            </a: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to </a:t>
            </a: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edit </a:t>
            </a: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Mast</a:t>
            </a: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er </a:t>
            </a: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title </a:t>
            </a: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style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ru-RU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Second level</a:t>
            </a:r>
            <a:endParaRPr lang="ru-RU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Third level</a:t>
            </a:r>
            <a:endParaRPr lang="ru-RU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Fourth level</a:t>
            </a:r>
            <a:endParaRPr lang="ru-RU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Fifth level</a:t>
            </a:r>
            <a:endParaRPr lang="ru-RU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6"/>
          </p:nvPr>
        </p:nvSpPr>
        <p:spPr>
          <a:xfrm>
            <a:off x="9906120" y="6356520"/>
            <a:ext cx="1447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A87D55-31D6-4E69-B32A-E766BE035059}" type="slidenum">
              <a: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6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2"/>
          </a:solidFill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venirNext LT Pro Medium"/>
            </a:endParaRPr>
          </a:p>
        </p:txBody>
      </p:sp>
      <p:sp>
        <p:nvSpPr>
          <p:cNvPr id="53" name="Freeform: Shape 7"/>
          <p:cNvSpPr/>
          <p:nvPr/>
        </p:nvSpPr>
        <p:spPr>
          <a:xfrm rot="10800000">
            <a:off x="693000" y="-2880"/>
            <a:ext cx="1325880" cy="597240"/>
          </a:xfrm>
          <a:custGeom>
            <a:avLst/>
            <a:gdLst>
              <a:gd name="textAreaLeft" fmla="*/ 0 w 1325880"/>
              <a:gd name="textAreaRight" fmla="*/ 1326240 w 1325880"/>
              <a:gd name="textAreaTop" fmla="*/ 0 h 597240"/>
              <a:gd name="textAreaBottom" fmla="*/ 597600 h 597240"/>
              <a:gd name="GluePoint1X" fmla="*/ 741051 w 1482102"/>
              <a:gd name="GluePoint1Y" fmla="*/ 0 h 679363"/>
              <a:gd name="GluePoint2X" fmla="*/ 1473822 w 1482102"/>
              <a:gd name="GluePoint2Y" fmla="*/ 597226 h 679363"/>
              <a:gd name="GluePoint3X" fmla="*/ 1482102 w 1482102"/>
              <a:gd name="GluePoint3Y" fmla="*/ 679363 h 679363"/>
              <a:gd name="GluePoint4X" fmla="*/ 0 w 1482102"/>
              <a:gd name="GluePoint4Y" fmla="*/ 679363 h 679363"/>
              <a:gd name="GluePoint5X" fmla="*/ 8280 w 1482102"/>
              <a:gd name="GluePoint5Y" fmla="*/ 597226 h 679363"/>
              <a:gd name="GluePoint6X" fmla="*/ 741051 w 1482102"/>
              <a:gd name="GluePoint6Y" fmla="*/ 0 h 6793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4" name="Freeform: Shape 8"/>
          <p:cNvSpPr/>
          <p:nvPr/>
        </p:nvSpPr>
        <p:spPr>
          <a:xfrm>
            <a:off x="10439280" y="6172200"/>
            <a:ext cx="1481760" cy="678960"/>
          </a:xfrm>
          <a:custGeom>
            <a:avLst/>
            <a:gdLst>
              <a:gd name="textAreaLeft" fmla="*/ 0 w 1481760"/>
              <a:gd name="textAreaRight" fmla="*/ 1482120 w 1481760"/>
              <a:gd name="textAreaTop" fmla="*/ 0 h 678960"/>
              <a:gd name="textAreaBottom" fmla="*/ 679320 h 678960"/>
              <a:gd name="GluePoint1X" fmla="*/ 741051 w 1482102"/>
              <a:gd name="GluePoint1Y" fmla="*/ 0 h 679363"/>
              <a:gd name="GluePoint2X" fmla="*/ 1473822 w 1482102"/>
              <a:gd name="GluePoint2Y" fmla="*/ 597226 h 679363"/>
              <a:gd name="GluePoint3X" fmla="*/ 1482102 w 1482102"/>
              <a:gd name="GluePoint3Y" fmla="*/ 679363 h 679363"/>
              <a:gd name="GluePoint4X" fmla="*/ 0 w 1482102"/>
              <a:gd name="GluePoint4Y" fmla="*/ 679363 h 679363"/>
              <a:gd name="GluePoint5X" fmla="*/ 8280 w 1482102"/>
              <a:gd name="GluePoint5Y" fmla="*/ 597226 h 679363"/>
              <a:gd name="GluePoint6X" fmla="*/ 741051 w 1482102"/>
              <a:gd name="GluePoint6Y" fmla="*/ 0 h 6793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5" name="Freeform: Shape 9"/>
          <p:cNvSpPr/>
          <p:nvPr/>
        </p:nvSpPr>
        <p:spPr>
          <a:xfrm>
            <a:off x="7977240" y="5197320"/>
            <a:ext cx="4211280" cy="1660320"/>
          </a:xfrm>
          <a:custGeom>
            <a:avLst/>
            <a:gdLst>
              <a:gd name="textAreaLeft" fmla="*/ 0 w 4211280"/>
              <a:gd name="textAreaRight" fmla="*/ 4211640 w 4211280"/>
              <a:gd name="textAreaTop" fmla="*/ 0 h 1660320"/>
              <a:gd name="textAreaBottom" fmla="*/ 1660680 h 1660320"/>
              <a:gd name="GluePoint1X" fmla="*/ 4211600 w 4211600"/>
              <a:gd name="GluePoint1Y" fmla="*/ 0 h 1660822"/>
              <a:gd name="GluePoint2X" fmla="*/ 4211600 w 4211600"/>
              <a:gd name="GluePoint2Y" fmla="*/ 58430 h 1660822"/>
              <a:gd name="GluePoint3X" fmla="*/ 4136524 w 4211600"/>
              <a:gd name="GluePoint3Y" fmla="*/ 208808 h 1660822"/>
              <a:gd name="GluePoint4X" fmla="*/ 3973354 w 4211600"/>
              <a:gd name="GluePoint4Y" fmla="*/ 437313 h 1660822"/>
              <a:gd name="GluePoint5X" fmla="*/ 3884746 w 4211600"/>
              <a:gd name="GluePoint5Y" fmla="*/ 553613 h 1660822"/>
              <a:gd name="GluePoint6X" fmla="*/ 3849435 w 4211600"/>
              <a:gd name="GluePoint6Y" fmla="*/ 603143 h 1660822"/>
              <a:gd name="GluePoint7X" fmla="*/ 3661849 w 4211600"/>
              <a:gd name="GluePoint7Y" fmla="*/ 819075 h 1660822"/>
              <a:gd name="GluePoint8X" fmla="*/ 3402589 w 4211600"/>
              <a:gd name="GluePoint8Y" fmla="*/ 952996 h 1660822"/>
              <a:gd name="GluePoint9X" fmla="*/ 3130202 w 4211600"/>
              <a:gd name="GluePoint9Y" fmla="*/ 1023386 h 1660822"/>
              <a:gd name="GluePoint10X" fmla="*/ 2914657 w 4211600"/>
              <a:gd name="GluePoint10Y" fmla="*/ 1068058 h 1660822"/>
              <a:gd name="GluePoint11X" fmla="*/ 2582149 w 4211600"/>
              <a:gd name="GluePoint11Y" fmla="*/ 1138924 h 1660822"/>
              <a:gd name="GluePoint12X" fmla="*/ 2483958 w 4211600"/>
              <a:gd name="GluePoint12Y" fmla="*/ 1162356 h 1660822"/>
              <a:gd name="GluePoint13X" fmla="*/ 2123750 w 4211600"/>
              <a:gd name="GluePoint13Y" fmla="*/ 1238651 h 1660822"/>
              <a:gd name="GluePoint14X" fmla="*/ 1761444 w 4211600"/>
              <a:gd name="GluePoint14Y" fmla="*/ 1273417 h 1660822"/>
              <a:gd name="GluePoint15X" fmla="*/ 1608382 w 4211600"/>
              <a:gd name="GluePoint15Y" fmla="*/ 1284466 h 1660822"/>
              <a:gd name="GluePoint16X" fmla="*/ 999942 w 4211600"/>
              <a:gd name="GluePoint16Y" fmla="*/ 1354284 h 1660822"/>
              <a:gd name="GluePoint17X" fmla="*/ 484705 w 4211600"/>
              <a:gd name="GluePoint17Y" fmla="*/ 1450487 h 1660822"/>
              <a:gd name="GluePoint18X" fmla="*/ 113310 w 4211600"/>
              <a:gd name="GluePoint18Y" fmla="*/ 1613700 h 1660822"/>
              <a:gd name="GluePoint19X" fmla="*/ 39668 w 4211600"/>
              <a:gd name="GluePoint19Y" fmla="*/ 1660822 h 1660822"/>
              <a:gd name="GluePoint20X" fmla="*/ 0 w 4211600"/>
              <a:gd name="GluePoint20Y" fmla="*/ 1660822 h 1660822"/>
              <a:gd name="GluePoint21X" fmla="*/ 96701 w 4211600"/>
              <a:gd name="GluePoint21Y" fmla="*/ 1598934 h 1660822"/>
              <a:gd name="GluePoint22X" fmla="*/ 474335 w 4211600"/>
              <a:gd name="GluePoint22Y" fmla="*/ 1433056 h 1660822"/>
              <a:gd name="GluePoint23X" fmla="*/ 994299 w 4211600"/>
              <a:gd name="GluePoint23Y" fmla="*/ 1335806 h 1660822"/>
              <a:gd name="GluePoint24X" fmla="*/ 1605231 w 4211600"/>
              <a:gd name="GluePoint24Y" fmla="*/ 1265702 h 1660822"/>
              <a:gd name="GluePoint25X" fmla="*/ 1758819 w 4211600"/>
              <a:gd name="GluePoint25Y" fmla="*/ 1254558 h 1660822"/>
              <a:gd name="GluePoint26X" fmla="*/ 2118106 w 4211600"/>
              <a:gd name="GluePoint26Y" fmla="*/ 1220077 h 1660822"/>
              <a:gd name="GluePoint27X" fmla="*/ 2475557 w 4211600"/>
              <a:gd name="GluePoint27Y" fmla="*/ 1144353 h 1660822"/>
              <a:gd name="GluePoint28X" fmla="*/ 2573878 w 4211600"/>
              <a:gd name="GluePoint28Y" fmla="*/ 1120827 h 1660822"/>
              <a:gd name="GluePoint29X" fmla="*/ 2907437 w 4211600"/>
              <a:gd name="GluePoint29Y" fmla="*/ 1049675 h 1660822"/>
              <a:gd name="GluePoint30X" fmla="*/ 3122589 w 4211600"/>
              <a:gd name="GluePoint30Y" fmla="*/ 1005098 h 1660822"/>
              <a:gd name="GluePoint31X" fmla="*/ 3391169 w 4211600"/>
              <a:gd name="GluePoint31Y" fmla="*/ 935756 h 1660822"/>
              <a:gd name="GluePoint32X" fmla="*/ 3642290 w 4211600"/>
              <a:gd name="GluePoint32Y" fmla="*/ 806216 h 1660822"/>
              <a:gd name="GluePoint33X" fmla="*/ 3825937 w 4211600"/>
              <a:gd name="GluePoint33Y" fmla="*/ 594475 h 1660822"/>
              <a:gd name="GluePoint34X" fmla="*/ 3861381 w 4211600"/>
              <a:gd name="GluePoint34Y" fmla="*/ 544755 h 1660822"/>
              <a:gd name="GluePoint35X" fmla="*/ 3950381 w 4211600"/>
              <a:gd name="GluePoint35Y" fmla="*/ 427978 h 1660822"/>
              <a:gd name="GluePoint36X" fmla="*/ 4112370 w 4211600"/>
              <a:gd name="GluePoint36Y" fmla="*/ 201378 h 1660822"/>
              <a:gd name="GluePoint37X" fmla="*/ 4195989 w 4211600"/>
              <a:gd name="GluePoint37Y" fmla="*/ 33834 h 166082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</a:cxnLst>
            <a:rect l="textAreaLeft" t="textAreaTop" r="textAreaRight" b="textAreaBottom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grpSp>
        <p:nvGrpSpPr>
          <p:cNvPr id="56" name="Graphic 141"/>
          <p:cNvGrpSpPr/>
          <p:nvPr/>
        </p:nvGrpSpPr>
        <p:grpSpPr>
          <a:xfrm>
            <a:off x="10800" y="15120"/>
            <a:ext cx="2198520" cy="3330720"/>
            <a:chOff x="10800" y="15120"/>
            <a:chExt cx="2198520" cy="3330720"/>
          </a:xfrm>
        </p:grpSpPr>
        <p:sp>
          <p:nvSpPr>
            <p:cNvPr id="57" name="Freeform: Shape 11"/>
            <p:cNvSpPr/>
            <p:nvPr/>
          </p:nvSpPr>
          <p:spPr>
            <a:xfrm>
              <a:off x="19440" y="15120"/>
              <a:ext cx="2189880" cy="3330720"/>
            </a:xfrm>
            <a:custGeom>
              <a:avLst/>
              <a:gdLst>
                <a:gd name="textAreaLeft" fmla="*/ 0 w 2189880"/>
                <a:gd name="textAreaRight" fmla="*/ 2190240 w 2189880"/>
                <a:gd name="textAreaTop" fmla="*/ 0 h 3330720"/>
                <a:gd name="textAreaBottom" fmla="*/ 3331080 h 3330720"/>
                <a:gd name="GluePoint1X" fmla="*/ 0 w 3296088"/>
                <a:gd name="GluePoint1Y" fmla="*/ 5012722 h 5012722"/>
                <a:gd name="GluePoint2X" fmla="*/ 244031 w 3296088"/>
                <a:gd name="GluePoint2Y" fmla="*/ 4820222 h 5012722"/>
                <a:gd name="GluePoint3X" fmla="*/ 729234 w 3296088"/>
                <a:gd name="GluePoint3Y" fmla="*/ 4360641 h 5012722"/>
                <a:gd name="GluePoint4X" fmla="*/ 881444 w 3296088"/>
                <a:gd name="GluePoint4Y" fmla="*/ 4173950 h 5012722"/>
                <a:gd name="GluePoint5X" fmla="*/ 1151287 w 3296088"/>
                <a:gd name="GluePoint5Y" fmla="*/ 3972877 h 5012722"/>
                <a:gd name="GluePoint6X" fmla="*/ 1498664 w 3296088"/>
                <a:gd name="GluePoint6Y" fmla="*/ 3786188 h 5012722"/>
                <a:gd name="GluePoint7X" fmla="*/ 1716881 w 3296088"/>
                <a:gd name="GluePoint7Y" fmla="*/ 3674174 h 5012722"/>
                <a:gd name="GluePoint8X" fmla="*/ 1913573 w 3296088"/>
                <a:gd name="GluePoint8Y" fmla="*/ 3477387 h 5012722"/>
                <a:gd name="GluePoint9X" fmla="*/ 2167700 w 3296088"/>
                <a:gd name="GluePoint9Y" fmla="*/ 3042190 h 5012722"/>
                <a:gd name="GluePoint10X" fmla="*/ 2273903 w 3296088"/>
                <a:gd name="GluePoint10Y" fmla="*/ 2775014 h 5012722"/>
                <a:gd name="GluePoint11X" fmla="*/ 2463356 w 3296088"/>
                <a:gd name="GluePoint11Y" fmla="*/ 2335530 h 5012722"/>
                <a:gd name="GluePoint12X" fmla="*/ 2741866 w 3296088"/>
                <a:gd name="GluePoint12Y" fmla="*/ 1982248 h 5012722"/>
                <a:gd name="GluePoint13X" fmla="*/ 2985897 w 3296088"/>
                <a:gd name="GluePoint13Y" fmla="*/ 1634681 h 5012722"/>
                <a:gd name="GluePoint14X" fmla="*/ 3212687 w 3296088"/>
                <a:gd name="GluePoint14Y" fmla="*/ 1226820 h 5012722"/>
                <a:gd name="GluePoint15X" fmla="*/ 3281553 w 3296088"/>
                <a:gd name="GluePoint15Y" fmla="*/ 959644 h 5012722"/>
                <a:gd name="GluePoint16X" fmla="*/ 3295936 w 3296088"/>
                <a:gd name="GluePoint16Y" fmla="*/ 701135 h 5012722"/>
                <a:gd name="GluePoint17X" fmla="*/ 3267266 w 3296088"/>
                <a:gd name="GluePoint17Y" fmla="*/ 436817 h 5012722"/>
                <a:gd name="GluePoint18X" fmla="*/ 3105341 w 3296088"/>
                <a:gd name="GluePoint18Y" fmla="*/ 0 h 50127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Freeform: Shape 12"/>
            <p:cNvSpPr/>
            <p:nvPr/>
          </p:nvSpPr>
          <p:spPr>
            <a:xfrm>
              <a:off x="10800" y="15120"/>
              <a:ext cx="1978200" cy="3074760"/>
            </a:xfrm>
            <a:custGeom>
              <a:avLst/>
              <a:gdLst>
                <a:gd name="textAreaLeft" fmla="*/ 0 w 1978200"/>
                <a:gd name="textAreaRight" fmla="*/ 1978560 w 1978200"/>
                <a:gd name="textAreaTop" fmla="*/ 0 h 3074760"/>
                <a:gd name="textAreaBottom" fmla="*/ 3075120 h 3074760"/>
                <a:gd name="GluePoint1X" fmla="*/ 0 w 2977477"/>
                <a:gd name="GluePoint1Y" fmla="*/ 4627150 h 4627149"/>
                <a:gd name="GluePoint2X" fmla="*/ 275082 w 2977477"/>
                <a:gd name="GluePoint2Y" fmla="*/ 4341590 h 4627149"/>
                <a:gd name="GluePoint3X" fmla="*/ 502825 w 2977477"/>
                <a:gd name="GluePoint3Y" fmla="*/ 4054126 h 4627149"/>
                <a:gd name="GluePoint4X" fmla="*/ 666179 w 2977477"/>
                <a:gd name="GluePoint4Y" fmla="*/ 3890677 h 4627149"/>
                <a:gd name="GluePoint5X" fmla="*/ 864203 w 2977477"/>
                <a:gd name="GluePoint5Y" fmla="*/ 3675983 h 4627149"/>
                <a:gd name="GluePoint6X" fmla="*/ 982599 w 2977477"/>
                <a:gd name="GluePoint6Y" fmla="*/ 3557492 h 4627149"/>
                <a:gd name="GluePoint7X" fmla="*/ 1188244 w 2977477"/>
                <a:gd name="GluePoint7Y" fmla="*/ 3329654 h 4627149"/>
                <a:gd name="GluePoint8X" fmla="*/ 1344740 w 2977477"/>
                <a:gd name="GluePoint8Y" fmla="*/ 3146774 h 4627149"/>
                <a:gd name="GluePoint9X" fmla="*/ 1470755 w 2977477"/>
                <a:gd name="GluePoint9Y" fmla="*/ 2984659 h 4627149"/>
                <a:gd name="GluePoint10X" fmla="*/ 1657636 w 2977477"/>
                <a:gd name="GluePoint10Y" fmla="*/ 2670239 h 4627149"/>
                <a:gd name="GluePoint11X" fmla="*/ 1762887 w 2977477"/>
                <a:gd name="GluePoint11Y" fmla="*/ 2473547 h 4627149"/>
                <a:gd name="GluePoint12X" fmla="*/ 1866710 w 2977477"/>
                <a:gd name="GluePoint12Y" fmla="*/ 2290667 h 4627149"/>
                <a:gd name="GluePoint13X" fmla="*/ 2106263 w 2977477"/>
                <a:gd name="GluePoint13Y" fmla="*/ 2030254 h 4627149"/>
                <a:gd name="GluePoint14X" fmla="*/ 2277237 w 2977477"/>
                <a:gd name="GluePoint14Y" fmla="*/ 1859185 h 4627149"/>
                <a:gd name="GluePoint15X" fmla="*/ 2499455 w 2977477"/>
                <a:gd name="GluePoint15Y" fmla="*/ 1656207 h 4627149"/>
                <a:gd name="GluePoint16X" fmla="*/ 2707100 w 2977477"/>
                <a:gd name="GluePoint16Y" fmla="*/ 1390269 h 4627149"/>
                <a:gd name="GluePoint17X" fmla="*/ 2812352 w 2977477"/>
                <a:gd name="GluePoint17Y" fmla="*/ 1230916 h 4627149"/>
                <a:gd name="GluePoint18X" fmla="*/ 2898172 w 2977477"/>
                <a:gd name="GluePoint18Y" fmla="*/ 1036987 h 4627149"/>
                <a:gd name="GluePoint19X" fmla="*/ 2963228 w 2977477"/>
                <a:gd name="GluePoint19Y" fmla="*/ 850011 h 4627149"/>
                <a:gd name="GluePoint20X" fmla="*/ 2977325 w 2977477"/>
                <a:gd name="GluePoint20Y" fmla="*/ 745427 h 4627149"/>
                <a:gd name="GluePoint21X" fmla="*/ 2929509 w 2977477"/>
                <a:gd name="GluePoint21Y" fmla="*/ 480155 h 4627149"/>
                <a:gd name="GluePoint22X" fmla="*/ 2563082 w 2977477"/>
                <a:gd name="GluePoint22Y" fmla="*/ 0 h 462714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textAreaLeft" t="textAreaTop" r="textAreaRight" b="textAreaBottom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Freeform: Shape 13"/>
            <p:cNvSpPr/>
            <p:nvPr/>
          </p:nvSpPr>
          <p:spPr>
            <a:xfrm>
              <a:off x="25200" y="15120"/>
              <a:ext cx="1565640" cy="2737080"/>
            </a:xfrm>
            <a:custGeom>
              <a:avLst/>
              <a:gdLst>
                <a:gd name="textAreaLeft" fmla="*/ 0 w 1565640"/>
                <a:gd name="textAreaRight" fmla="*/ 1566000 w 1565640"/>
                <a:gd name="textAreaTop" fmla="*/ 0 h 2737080"/>
                <a:gd name="textAreaBottom" fmla="*/ 2737440 h 2737080"/>
                <a:gd name="GluePoint1X" fmla="*/ 1707071 w 2356712"/>
                <a:gd name="GluePoint1Y" fmla="*/ 0 h 4118991"/>
                <a:gd name="GluePoint2X" fmla="*/ 1824514 w 2356712"/>
                <a:gd name="GluePoint2Y" fmla="*/ 244697 h 4118991"/>
                <a:gd name="GluePoint3X" fmla="*/ 1908715 w 2356712"/>
                <a:gd name="GluePoint3Y" fmla="*/ 328994 h 4118991"/>
                <a:gd name="GluePoint4X" fmla="*/ 2226469 w 2356712"/>
                <a:gd name="GluePoint4Y" fmla="*/ 603695 h 4118991"/>
                <a:gd name="GluePoint5X" fmla="*/ 2355628 w 2356712"/>
                <a:gd name="GluePoint5Y" fmla="*/ 900494 h 4118991"/>
                <a:gd name="GluePoint6X" fmla="*/ 2281428 w 2356712"/>
                <a:gd name="GluePoint6Y" fmla="*/ 1206913 h 4118991"/>
                <a:gd name="GluePoint7X" fmla="*/ 2092452 w 2356712"/>
                <a:gd name="GluePoint7Y" fmla="*/ 1460659 h 4118991"/>
                <a:gd name="GluePoint8X" fmla="*/ 1834039 w 2356712"/>
                <a:gd name="GluePoint8Y" fmla="*/ 1625822 h 4118991"/>
                <a:gd name="GluePoint9X" fmla="*/ 1558862 w 2356712"/>
                <a:gd name="GluePoint9Y" fmla="*/ 1743075 h 4118991"/>
                <a:gd name="GluePoint10X" fmla="*/ 1386554 w 2356712"/>
                <a:gd name="GluePoint10Y" fmla="*/ 1869948 h 4118991"/>
                <a:gd name="GluePoint11X" fmla="*/ 1271683 w 2356712"/>
                <a:gd name="GluePoint11Y" fmla="*/ 2073402 h 4118991"/>
                <a:gd name="GluePoint12X" fmla="*/ 1178338 w 2356712"/>
                <a:gd name="GluePoint12Y" fmla="*/ 2355914 h 4118991"/>
                <a:gd name="GluePoint13X" fmla="*/ 1113758 w 2356712"/>
                <a:gd name="GluePoint13Y" fmla="*/ 2578513 h 4118991"/>
                <a:gd name="GluePoint14X" fmla="*/ 1034796 w 2356712"/>
                <a:gd name="GluePoint14Y" fmla="*/ 2834640 h 4118991"/>
                <a:gd name="GluePoint15X" fmla="*/ 905637 w 2356712"/>
                <a:gd name="GluePoint15Y" fmla="*/ 3081242 h 4118991"/>
                <a:gd name="GluePoint16X" fmla="*/ 793147 w 2356712"/>
                <a:gd name="GluePoint16Y" fmla="*/ 3258407 h 4118991"/>
                <a:gd name="GluePoint17X" fmla="*/ 546735 w 2356712"/>
                <a:gd name="GluePoint17Y" fmla="*/ 3571970 h 4118991"/>
                <a:gd name="GluePoint18X" fmla="*/ 346996 w 2356712"/>
                <a:gd name="GluePoint18Y" fmla="*/ 3771900 h 4118991"/>
                <a:gd name="GluePoint19X" fmla="*/ 174689 w 2356712"/>
                <a:gd name="GluePoint19Y" fmla="*/ 3944207 h 4118991"/>
                <a:gd name="GluePoint20X" fmla="*/ 0 w 2356712"/>
                <a:gd name="GluePoint20Y" fmla="*/ 4118991 h 411899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Freeform: Shape 14"/>
            <p:cNvSpPr/>
            <p:nvPr/>
          </p:nvSpPr>
          <p:spPr>
            <a:xfrm>
              <a:off x="10800" y="15120"/>
              <a:ext cx="1368000" cy="2644560"/>
            </a:xfrm>
            <a:custGeom>
              <a:avLst/>
              <a:gdLst>
                <a:gd name="textAreaLeft" fmla="*/ 0 w 1368000"/>
                <a:gd name="textAreaRight" fmla="*/ 1368360 w 1368000"/>
                <a:gd name="textAreaTop" fmla="*/ 0 h 2644560"/>
                <a:gd name="textAreaBottom" fmla="*/ 2644920 h 2644560"/>
                <a:gd name="GluePoint1X" fmla="*/ 0 w 2059193"/>
                <a:gd name="GluePoint1Y" fmla="*/ 3980116 h 3980116"/>
                <a:gd name="GluePoint2X" fmla="*/ 471583 w 2059193"/>
                <a:gd name="GluePoint2Y" fmla="*/ 3515678 h 3980116"/>
                <a:gd name="GluePoint3X" fmla="*/ 758666 w 2059193"/>
                <a:gd name="GluePoint3Y" fmla="*/ 3163824 h 3980116"/>
                <a:gd name="GluePoint4X" fmla="*/ 940499 w 2059193"/>
                <a:gd name="GluePoint4Y" fmla="*/ 2780824 h 3980116"/>
                <a:gd name="GluePoint5X" fmla="*/ 1055370 w 2059193"/>
                <a:gd name="GluePoint5Y" fmla="*/ 2242185 h 3980116"/>
                <a:gd name="GluePoint6X" fmla="*/ 1136714 w 2059193"/>
                <a:gd name="GluePoint6Y" fmla="*/ 1878330 h 3980116"/>
                <a:gd name="GluePoint7X" fmla="*/ 1246727 w 2059193"/>
                <a:gd name="GluePoint7Y" fmla="*/ 1562386 h 3980116"/>
                <a:gd name="GluePoint8X" fmla="*/ 1378363 w 2059193"/>
                <a:gd name="GluePoint8Y" fmla="*/ 1430750 h 3980116"/>
                <a:gd name="GluePoint9X" fmla="*/ 1691831 w 2059193"/>
                <a:gd name="GluePoint9Y" fmla="*/ 1394841 h 3980116"/>
                <a:gd name="GluePoint10X" fmla="*/ 1914335 w 2059193"/>
                <a:gd name="GluePoint10Y" fmla="*/ 1323023 h 3980116"/>
                <a:gd name="GluePoint11X" fmla="*/ 2055495 w 2059193"/>
                <a:gd name="GluePoint11Y" fmla="*/ 1098042 h 3980116"/>
                <a:gd name="GluePoint12X" fmla="*/ 2033969 w 2059193"/>
                <a:gd name="GluePoint12Y" fmla="*/ 930497 h 3980116"/>
                <a:gd name="GluePoint13X" fmla="*/ 1885664 w 2059193"/>
                <a:gd name="GluePoint13Y" fmla="*/ 760571 h 3980116"/>
                <a:gd name="GluePoint14X" fmla="*/ 1636871 w 2059193"/>
                <a:gd name="GluePoint14Y" fmla="*/ 612172 h 3980116"/>
                <a:gd name="GluePoint15X" fmla="*/ 1335405 w 2059193"/>
                <a:gd name="GluePoint15Y" fmla="*/ 459010 h 3980116"/>
                <a:gd name="GluePoint16X" fmla="*/ 1234916 w 2059193"/>
                <a:gd name="GluePoint16Y" fmla="*/ 269939 h 3980116"/>
                <a:gd name="GluePoint17X" fmla="*/ 1386935 w 2059193"/>
                <a:gd name="GluePoint17Y" fmla="*/ 0 h 39801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Freeform: Shape 15"/>
            <p:cNvSpPr/>
            <p:nvPr/>
          </p:nvSpPr>
          <p:spPr>
            <a:xfrm>
              <a:off x="18720" y="543960"/>
              <a:ext cx="493920" cy="19051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0 h 1905120"/>
                <a:gd name="textAreaBottom" fmla="*/ 1905480 h 1905120"/>
                <a:gd name="GluePoint1X" fmla="*/ 11144 w 743796"/>
                <a:gd name="GluePoint1Y" fmla="*/ 0 h 2867501"/>
                <a:gd name="GluePoint2X" fmla="*/ 353663 w 743796"/>
                <a:gd name="GluePoint2Y" fmla="*/ 55245 h 2867501"/>
                <a:gd name="GluePoint3X" fmla="*/ 571405 w 743796"/>
                <a:gd name="GluePoint3Y" fmla="*/ 179737 h 2867501"/>
                <a:gd name="GluePoint4X" fmla="*/ 688658 w 743796"/>
                <a:gd name="GluePoint4Y" fmla="*/ 368808 h 2867501"/>
                <a:gd name="GluePoint5X" fmla="*/ 731711 w 743796"/>
                <a:gd name="GluePoint5Y" fmla="*/ 612934 h 2867501"/>
                <a:gd name="GluePoint6X" fmla="*/ 725233 w 743796"/>
                <a:gd name="GluePoint6Y" fmla="*/ 995648 h 2867501"/>
                <a:gd name="GluePoint7X" fmla="*/ 742855 w 743796"/>
                <a:gd name="GluePoint7Y" fmla="*/ 1499330 h 2867501"/>
                <a:gd name="GluePoint8X" fmla="*/ 707898 w 743796"/>
                <a:gd name="GluePoint8Y" fmla="*/ 1793081 h 2867501"/>
                <a:gd name="GluePoint9X" fmla="*/ 633222 w 743796"/>
                <a:gd name="GluePoint9Y" fmla="*/ 2073592 h 2867501"/>
                <a:gd name="GluePoint10X" fmla="*/ 404527 w 743796"/>
                <a:gd name="GluePoint10Y" fmla="*/ 2472404 h 2867501"/>
                <a:gd name="GluePoint11X" fmla="*/ 0 w 743796"/>
                <a:gd name="GluePoint11Y" fmla="*/ 2867501 h 286750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Freeform: Shape 16"/>
            <p:cNvSpPr/>
            <p:nvPr/>
          </p:nvSpPr>
          <p:spPr>
            <a:xfrm>
              <a:off x="10800" y="672120"/>
              <a:ext cx="396720" cy="1689840"/>
            </a:xfrm>
            <a:custGeom>
              <a:avLst/>
              <a:gdLst>
                <a:gd name="textAreaLeft" fmla="*/ 0 w 396720"/>
                <a:gd name="textAreaRight" fmla="*/ 397080 w 396720"/>
                <a:gd name="textAreaTop" fmla="*/ 0 h 1689840"/>
                <a:gd name="textAreaBottom" fmla="*/ 1690200 h 1689840"/>
                <a:gd name="GluePoint1X" fmla="*/ 16478 w 597294"/>
                <a:gd name="GluePoint1Y" fmla="*/ 2079 h 2543540"/>
                <a:gd name="GluePoint2X" fmla="*/ 299847 w 597294"/>
                <a:gd name="GluePoint2Y" fmla="*/ 53991 h 2543540"/>
                <a:gd name="GluePoint3X" fmla="*/ 503206 w 597294"/>
                <a:gd name="GluePoint3Y" fmla="*/ 291354 h 2543540"/>
                <a:gd name="GluePoint4X" fmla="*/ 525113 w 597294"/>
                <a:gd name="GluePoint4Y" fmla="*/ 724265 h 2543540"/>
                <a:gd name="GluePoint5X" fmla="*/ 578930 w 597294"/>
                <a:gd name="GluePoint5Y" fmla="*/ 1117267 h 2543540"/>
                <a:gd name="GluePoint6X" fmla="*/ 592931 w 597294"/>
                <a:gd name="GluePoint6Y" fmla="*/ 1476359 h 2543540"/>
                <a:gd name="GluePoint7X" fmla="*/ 503206 w 597294"/>
                <a:gd name="GluePoint7Y" fmla="*/ 1859359 h 2543540"/>
                <a:gd name="GluePoint8X" fmla="*/ 291846 w 597294"/>
                <a:gd name="GluePoint8Y" fmla="*/ 2250361 h 2543540"/>
                <a:gd name="GluePoint9X" fmla="*/ 0 w 597294"/>
                <a:gd name="GluePoint9Y" fmla="*/ 2543540 h 25435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Freeform: Shape 17"/>
            <p:cNvSpPr/>
            <p:nvPr/>
          </p:nvSpPr>
          <p:spPr>
            <a:xfrm>
              <a:off x="23040" y="881280"/>
              <a:ext cx="258480" cy="1336320"/>
            </a:xfrm>
            <a:custGeom>
              <a:avLst/>
              <a:gdLst>
                <a:gd name="textAreaLeft" fmla="*/ 0 w 258480"/>
                <a:gd name="textAreaRight" fmla="*/ 258840 w 258480"/>
                <a:gd name="textAreaTop" fmla="*/ 0 h 1336320"/>
                <a:gd name="textAreaBottom" fmla="*/ 1336680 h 1336320"/>
                <a:gd name="GluePoint1X" fmla="*/ 0 w 389425"/>
                <a:gd name="GluePoint1Y" fmla="*/ 33 h 2011236"/>
                <a:gd name="GluePoint2X" fmla="*/ 171260 w 389425"/>
                <a:gd name="GluePoint2Y" fmla="*/ 60326 h 2011236"/>
                <a:gd name="GluePoint3X" fmla="*/ 211455 w 389425"/>
                <a:gd name="GluePoint3Y" fmla="*/ 221204 h 2011236"/>
                <a:gd name="GluePoint4X" fmla="*/ 243078 w 389425"/>
                <a:gd name="GluePoint4Y" fmla="*/ 448089 h 2011236"/>
                <a:gd name="GluePoint5X" fmla="*/ 346424 w 389425"/>
                <a:gd name="GluePoint5Y" fmla="*/ 789941 h 2011236"/>
                <a:gd name="GluePoint6X" fmla="*/ 372237 w 389425"/>
                <a:gd name="GluePoint6Y" fmla="*/ 942151 h 2011236"/>
                <a:gd name="GluePoint7X" fmla="*/ 386620 w 389425"/>
                <a:gd name="GluePoint7Y" fmla="*/ 1272478 h 2011236"/>
                <a:gd name="GluePoint8X" fmla="*/ 280416 w 389425"/>
                <a:gd name="GluePoint8Y" fmla="*/ 1660241 h 2011236"/>
                <a:gd name="GluePoint9X" fmla="*/ 151257 w 389425"/>
                <a:gd name="GluePoint9Y" fmla="*/ 1844073 h 2011236"/>
                <a:gd name="GluePoint10X" fmla="*/ 1905 w 389425"/>
                <a:gd name="GluePoint10Y" fmla="*/ 2011237 h 20112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4" name="Graphic 157"/>
          <p:cNvGrpSpPr/>
          <p:nvPr/>
        </p:nvGrpSpPr>
        <p:grpSpPr>
          <a:xfrm>
            <a:off x="8610480" y="3276720"/>
            <a:ext cx="3529080" cy="3580920"/>
            <a:chOff x="8610480" y="3276720"/>
            <a:chExt cx="3529080" cy="3580920"/>
          </a:xfrm>
        </p:grpSpPr>
        <p:sp>
          <p:nvSpPr>
            <p:cNvPr id="65" name="Freeform: Shape 19"/>
            <p:cNvSpPr/>
            <p:nvPr/>
          </p:nvSpPr>
          <p:spPr>
            <a:xfrm>
              <a:off x="8610480" y="3276720"/>
              <a:ext cx="3515760" cy="3565080"/>
            </a:xfrm>
            <a:custGeom>
              <a:avLst/>
              <a:gdLst>
                <a:gd name="textAreaLeft" fmla="*/ 0 w 3515760"/>
                <a:gd name="textAreaRight" fmla="*/ 3516120 w 3515760"/>
                <a:gd name="textAreaTop" fmla="*/ 0 h 3565080"/>
                <a:gd name="textAreaBottom" fmla="*/ 3565440 h 3565080"/>
                <a:gd name="GluePoint1X" fmla="*/ 0 w 3946874"/>
                <a:gd name="GluePoint1Y" fmla="*/ 3989641 h 3989641"/>
                <a:gd name="GluePoint2X" fmla="*/ 79439 w 3946874"/>
                <a:gd name="GluePoint2Y" fmla="*/ 3891153 h 3989641"/>
                <a:gd name="GluePoint3X" fmla="*/ 297371 w 3946874"/>
                <a:gd name="GluePoint3Y" fmla="*/ 3626930 h 3989641"/>
                <a:gd name="GluePoint4X" fmla="*/ 454343 w 3946874"/>
                <a:gd name="GluePoint4Y" fmla="*/ 3440335 h 3989641"/>
                <a:gd name="GluePoint5X" fmla="*/ 622363 w 3946874"/>
                <a:gd name="GluePoint5Y" fmla="*/ 3290697 h 3989641"/>
                <a:gd name="GluePoint6X" fmla="*/ 927068 w 3946874"/>
                <a:gd name="GluePoint6Y" fmla="*/ 3087434 h 3989641"/>
                <a:gd name="GluePoint7X" fmla="*/ 1176338 w 3946874"/>
                <a:gd name="GluePoint7Y" fmla="*/ 2915603 h 3989641"/>
                <a:gd name="GluePoint8X" fmla="*/ 1394270 w 3946874"/>
                <a:gd name="GluePoint8Y" fmla="*/ 2780729 h 3989641"/>
                <a:gd name="GluePoint9X" fmla="*/ 1601057 w 3946874"/>
                <a:gd name="GluePoint9Y" fmla="*/ 2723483 h 3989641"/>
                <a:gd name="GluePoint10X" fmla="*/ 1756220 w 3946874"/>
                <a:gd name="GluePoint10Y" fmla="*/ 2743772 h 3989641"/>
                <a:gd name="GluePoint11X" fmla="*/ 1889189 w 3946874"/>
                <a:gd name="GluePoint11Y" fmla="*/ 2765965 h 3989641"/>
                <a:gd name="GluePoint12X" fmla="*/ 2007394 w 3946874"/>
                <a:gd name="GluePoint12Y" fmla="*/ 2765965 h 3989641"/>
                <a:gd name="GluePoint13X" fmla="*/ 2184654 w 3946874"/>
                <a:gd name="GluePoint13Y" fmla="*/ 2671763 h 3989641"/>
                <a:gd name="GluePoint14X" fmla="*/ 2372773 w 3946874"/>
                <a:gd name="GluePoint14Y" fmla="*/ 2538984 h 3989641"/>
                <a:gd name="GluePoint15X" fmla="*/ 2439543 w 3946874"/>
                <a:gd name="GluePoint15Y" fmla="*/ 2510504 h 3989641"/>
                <a:gd name="GluePoint16X" fmla="*/ 2650617 w 3946874"/>
                <a:gd name="GluePoint16Y" fmla="*/ 2434781 h 3989641"/>
                <a:gd name="GluePoint17X" fmla="*/ 2785110 w 3946874"/>
                <a:gd name="GluePoint17Y" fmla="*/ 2383060 h 3989641"/>
                <a:gd name="GluePoint18X" fmla="*/ 2897315 w 3946874"/>
                <a:gd name="GluePoint18Y" fmla="*/ 2318861 h 3989641"/>
                <a:gd name="GluePoint19X" fmla="*/ 2997994 w 3946874"/>
                <a:gd name="GluePoint19Y" fmla="*/ 2226183 h 3989641"/>
                <a:gd name="GluePoint20X" fmla="*/ 3061240 w 3946874"/>
                <a:gd name="GluePoint20Y" fmla="*/ 2141506 h 3989641"/>
                <a:gd name="GluePoint21X" fmla="*/ 3152108 w 3946874"/>
                <a:gd name="GluePoint21Y" fmla="*/ 2005203 h 3989641"/>
                <a:gd name="GluePoint22X" fmla="*/ 3274124 w 3946874"/>
                <a:gd name="GluePoint22Y" fmla="*/ 1871567 h 3989641"/>
                <a:gd name="GluePoint23X" fmla="*/ 3388138 w 3946874"/>
                <a:gd name="GluePoint23Y" fmla="*/ 1770888 h 3989641"/>
                <a:gd name="GluePoint24X" fmla="*/ 3466529 w 3946874"/>
                <a:gd name="GluePoint24Y" fmla="*/ 1679162 h 3989641"/>
                <a:gd name="GluePoint25X" fmla="*/ 3538633 w 3946874"/>
                <a:gd name="GluePoint25Y" fmla="*/ 1551718 h 3989641"/>
                <a:gd name="GluePoint26X" fmla="*/ 3588544 w 3946874"/>
                <a:gd name="GluePoint26Y" fmla="*/ 1376172 h 3989641"/>
                <a:gd name="GluePoint27X" fmla="*/ 3597402 w 3946874"/>
                <a:gd name="GluePoint27Y" fmla="*/ 1293305 h 3989641"/>
                <a:gd name="GluePoint28X" fmla="*/ 3721227 w 3946874"/>
                <a:gd name="GluePoint28Y" fmla="*/ 880491 h 3989641"/>
                <a:gd name="GluePoint29X" fmla="*/ 3761137 w 3946874"/>
                <a:gd name="GluePoint29Y" fmla="*/ 463677 h 3989641"/>
                <a:gd name="GluePoint30X" fmla="*/ 3946874 w 3946874"/>
                <a:gd name="GluePoint30Y" fmla="*/ 0 h 398964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Freeform: Shape 20"/>
            <p:cNvSpPr/>
            <p:nvPr/>
          </p:nvSpPr>
          <p:spPr>
            <a:xfrm>
              <a:off x="8861040" y="4186080"/>
              <a:ext cx="3265200" cy="2667600"/>
            </a:xfrm>
            <a:custGeom>
              <a:avLst/>
              <a:gdLst>
                <a:gd name="textAreaLeft" fmla="*/ 0 w 3265200"/>
                <a:gd name="textAreaRight" fmla="*/ 3265560 w 3265200"/>
                <a:gd name="textAreaTop" fmla="*/ 0 h 2667600"/>
                <a:gd name="textAreaBottom" fmla="*/ 2667960 h 2667600"/>
                <a:gd name="GluePoint1X" fmla="*/ 0 w 3665410"/>
                <a:gd name="GluePoint1Y" fmla="*/ 2985611 h 2985611"/>
                <a:gd name="GluePoint2X" fmla="*/ 166211 w 3665410"/>
                <a:gd name="GluePoint2Y" fmla="*/ 2699766 h 2985611"/>
                <a:gd name="GluePoint3X" fmla="*/ 397002 w 3665410"/>
                <a:gd name="GluePoint3Y" fmla="*/ 2414969 h 2985611"/>
                <a:gd name="GluePoint4X" fmla="*/ 620173 w 3665410"/>
                <a:gd name="GluePoint4Y" fmla="*/ 2237899 h 2985611"/>
                <a:gd name="GluePoint5X" fmla="*/ 823341 w 3665410"/>
                <a:gd name="GluePoint5Y" fmla="*/ 2085499 h 2985611"/>
                <a:gd name="GluePoint6X" fmla="*/ 1089565 w 3665410"/>
                <a:gd name="GluePoint6Y" fmla="*/ 1911477 h 2985611"/>
                <a:gd name="GluePoint7X" fmla="*/ 1145000 w 3665410"/>
                <a:gd name="GluePoint7Y" fmla="*/ 1886807 h 2985611"/>
                <a:gd name="GluePoint8X" fmla="*/ 1375791 w 3665410"/>
                <a:gd name="GluePoint8Y" fmla="*/ 1842135 h 2985611"/>
                <a:gd name="GluePoint9X" fmla="*/ 1486567 w 3665410"/>
                <a:gd name="GluePoint9Y" fmla="*/ 1857566 h 2985611"/>
                <a:gd name="GluePoint10X" fmla="*/ 1568101 w 3665410"/>
                <a:gd name="GluePoint10Y" fmla="*/ 1871377 h 2985611"/>
                <a:gd name="GluePoint11X" fmla="*/ 1810607 w 3665410"/>
                <a:gd name="GluePoint11Y" fmla="*/ 1871377 h 2985611"/>
                <a:gd name="GluePoint12X" fmla="*/ 1997964 w 3665410"/>
                <a:gd name="GluePoint12Y" fmla="*/ 1790605 h 2985611"/>
                <a:gd name="GluePoint13X" fmla="*/ 2109883 w 3665410"/>
                <a:gd name="GluePoint13Y" fmla="*/ 1702784 h 2985611"/>
                <a:gd name="GluePoint14X" fmla="*/ 2321433 w 3665410"/>
                <a:gd name="GluePoint14Y" fmla="*/ 1552384 h 2985611"/>
                <a:gd name="GluePoint15X" fmla="*/ 2558891 w 3665410"/>
                <a:gd name="GluePoint15Y" fmla="*/ 1453420 h 2985611"/>
                <a:gd name="GluePoint16X" fmla="*/ 2709767 w 3665410"/>
                <a:gd name="GluePoint16Y" fmla="*/ 1377887 h 2985611"/>
                <a:gd name="GluePoint17X" fmla="*/ 2885408 w 3665410"/>
                <a:gd name="GluePoint17Y" fmla="*/ 1237393 h 2985611"/>
                <a:gd name="GluePoint18X" fmla="*/ 3017711 w 3665410"/>
                <a:gd name="GluePoint18Y" fmla="*/ 1072229 h 2985611"/>
                <a:gd name="GluePoint19X" fmla="*/ 3150680 w 3665410"/>
                <a:gd name="GluePoint19Y" fmla="*/ 921830 h 2985611"/>
                <a:gd name="GluePoint20X" fmla="*/ 3255169 w 3665410"/>
                <a:gd name="GluePoint20Y" fmla="*/ 801815 h 2985611"/>
                <a:gd name="GluePoint21X" fmla="*/ 3339275 w 3665410"/>
                <a:gd name="GluePoint21Y" fmla="*/ 694182 h 2985611"/>
                <a:gd name="GluePoint22X" fmla="*/ 3409188 w 3665410"/>
                <a:gd name="GluePoint22Y" fmla="*/ 546926 h 2985611"/>
                <a:gd name="GluePoint23X" fmla="*/ 3464243 w 3665410"/>
                <a:gd name="GluePoint23Y" fmla="*/ 347663 h 2985611"/>
                <a:gd name="GluePoint24X" fmla="*/ 3665411 w 3665410"/>
                <a:gd name="GluePoint24Y" fmla="*/ 0 h 29856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</a:cxnLst>
              <a:rect l="textAreaLeft" t="textAreaTop" r="textAreaRight" b="textAreaBottom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Freeform: Shape 21"/>
            <p:cNvSpPr/>
            <p:nvPr/>
          </p:nvSpPr>
          <p:spPr>
            <a:xfrm>
              <a:off x="11885040" y="6677640"/>
              <a:ext cx="254520" cy="177480"/>
            </a:xfrm>
            <a:custGeom>
              <a:avLst/>
              <a:gdLst>
                <a:gd name="textAreaLeft" fmla="*/ 0 w 254520"/>
                <a:gd name="textAreaRight" fmla="*/ 254880 w 254520"/>
                <a:gd name="textAreaTop" fmla="*/ 0 h 177480"/>
                <a:gd name="textAreaBottom" fmla="*/ 177840 h 177480"/>
                <a:gd name="GluePoint1X" fmla="*/ 0 w 285940"/>
                <a:gd name="GluePoint1Y" fmla="*/ 199073 h 199072"/>
                <a:gd name="GluePoint2X" fmla="*/ 285940 w 285940"/>
                <a:gd name="GluePoint2Y" fmla="*/ 0 h 19907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Freeform: Shape 22"/>
            <p:cNvSpPr/>
            <p:nvPr/>
          </p:nvSpPr>
          <p:spPr>
            <a:xfrm>
              <a:off x="11531160" y="6516720"/>
              <a:ext cx="583920" cy="340200"/>
            </a:xfrm>
            <a:custGeom>
              <a:avLst/>
              <a:gdLst>
                <a:gd name="textAreaLeft" fmla="*/ 0 w 583920"/>
                <a:gd name="textAreaRight" fmla="*/ 584280 w 583920"/>
                <a:gd name="textAreaTop" fmla="*/ 0 h 340200"/>
                <a:gd name="textAreaBottom" fmla="*/ 340560 h 340200"/>
                <a:gd name="GluePoint1X" fmla="*/ 0 w 655796"/>
                <a:gd name="GluePoint1Y" fmla="*/ 381190 h 381190"/>
                <a:gd name="GluePoint2X" fmla="*/ 655796 w 655796"/>
                <a:gd name="GluePoint2Y" fmla="*/ 0 h 3811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Freeform: Shape 23"/>
            <p:cNvSpPr/>
            <p:nvPr/>
          </p:nvSpPr>
          <p:spPr>
            <a:xfrm>
              <a:off x="9536400" y="5460480"/>
              <a:ext cx="2589840" cy="1380240"/>
            </a:xfrm>
            <a:custGeom>
              <a:avLst/>
              <a:gdLst>
                <a:gd name="textAreaLeft" fmla="*/ 0 w 2589840"/>
                <a:gd name="textAreaRight" fmla="*/ 2590200 w 2589840"/>
                <a:gd name="textAreaTop" fmla="*/ 0 h 1380240"/>
                <a:gd name="textAreaBottom" fmla="*/ 1380600 h 1380240"/>
                <a:gd name="GluePoint1X" fmla="*/ 0 w 2907315"/>
                <a:gd name="GluePoint1Y" fmla="*/ 1544764 h 1544764"/>
                <a:gd name="GluePoint2X" fmla="*/ 201644 w 2907315"/>
                <a:gd name="GluePoint2Y" fmla="*/ 1352550 h 1544764"/>
                <a:gd name="GluePoint3X" fmla="*/ 423196 w 2907315"/>
                <a:gd name="GluePoint3Y" fmla="*/ 1196054 h 1544764"/>
                <a:gd name="GluePoint4X" fmla="*/ 782193 w 2907315"/>
                <a:gd name="GluePoint4Y" fmla="*/ 1099947 h 1544764"/>
                <a:gd name="GluePoint5X" fmla="*/ 1052513 w 2907315"/>
                <a:gd name="GluePoint5Y" fmla="*/ 1042321 h 1544764"/>
                <a:gd name="GluePoint6X" fmla="*/ 1311783 w 2907315"/>
                <a:gd name="GluePoint6Y" fmla="*/ 1056037 h 1544764"/>
                <a:gd name="GluePoint7X" fmla="*/ 1484662 w 2907315"/>
                <a:gd name="GluePoint7Y" fmla="*/ 1083469 h 1544764"/>
                <a:gd name="GluePoint8X" fmla="*/ 1788224 w 2907315"/>
                <a:gd name="GluePoint8Y" fmla="*/ 1023080 h 1544764"/>
                <a:gd name="GluePoint9X" fmla="*/ 2269045 w 2907315"/>
                <a:gd name="GluePoint9Y" fmla="*/ 734758 h 1544764"/>
                <a:gd name="GluePoint10X" fmla="*/ 2534984 w 2907315"/>
                <a:gd name="GluePoint10Y" fmla="*/ 572738 h 1544764"/>
                <a:gd name="GluePoint11X" fmla="*/ 2907316 w 2907315"/>
                <a:gd name="GluePoint11Y" fmla="*/ 0 h 15447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Freeform: Shape 24"/>
            <p:cNvSpPr/>
            <p:nvPr/>
          </p:nvSpPr>
          <p:spPr>
            <a:xfrm>
              <a:off x="9317160" y="5113080"/>
              <a:ext cx="2822040" cy="1744560"/>
            </a:xfrm>
            <a:custGeom>
              <a:avLst/>
              <a:gdLst>
                <a:gd name="textAreaLeft" fmla="*/ 0 w 2822040"/>
                <a:gd name="textAreaRight" fmla="*/ 2822400 w 2822040"/>
                <a:gd name="textAreaTop" fmla="*/ 0 h 1744560"/>
                <a:gd name="textAreaBottom" fmla="*/ 1744920 h 1744560"/>
                <a:gd name="GluePoint1X" fmla="*/ 0 w 3168300"/>
                <a:gd name="GluePoint1Y" fmla="*/ 1952435 h 1952434"/>
                <a:gd name="GluePoint2X" fmla="*/ 202121 w 3168300"/>
                <a:gd name="GluePoint2Y" fmla="*/ 1687068 h 1952434"/>
                <a:gd name="GluePoint3X" fmla="*/ 545116 w 3168300"/>
                <a:gd name="GluePoint3Y" fmla="*/ 1450277 h 1952434"/>
                <a:gd name="GluePoint4X" fmla="*/ 906780 w 3168300"/>
                <a:gd name="GluePoint4Y" fmla="*/ 1354455 h 1952434"/>
                <a:gd name="GluePoint5X" fmla="*/ 1332262 w 3168300"/>
                <a:gd name="GluePoint5Y" fmla="*/ 1285304 h 1952434"/>
                <a:gd name="GluePoint6X" fmla="*/ 1691259 w 3168300"/>
                <a:gd name="GluePoint6Y" fmla="*/ 1240060 h 1952434"/>
                <a:gd name="GluePoint7X" fmla="*/ 2010346 w 3168300"/>
                <a:gd name="GluePoint7Y" fmla="*/ 1141667 h 1952434"/>
                <a:gd name="GluePoint8X" fmla="*/ 2393252 w 3168300"/>
                <a:gd name="GluePoint8Y" fmla="*/ 1027271 h 1952434"/>
                <a:gd name="GluePoint9X" fmla="*/ 2582037 w 3168300"/>
                <a:gd name="GluePoint9Y" fmla="*/ 958120 h 1952434"/>
                <a:gd name="GluePoint10X" fmla="*/ 2760155 w 3168300"/>
                <a:gd name="GluePoint10Y" fmla="*/ 827723 h 1952434"/>
                <a:gd name="GluePoint11X" fmla="*/ 2914364 w 3168300"/>
                <a:gd name="GluePoint11Y" fmla="*/ 567023 h 1952434"/>
                <a:gd name="GluePoint12X" fmla="*/ 3168301 w 3168300"/>
                <a:gd name="GluePoint12Y" fmla="*/ 0 h 19524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eform: Shape 25"/>
            <p:cNvSpPr/>
            <p:nvPr/>
          </p:nvSpPr>
          <p:spPr>
            <a:xfrm>
              <a:off x="9136080" y="4664160"/>
              <a:ext cx="2990160" cy="2190960"/>
            </a:xfrm>
            <a:custGeom>
              <a:avLst/>
              <a:gdLst>
                <a:gd name="textAreaLeft" fmla="*/ 0 w 2990160"/>
                <a:gd name="textAreaRight" fmla="*/ 2990520 w 2990160"/>
                <a:gd name="textAreaTop" fmla="*/ 0 h 2190960"/>
                <a:gd name="textAreaBottom" fmla="*/ 2191320 h 2190960"/>
                <a:gd name="GluePoint1X" fmla="*/ 0 w 3356800"/>
                <a:gd name="GluePoint1Y" fmla="*/ 2452021 h 2452020"/>
                <a:gd name="GluePoint2X" fmla="*/ 130874 w 3356800"/>
                <a:gd name="GluePoint2Y" fmla="*/ 2247710 h 2452020"/>
                <a:gd name="GluePoint3X" fmla="*/ 437197 w 3356800"/>
                <a:gd name="GluePoint3Y" fmla="*/ 1941195 h 2452020"/>
                <a:gd name="GluePoint4X" fmla="*/ 737140 w 3356800"/>
                <a:gd name="GluePoint4Y" fmla="*/ 1736884 h 2452020"/>
                <a:gd name="GluePoint5X" fmla="*/ 1031843 w 3356800"/>
                <a:gd name="GluePoint5Y" fmla="*/ 1685068 h 2452020"/>
                <a:gd name="GluePoint6X" fmla="*/ 1287304 w 3356800"/>
                <a:gd name="GluePoint6Y" fmla="*/ 1655826 h 2452020"/>
                <a:gd name="GluePoint7X" fmla="*/ 1471994 w 3356800"/>
                <a:gd name="GluePoint7Y" fmla="*/ 1634300 h 2452020"/>
                <a:gd name="GluePoint8X" fmla="*/ 1898237 w 3356800"/>
                <a:gd name="GluePoint8Y" fmla="*/ 1512665 h 2452020"/>
                <a:gd name="GluePoint9X" fmla="*/ 2229136 w 3356800"/>
                <a:gd name="GluePoint9Y" fmla="*/ 1355598 h 2452020"/>
                <a:gd name="GluePoint10X" fmla="*/ 2512314 w 3356800"/>
                <a:gd name="GluePoint10Y" fmla="*/ 1238631 h 2452020"/>
                <a:gd name="GluePoint11X" fmla="*/ 2758535 w 3356800"/>
                <a:gd name="GluePoint11Y" fmla="*/ 1096994 h 2452020"/>
                <a:gd name="GluePoint12X" fmla="*/ 2935510 w 3356800"/>
                <a:gd name="GluePoint12Y" fmla="*/ 919925 h 2452020"/>
                <a:gd name="GluePoint13X" fmla="*/ 3081719 w 3356800"/>
                <a:gd name="GluePoint13Y" fmla="*/ 687419 h 2452020"/>
                <a:gd name="GluePoint14X" fmla="*/ 3356800 w 3356800"/>
                <a:gd name="GluePoint14Y" fmla="*/ 0 h 24520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C</a:t>
            </a: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li</a:t>
            </a: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c</a:t>
            </a: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k </a:t>
            </a: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t</a:t>
            </a: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o </a:t>
            </a: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e</a:t>
            </a: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d</a:t>
            </a: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it </a:t>
            </a: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M</a:t>
            </a: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a</a:t>
            </a: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s</a:t>
            </a: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t</a:t>
            </a: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e</a:t>
            </a: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r </a:t>
            </a: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ti</a:t>
            </a: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tl</a:t>
            </a: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e </a:t>
            </a: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s</a:t>
            </a: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t</a:t>
            </a: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y</a:t>
            </a: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l</a:t>
            </a: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e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ru-RU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Second level</a:t>
            </a:r>
            <a:endParaRPr lang="ru-RU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Third level</a:t>
            </a:r>
            <a:endParaRPr lang="ru-RU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Fourth level</a:t>
            </a:r>
            <a:endParaRPr lang="ru-RU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Fifth level</a:t>
            </a:r>
            <a:endParaRPr lang="ru-RU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sldNum" idx="9"/>
          </p:nvPr>
        </p:nvSpPr>
        <p:spPr>
          <a:xfrm>
            <a:off x="9906120" y="6356520"/>
            <a:ext cx="1447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CFC3EBD-4193-4CA0-BB11-BCC82476B550}" type="slidenum">
              <a: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6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2"/>
          </a:solidFill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venirNext LT Pro Medium"/>
            </a:endParaRPr>
          </a:p>
        </p:txBody>
      </p:sp>
      <p:sp>
        <p:nvSpPr>
          <p:cNvPr id="78" name="Freeform: Shape 7"/>
          <p:cNvSpPr/>
          <p:nvPr/>
        </p:nvSpPr>
        <p:spPr>
          <a:xfrm rot="10800000">
            <a:off x="693000" y="-2880"/>
            <a:ext cx="1325880" cy="597240"/>
          </a:xfrm>
          <a:custGeom>
            <a:avLst/>
            <a:gdLst>
              <a:gd name="textAreaLeft" fmla="*/ 0 w 1325880"/>
              <a:gd name="textAreaRight" fmla="*/ 1326240 w 1325880"/>
              <a:gd name="textAreaTop" fmla="*/ 0 h 597240"/>
              <a:gd name="textAreaBottom" fmla="*/ 597600 h 597240"/>
              <a:gd name="GluePoint1X" fmla="*/ 741051 w 1482102"/>
              <a:gd name="GluePoint1Y" fmla="*/ 0 h 679363"/>
              <a:gd name="GluePoint2X" fmla="*/ 1473822 w 1482102"/>
              <a:gd name="GluePoint2Y" fmla="*/ 597226 h 679363"/>
              <a:gd name="GluePoint3X" fmla="*/ 1482102 w 1482102"/>
              <a:gd name="GluePoint3Y" fmla="*/ 679363 h 679363"/>
              <a:gd name="GluePoint4X" fmla="*/ 0 w 1482102"/>
              <a:gd name="GluePoint4Y" fmla="*/ 679363 h 679363"/>
              <a:gd name="GluePoint5X" fmla="*/ 8280 w 1482102"/>
              <a:gd name="GluePoint5Y" fmla="*/ 597226 h 679363"/>
              <a:gd name="GluePoint6X" fmla="*/ 741051 w 1482102"/>
              <a:gd name="GluePoint6Y" fmla="*/ 0 h 6793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9" name="Freeform: Shape 8"/>
          <p:cNvSpPr/>
          <p:nvPr/>
        </p:nvSpPr>
        <p:spPr>
          <a:xfrm>
            <a:off x="10439280" y="6172200"/>
            <a:ext cx="1481760" cy="678960"/>
          </a:xfrm>
          <a:custGeom>
            <a:avLst/>
            <a:gdLst>
              <a:gd name="textAreaLeft" fmla="*/ 0 w 1481760"/>
              <a:gd name="textAreaRight" fmla="*/ 1482120 w 1481760"/>
              <a:gd name="textAreaTop" fmla="*/ 0 h 678960"/>
              <a:gd name="textAreaBottom" fmla="*/ 679320 h 678960"/>
              <a:gd name="GluePoint1X" fmla="*/ 741051 w 1482102"/>
              <a:gd name="GluePoint1Y" fmla="*/ 0 h 679363"/>
              <a:gd name="GluePoint2X" fmla="*/ 1473822 w 1482102"/>
              <a:gd name="GluePoint2Y" fmla="*/ 597226 h 679363"/>
              <a:gd name="GluePoint3X" fmla="*/ 1482102 w 1482102"/>
              <a:gd name="GluePoint3Y" fmla="*/ 679363 h 679363"/>
              <a:gd name="GluePoint4X" fmla="*/ 0 w 1482102"/>
              <a:gd name="GluePoint4Y" fmla="*/ 679363 h 679363"/>
              <a:gd name="GluePoint5X" fmla="*/ 8280 w 1482102"/>
              <a:gd name="GluePoint5Y" fmla="*/ 597226 h 679363"/>
              <a:gd name="GluePoint6X" fmla="*/ 741051 w 1482102"/>
              <a:gd name="GluePoint6Y" fmla="*/ 0 h 6793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0" name="Freeform: Shape 9"/>
          <p:cNvSpPr/>
          <p:nvPr/>
        </p:nvSpPr>
        <p:spPr>
          <a:xfrm>
            <a:off x="7977240" y="5197320"/>
            <a:ext cx="4211280" cy="1660320"/>
          </a:xfrm>
          <a:custGeom>
            <a:avLst/>
            <a:gdLst>
              <a:gd name="textAreaLeft" fmla="*/ 0 w 4211280"/>
              <a:gd name="textAreaRight" fmla="*/ 4211640 w 4211280"/>
              <a:gd name="textAreaTop" fmla="*/ 0 h 1660320"/>
              <a:gd name="textAreaBottom" fmla="*/ 1660680 h 1660320"/>
              <a:gd name="GluePoint1X" fmla="*/ 4211600 w 4211600"/>
              <a:gd name="GluePoint1Y" fmla="*/ 0 h 1660822"/>
              <a:gd name="GluePoint2X" fmla="*/ 4211600 w 4211600"/>
              <a:gd name="GluePoint2Y" fmla="*/ 58430 h 1660822"/>
              <a:gd name="GluePoint3X" fmla="*/ 4136524 w 4211600"/>
              <a:gd name="GluePoint3Y" fmla="*/ 208808 h 1660822"/>
              <a:gd name="GluePoint4X" fmla="*/ 3973354 w 4211600"/>
              <a:gd name="GluePoint4Y" fmla="*/ 437313 h 1660822"/>
              <a:gd name="GluePoint5X" fmla="*/ 3884746 w 4211600"/>
              <a:gd name="GluePoint5Y" fmla="*/ 553613 h 1660822"/>
              <a:gd name="GluePoint6X" fmla="*/ 3849435 w 4211600"/>
              <a:gd name="GluePoint6Y" fmla="*/ 603143 h 1660822"/>
              <a:gd name="GluePoint7X" fmla="*/ 3661849 w 4211600"/>
              <a:gd name="GluePoint7Y" fmla="*/ 819075 h 1660822"/>
              <a:gd name="GluePoint8X" fmla="*/ 3402589 w 4211600"/>
              <a:gd name="GluePoint8Y" fmla="*/ 952996 h 1660822"/>
              <a:gd name="GluePoint9X" fmla="*/ 3130202 w 4211600"/>
              <a:gd name="GluePoint9Y" fmla="*/ 1023386 h 1660822"/>
              <a:gd name="GluePoint10X" fmla="*/ 2914657 w 4211600"/>
              <a:gd name="GluePoint10Y" fmla="*/ 1068058 h 1660822"/>
              <a:gd name="GluePoint11X" fmla="*/ 2582149 w 4211600"/>
              <a:gd name="GluePoint11Y" fmla="*/ 1138924 h 1660822"/>
              <a:gd name="GluePoint12X" fmla="*/ 2483958 w 4211600"/>
              <a:gd name="GluePoint12Y" fmla="*/ 1162356 h 1660822"/>
              <a:gd name="GluePoint13X" fmla="*/ 2123750 w 4211600"/>
              <a:gd name="GluePoint13Y" fmla="*/ 1238651 h 1660822"/>
              <a:gd name="GluePoint14X" fmla="*/ 1761444 w 4211600"/>
              <a:gd name="GluePoint14Y" fmla="*/ 1273417 h 1660822"/>
              <a:gd name="GluePoint15X" fmla="*/ 1608382 w 4211600"/>
              <a:gd name="GluePoint15Y" fmla="*/ 1284466 h 1660822"/>
              <a:gd name="GluePoint16X" fmla="*/ 999942 w 4211600"/>
              <a:gd name="GluePoint16Y" fmla="*/ 1354284 h 1660822"/>
              <a:gd name="GluePoint17X" fmla="*/ 484705 w 4211600"/>
              <a:gd name="GluePoint17Y" fmla="*/ 1450487 h 1660822"/>
              <a:gd name="GluePoint18X" fmla="*/ 113310 w 4211600"/>
              <a:gd name="GluePoint18Y" fmla="*/ 1613700 h 1660822"/>
              <a:gd name="GluePoint19X" fmla="*/ 39668 w 4211600"/>
              <a:gd name="GluePoint19Y" fmla="*/ 1660822 h 1660822"/>
              <a:gd name="GluePoint20X" fmla="*/ 0 w 4211600"/>
              <a:gd name="GluePoint20Y" fmla="*/ 1660822 h 1660822"/>
              <a:gd name="GluePoint21X" fmla="*/ 96701 w 4211600"/>
              <a:gd name="GluePoint21Y" fmla="*/ 1598934 h 1660822"/>
              <a:gd name="GluePoint22X" fmla="*/ 474335 w 4211600"/>
              <a:gd name="GluePoint22Y" fmla="*/ 1433056 h 1660822"/>
              <a:gd name="GluePoint23X" fmla="*/ 994299 w 4211600"/>
              <a:gd name="GluePoint23Y" fmla="*/ 1335806 h 1660822"/>
              <a:gd name="GluePoint24X" fmla="*/ 1605231 w 4211600"/>
              <a:gd name="GluePoint24Y" fmla="*/ 1265702 h 1660822"/>
              <a:gd name="GluePoint25X" fmla="*/ 1758819 w 4211600"/>
              <a:gd name="GluePoint25Y" fmla="*/ 1254558 h 1660822"/>
              <a:gd name="GluePoint26X" fmla="*/ 2118106 w 4211600"/>
              <a:gd name="GluePoint26Y" fmla="*/ 1220077 h 1660822"/>
              <a:gd name="GluePoint27X" fmla="*/ 2475557 w 4211600"/>
              <a:gd name="GluePoint27Y" fmla="*/ 1144353 h 1660822"/>
              <a:gd name="GluePoint28X" fmla="*/ 2573878 w 4211600"/>
              <a:gd name="GluePoint28Y" fmla="*/ 1120827 h 1660822"/>
              <a:gd name="GluePoint29X" fmla="*/ 2907437 w 4211600"/>
              <a:gd name="GluePoint29Y" fmla="*/ 1049675 h 1660822"/>
              <a:gd name="GluePoint30X" fmla="*/ 3122589 w 4211600"/>
              <a:gd name="GluePoint30Y" fmla="*/ 1005098 h 1660822"/>
              <a:gd name="GluePoint31X" fmla="*/ 3391169 w 4211600"/>
              <a:gd name="GluePoint31Y" fmla="*/ 935756 h 1660822"/>
              <a:gd name="GluePoint32X" fmla="*/ 3642290 w 4211600"/>
              <a:gd name="GluePoint32Y" fmla="*/ 806216 h 1660822"/>
              <a:gd name="GluePoint33X" fmla="*/ 3825937 w 4211600"/>
              <a:gd name="GluePoint33Y" fmla="*/ 594475 h 1660822"/>
              <a:gd name="GluePoint34X" fmla="*/ 3861381 w 4211600"/>
              <a:gd name="GluePoint34Y" fmla="*/ 544755 h 1660822"/>
              <a:gd name="GluePoint35X" fmla="*/ 3950381 w 4211600"/>
              <a:gd name="GluePoint35Y" fmla="*/ 427978 h 1660822"/>
              <a:gd name="GluePoint36X" fmla="*/ 4112370 w 4211600"/>
              <a:gd name="GluePoint36Y" fmla="*/ 201378 h 1660822"/>
              <a:gd name="GluePoint37X" fmla="*/ 4195989 w 4211600"/>
              <a:gd name="GluePoint37Y" fmla="*/ 33834 h 166082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</a:cxnLst>
            <a:rect l="textAreaLeft" t="textAreaTop" r="textAreaRight" b="textAreaBottom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grpSp>
        <p:nvGrpSpPr>
          <p:cNvPr id="81" name="Graphic 141"/>
          <p:cNvGrpSpPr/>
          <p:nvPr/>
        </p:nvGrpSpPr>
        <p:grpSpPr>
          <a:xfrm>
            <a:off x="10800" y="15120"/>
            <a:ext cx="2198520" cy="3330720"/>
            <a:chOff x="10800" y="15120"/>
            <a:chExt cx="2198520" cy="3330720"/>
          </a:xfrm>
        </p:grpSpPr>
        <p:sp>
          <p:nvSpPr>
            <p:cNvPr id="82" name="Freeform: Shape 11"/>
            <p:cNvSpPr/>
            <p:nvPr/>
          </p:nvSpPr>
          <p:spPr>
            <a:xfrm>
              <a:off x="19440" y="15120"/>
              <a:ext cx="2189880" cy="3330720"/>
            </a:xfrm>
            <a:custGeom>
              <a:avLst/>
              <a:gdLst>
                <a:gd name="textAreaLeft" fmla="*/ 0 w 2189880"/>
                <a:gd name="textAreaRight" fmla="*/ 2190240 w 2189880"/>
                <a:gd name="textAreaTop" fmla="*/ 0 h 3330720"/>
                <a:gd name="textAreaBottom" fmla="*/ 3331080 h 3330720"/>
                <a:gd name="GluePoint1X" fmla="*/ 0 w 3296088"/>
                <a:gd name="GluePoint1Y" fmla="*/ 5012722 h 5012722"/>
                <a:gd name="GluePoint2X" fmla="*/ 244031 w 3296088"/>
                <a:gd name="GluePoint2Y" fmla="*/ 4820222 h 5012722"/>
                <a:gd name="GluePoint3X" fmla="*/ 729234 w 3296088"/>
                <a:gd name="GluePoint3Y" fmla="*/ 4360641 h 5012722"/>
                <a:gd name="GluePoint4X" fmla="*/ 881444 w 3296088"/>
                <a:gd name="GluePoint4Y" fmla="*/ 4173950 h 5012722"/>
                <a:gd name="GluePoint5X" fmla="*/ 1151287 w 3296088"/>
                <a:gd name="GluePoint5Y" fmla="*/ 3972877 h 5012722"/>
                <a:gd name="GluePoint6X" fmla="*/ 1498664 w 3296088"/>
                <a:gd name="GluePoint6Y" fmla="*/ 3786188 h 5012722"/>
                <a:gd name="GluePoint7X" fmla="*/ 1716881 w 3296088"/>
                <a:gd name="GluePoint7Y" fmla="*/ 3674174 h 5012722"/>
                <a:gd name="GluePoint8X" fmla="*/ 1913573 w 3296088"/>
                <a:gd name="GluePoint8Y" fmla="*/ 3477387 h 5012722"/>
                <a:gd name="GluePoint9X" fmla="*/ 2167700 w 3296088"/>
                <a:gd name="GluePoint9Y" fmla="*/ 3042190 h 5012722"/>
                <a:gd name="GluePoint10X" fmla="*/ 2273903 w 3296088"/>
                <a:gd name="GluePoint10Y" fmla="*/ 2775014 h 5012722"/>
                <a:gd name="GluePoint11X" fmla="*/ 2463356 w 3296088"/>
                <a:gd name="GluePoint11Y" fmla="*/ 2335530 h 5012722"/>
                <a:gd name="GluePoint12X" fmla="*/ 2741866 w 3296088"/>
                <a:gd name="GluePoint12Y" fmla="*/ 1982248 h 5012722"/>
                <a:gd name="GluePoint13X" fmla="*/ 2985897 w 3296088"/>
                <a:gd name="GluePoint13Y" fmla="*/ 1634681 h 5012722"/>
                <a:gd name="GluePoint14X" fmla="*/ 3212687 w 3296088"/>
                <a:gd name="GluePoint14Y" fmla="*/ 1226820 h 5012722"/>
                <a:gd name="GluePoint15X" fmla="*/ 3281553 w 3296088"/>
                <a:gd name="GluePoint15Y" fmla="*/ 959644 h 5012722"/>
                <a:gd name="GluePoint16X" fmla="*/ 3295936 w 3296088"/>
                <a:gd name="GluePoint16Y" fmla="*/ 701135 h 5012722"/>
                <a:gd name="GluePoint17X" fmla="*/ 3267266 w 3296088"/>
                <a:gd name="GluePoint17Y" fmla="*/ 436817 h 5012722"/>
                <a:gd name="GluePoint18X" fmla="*/ 3105341 w 3296088"/>
                <a:gd name="GluePoint18Y" fmla="*/ 0 h 50127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Freeform: Shape 12"/>
            <p:cNvSpPr/>
            <p:nvPr/>
          </p:nvSpPr>
          <p:spPr>
            <a:xfrm>
              <a:off x="10800" y="15120"/>
              <a:ext cx="1978200" cy="3074760"/>
            </a:xfrm>
            <a:custGeom>
              <a:avLst/>
              <a:gdLst>
                <a:gd name="textAreaLeft" fmla="*/ 0 w 1978200"/>
                <a:gd name="textAreaRight" fmla="*/ 1978560 w 1978200"/>
                <a:gd name="textAreaTop" fmla="*/ 0 h 3074760"/>
                <a:gd name="textAreaBottom" fmla="*/ 3075120 h 3074760"/>
                <a:gd name="GluePoint1X" fmla="*/ 0 w 2977477"/>
                <a:gd name="GluePoint1Y" fmla="*/ 4627150 h 4627149"/>
                <a:gd name="GluePoint2X" fmla="*/ 275082 w 2977477"/>
                <a:gd name="GluePoint2Y" fmla="*/ 4341590 h 4627149"/>
                <a:gd name="GluePoint3X" fmla="*/ 502825 w 2977477"/>
                <a:gd name="GluePoint3Y" fmla="*/ 4054126 h 4627149"/>
                <a:gd name="GluePoint4X" fmla="*/ 666179 w 2977477"/>
                <a:gd name="GluePoint4Y" fmla="*/ 3890677 h 4627149"/>
                <a:gd name="GluePoint5X" fmla="*/ 864203 w 2977477"/>
                <a:gd name="GluePoint5Y" fmla="*/ 3675983 h 4627149"/>
                <a:gd name="GluePoint6X" fmla="*/ 982599 w 2977477"/>
                <a:gd name="GluePoint6Y" fmla="*/ 3557492 h 4627149"/>
                <a:gd name="GluePoint7X" fmla="*/ 1188244 w 2977477"/>
                <a:gd name="GluePoint7Y" fmla="*/ 3329654 h 4627149"/>
                <a:gd name="GluePoint8X" fmla="*/ 1344740 w 2977477"/>
                <a:gd name="GluePoint8Y" fmla="*/ 3146774 h 4627149"/>
                <a:gd name="GluePoint9X" fmla="*/ 1470755 w 2977477"/>
                <a:gd name="GluePoint9Y" fmla="*/ 2984659 h 4627149"/>
                <a:gd name="GluePoint10X" fmla="*/ 1657636 w 2977477"/>
                <a:gd name="GluePoint10Y" fmla="*/ 2670239 h 4627149"/>
                <a:gd name="GluePoint11X" fmla="*/ 1762887 w 2977477"/>
                <a:gd name="GluePoint11Y" fmla="*/ 2473547 h 4627149"/>
                <a:gd name="GluePoint12X" fmla="*/ 1866710 w 2977477"/>
                <a:gd name="GluePoint12Y" fmla="*/ 2290667 h 4627149"/>
                <a:gd name="GluePoint13X" fmla="*/ 2106263 w 2977477"/>
                <a:gd name="GluePoint13Y" fmla="*/ 2030254 h 4627149"/>
                <a:gd name="GluePoint14X" fmla="*/ 2277237 w 2977477"/>
                <a:gd name="GluePoint14Y" fmla="*/ 1859185 h 4627149"/>
                <a:gd name="GluePoint15X" fmla="*/ 2499455 w 2977477"/>
                <a:gd name="GluePoint15Y" fmla="*/ 1656207 h 4627149"/>
                <a:gd name="GluePoint16X" fmla="*/ 2707100 w 2977477"/>
                <a:gd name="GluePoint16Y" fmla="*/ 1390269 h 4627149"/>
                <a:gd name="GluePoint17X" fmla="*/ 2812352 w 2977477"/>
                <a:gd name="GluePoint17Y" fmla="*/ 1230916 h 4627149"/>
                <a:gd name="GluePoint18X" fmla="*/ 2898172 w 2977477"/>
                <a:gd name="GluePoint18Y" fmla="*/ 1036987 h 4627149"/>
                <a:gd name="GluePoint19X" fmla="*/ 2963228 w 2977477"/>
                <a:gd name="GluePoint19Y" fmla="*/ 850011 h 4627149"/>
                <a:gd name="GluePoint20X" fmla="*/ 2977325 w 2977477"/>
                <a:gd name="GluePoint20Y" fmla="*/ 745427 h 4627149"/>
                <a:gd name="GluePoint21X" fmla="*/ 2929509 w 2977477"/>
                <a:gd name="GluePoint21Y" fmla="*/ 480155 h 4627149"/>
                <a:gd name="GluePoint22X" fmla="*/ 2563082 w 2977477"/>
                <a:gd name="GluePoint22Y" fmla="*/ 0 h 462714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textAreaLeft" t="textAreaTop" r="textAreaRight" b="textAreaBottom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Freeform: Shape 13"/>
            <p:cNvSpPr/>
            <p:nvPr/>
          </p:nvSpPr>
          <p:spPr>
            <a:xfrm>
              <a:off x="25200" y="15120"/>
              <a:ext cx="1565640" cy="2737080"/>
            </a:xfrm>
            <a:custGeom>
              <a:avLst/>
              <a:gdLst>
                <a:gd name="textAreaLeft" fmla="*/ 0 w 1565640"/>
                <a:gd name="textAreaRight" fmla="*/ 1566000 w 1565640"/>
                <a:gd name="textAreaTop" fmla="*/ 0 h 2737080"/>
                <a:gd name="textAreaBottom" fmla="*/ 2737440 h 2737080"/>
                <a:gd name="GluePoint1X" fmla="*/ 1707071 w 2356712"/>
                <a:gd name="GluePoint1Y" fmla="*/ 0 h 4118991"/>
                <a:gd name="GluePoint2X" fmla="*/ 1824514 w 2356712"/>
                <a:gd name="GluePoint2Y" fmla="*/ 244697 h 4118991"/>
                <a:gd name="GluePoint3X" fmla="*/ 1908715 w 2356712"/>
                <a:gd name="GluePoint3Y" fmla="*/ 328994 h 4118991"/>
                <a:gd name="GluePoint4X" fmla="*/ 2226469 w 2356712"/>
                <a:gd name="GluePoint4Y" fmla="*/ 603695 h 4118991"/>
                <a:gd name="GluePoint5X" fmla="*/ 2355628 w 2356712"/>
                <a:gd name="GluePoint5Y" fmla="*/ 900494 h 4118991"/>
                <a:gd name="GluePoint6X" fmla="*/ 2281428 w 2356712"/>
                <a:gd name="GluePoint6Y" fmla="*/ 1206913 h 4118991"/>
                <a:gd name="GluePoint7X" fmla="*/ 2092452 w 2356712"/>
                <a:gd name="GluePoint7Y" fmla="*/ 1460659 h 4118991"/>
                <a:gd name="GluePoint8X" fmla="*/ 1834039 w 2356712"/>
                <a:gd name="GluePoint8Y" fmla="*/ 1625822 h 4118991"/>
                <a:gd name="GluePoint9X" fmla="*/ 1558862 w 2356712"/>
                <a:gd name="GluePoint9Y" fmla="*/ 1743075 h 4118991"/>
                <a:gd name="GluePoint10X" fmla="*/ 1386554 w 2356712"/>
                <a:gd name="GluePoint10Y" fmla="*/ 1869948 h 4118991"/>
                <a:gd name="GluePoint11X" fmla="*/ 1271683 w 2356712"/>
                <a:gd name="GluePoint11Y" fmla="*/ 2073402 h 4118991"/>
                <a:gd name="GluePoint12X" fmla="*/ 1178338 w 2356712"/>
                <a:gd name="GluePoint12Y" fmla="*/ 2355914 h 4118991"/>
                <a:gd name="GluePoint13X" fmla="*/ 1113758 w 2356712"/>
                <a:gd name="GluePoint13Y" fmla="*/ 2578513 h 4118991"/>
                <a:gd name="GluePoint14X" fmla="*/ 1034796 w 2356712"/>
                <a:gd name="GluePoint14Y" fmla="*/ 2834640 h 4118991"/>
                <a:gd name="GluePoint15X" fmla="*/ 905637 w 2356712"/>
                <a:gd name="GluePoint15Y" fmla="*/ 3081242 h 4118991"/>
                <a:gd name="GluePoint16X" fmla="*/ 793147 w 2356712"/>
                <a:gd name="GluePoint16Y" fmla="*/ 3258407 h 4118991"/>
                <a:gd name="GluePoint17X" fmla="*/ 546735 w 2356712"/>
                <a:gd name="GluePoint17Y" fmla="*/ 3571970 h 4118991"/>
                <a:gd name="GluePoint18X" fmla="*/ 346996 w 2356712"/>
                <a:gd name="GluePoint18Y" fmla="*/ 3771900 h 4118991"/>
                <a:gd name="GluePoint19X" fmla="*/ 174689 w 2356712"/>
                <a:gd name="GluePoint19Y" fmla="*/ 3944207 h 4118991"/>
                <a:gd name="GluePoint20X" fmla="*/ 0 w 2356712"/>
                <a:gd name="GluePoint20Y" fmla="*/ 4118991 h 411899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Freeform: Shape 14"/>
            <p:cNvSpPr/>
            <p:nvPr/>
          </p:nvSpPr>
          <p:spPr>
            <a:xfrm>
              <a:off x="10800" y="15120"/>
              <a:ext cx="1368000" cy="2644560"/>
            </a:xfrm>
            <a:custGeom>
              <a:avLst/>
              <a:gdLst>
                <a:gd name="textAreaLeft" fmla="*/ 0 w 1368000"/>
                <a:gd name="textAreaRight" fmla="*/ 1368360 w 1368000"/>
                <a:gd name="textAreaTop" fmla="*/ 0 h 2644560"/>
                <a:gd name="textAreaBottom" fmla="*/ 2644920 h 2644560"/>
                <a:gd name="GluePoint1X" fmla="*/ 0 w 2059193"/>
                <a:gd name="GluePoint1Y" fmla="*/ 3980116 h 3980116"/>
                <a:gd name="GluePoint2X" fmla="*/ 471583 w 2059193"/>
                <a:gd name="GluePoint2Y" fmla="*/ 3515678 h 3980116"/>
                <a:gd name="GluePoint3X" fmla="*/ 758666 w 2059193"/>
                <a:gd name="GluePoint3Y" fmla="*/ 3163824 h 3980116"/>
                <a:gd name="GluePoint4X" fmla="*/ 940499 w 2059193"/>
                <a:gd name="GluePoint4Y" fmla="*/ 2780824 h 3980116"/>
                <a:gd name="GluePoint5X" fmla="*/ 1055370 w 2059193"/>
                <a:gd name="GluePoint5Y" fmla="*/ 2242185 h 3980116"/>
                <a:gd name="GluePoint6X" fmla="*/ 1136714 w 2059193"/>
                <a:gd name="GluePoint6Y" fmla="*/ 1878330 h 3980116"/>
                <a:gd name="GluePoint7X" fmla="*/ 1246727 w 2059193"/>
                <a:gd name="GluePoint7Y" fmla="*/ 1562386 h 3980116"/>
                <a:gd name="GluePoint8X" fmla="*/ 1378363 w 2059193"/>
                <a:gd name="GluePoint8Y" fmla="*/ 1430750 h 3980116"/>
                <a:gd name="GluePoint9X" fmla="*/ 1691831 w 2059193"/>
                <a:gd name="GluePoint9Y" fmla="*/ 1394841 h 3980116"/>
                <a:gd name="GluePoint10X" fmla="*/ 1914335 w 2059193"/>
                <a:gd name="GluePoint10Y" fmla="*/ 1323023 h 3980116"/>
                <a:gd name="GluePoint11X" fmla="*/ 2055495 w 2059193"/>
                <a:gd name="GluePoint11Y" fmla="*/ 1098042 h 3980116"/>
                <a:gd name="GluePoint12X" fmla="*/ 2033969 w 2059193"/>
                <a:gd name="GluePoint12Y" fmla="*/ 930497 h 3980116"/>
                <a:gd name="GluePoint13X" fmla="*/ 1885664 w 2059193"/>
                <a:gd name="GluePoint13Y" fmla="*/ 760571 h 3980116"/>
                <a:gd name="GluePoint14X" fmla="*/ 1636871 w 2059193"/>
                <a:gd name="GluePoint14Y" fmla="*/ 612172 h 3980116"/>
                <a:gd name="GluePoint15X" fmla="*/ 1335405 w 2059193"/>
                <a:gd name="GluePoint15Y" fmla="*/ 459010 h 3980116"/>
                <a:gd name="GluePoint16X" fmla="*/ 1234916 w 2059193"/>
                <a:gd name="GluePoint16Y" fmla="*/ 269939 h 3980116"/>
                <a:gd name="GluePoint17X" fmla="*/ 1386935 w 2059193"/>
                <a:gd name="GluePoint17Y" fmla="*/ 0 h 39801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Freeform: Shape 15"/>
            <p:cNvSpPr/>
            <p:nvPr/>
          </p:nvSpPr>
          <p:spPr>
            <a:xfrm>
              <a:off x="18720" y="543960"/>
              <a:ext cx="493920" cy="19051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0 h 1905120"/>
                <a:gd name="textAreaBottom" fmla="*/ 1905480 h 1905120"/>
                <a:gd name="GluePoint1X" fmla="*/ 11144 w 743796"/>
                <a:gd name="GluePoint1Y" fmla="*/ 0 h 2867501"/>
                <a:gd name="GluePoint2X" fmla="*/ 353663 w 743796"/>
                <a:gd name="GluePoint2Y" fmla="*/ 55245 h 2867501"/>
                <a:gd name="GluePoint3X" fmla="*/ 571405 w 743796"/>
                <a:gd name="GluePoint3Y" fmla="*/ 179737 h 2867501"/>
                <a:gd name="GluePoint4X" fmla="*/ 688658 w 743796"/>
                <a:gd name="GluePoint4Y" fmla="*/ 368808 h 2867501"/>
                <a:gd name="GluePoint5X" fmla="*/ 731711 w 743796"/>
                <a:gd name="GluePoint5Y" fmla="*/ 612934 h 2867501"/>
                <a:gd name="GluePoint6X" fmla="*/ 725233 w 743796"/>
                <a:gd name="GluePoint6Y" fmla="*/ 995648 h 2867501"/>
                <a:gd name="GluePoint7X" fmla="*/ 742855 w 743796"/>
                <a:gd name="GluePoint7Y" fmla="*/ 1499330 h 2867501"/>
                <a:gd name="GluePoint8X" fmla="*/ 707898 w 743796"/>
                <a:gd name="GluePoint8Y" fmla="*/ 1793081 h 2867501"/>
                <a:gd name="GluePoint9X" fmla="*/ 633222 w 743796"/>
                <a:gd name="GluePoint9Y" fmla="*/ 2073592 h 2867501"/>
                <a:gd name="GluePoint10X" fmla="*/ 404527 w 743796"/>
                <a:gd name="GluePoint10Y" fmla="*/ 2472404 h 2867501"/>
                <a:gd name="GluePoint11X" fmla="*/ 0 w 743796"/>
                <a:gd name="GluePoint11Y" fmla="*/ 2867501 h 286750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Freeform: Shape 16"/>
            <p:cNvSpPr/>
            <p:nvPr/>
          </p:nvSpPr>
          <p:spPr>
            <a:xfrm>
              <a:off x="10800" y="672120"/>
              <a:ext cx="396720" cy="1689840"/>
            </a:xfrm>
            <a:custGeom>
              <a:avLst/>
              <a:gdLst>
                <a:gd name="textAreaLeft" fmla="*/ 0 w 396720"/>
                <a:gd name="textAreaRight" fmla="*/ 397080 w 396720"/>
                <a:gd name="textAreaTop" fmla="*/ 0 h 1689840"/>
                <a:gd name="textAreaBottom" fmla="*/ 1690200 h 1689840"/>
                <a:gd name="GluePoint1X" fmla="*/ 16478 w 597294"/>
                <a:gd name="GluePoint1Y" fmla="*/ 2079 h 2543540"/>
                <a:gd name="GluePoint2X" fmla="*/ 299847 w 597294"/>
                <a:gd name="GluePoint2Y" fmla="*/ 53991 h 2543540"/>
                <a:gd name="GluePoint3X" fmla="*/ 503206 w 597294"/>
                <a:gd name="GluePoint3Y" fmla="*/ 291354 h 2543540"/>
                <a:gd name="GluePoint4X" fmla="*/ 525113 w 597294"/>
                <a:gd name="GluePoint4Y" fmla="*/ 724265 h 2543540"/>
                <a:gd name="GluePoint5X" fmla="*/ 578930 w 597294"/>
                <a:gd name="GluePoint5Y" fmla="*/ 1117267 h 2543540"/>
                <a:gd name="GluePoint6X" fmla="*/ 592931 w 597294"/>
                <a:gd name="GluePoint6Y" fmla="*/ 1476359 h 2543540"/>
                <a:gd name="GluePoint7X" fmla="*/ 503206 w 597294"/>
                <a:gd name="GluePoint7Y" fmla="*/ 1859359 h 2543540"/>
                <a:gd name="GluePoint8X" fmla="*/ 291846 w 597294"/>
                <a:gd name="GluePoint8Y" fmla="*/ 2250361 h 2543540"/>
                <a:gd name="GluePoint9X" fmla="*/ 0 w 597294"/>
                <a:gd name="GluePoint9Y" fmla="*/ 2543540 h 25435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Freeform: Shape 17"/>
            <p:cNvSpPr/>
            <p:nvPr/>
          </p:nvSpPr>
          <p:spPr>
            <a:xfrm>
              <a:off x="23040" y="881280"/>
              <a:ext cx="258480" cy="1336320"/>
            </a:xfrm>
            <a:custGeom>
              <a:avLst/>
              <a:gdLst>
                <a:gd name="textAreaLeft" fmla="*/ 0 w 258480"/>
                <a:gd name="textAreaRight" fmla="*/ 258840 w 258480"/>
                <a:gd name="textAreaTop" fmla="*/ 0 h 1336320"/>
                <a:gd name="textAreaBottom" fmla="*/ 1336680 h 1336320"/>
                <a:gd name="GluePoint1X" fmla="*/ 0 w 389425"/>
                <a:gd name="GluePoint1Y" fmla="*/ 33 h 2011236"/>
                <a:gd name="GluePoint2X" fmla="*/ 171260 w 389425"/>
                <a:gd name="GluePoint2Y" fmla="*/ 60326 h 2011236"/>
                <a:gd name="GluePoint3X" fmla="*/ 211455 w 389425"/>
                <a:gd name="GluePoint3Y" fmla="*/ 221204 h 2011236"/>
                <a:gd name="GluePoint4X" fmla="*/ 243078 w 389425"/>
                <a:gd name="GluePoint4Y" fmla="*/ 448089 h 2011236"/>
                <a:gd name="GluePoint5X" fmla="*/ 346424 w 389425"/>
                <a:gd name="GluePoint5Y" fmla="*/ 789941 h 2011236"/>
                <a:gd name="GluePoint6X" fmla="*/ 372237 w 389425"/>
                <a:gd name="GluePoint6Y" fmla="*/ 942151 h 2011236"/>
                <a:gd name="GluePoint7X" fmla="*/ 386620 w 389425"/>
                <a:gd name="GluePoint7Y" fmla="*/ 1272478 h 2011236"/>
                <a:gd name="GluePoint8X" fmla="*/ 280416 w 389425"/>
                <a:gd name="GluePoint8Y" fmla="*/ 1660241 h 2011236"/>
                <a:gd name="GluePoint9X" fmla="*/ 151257 w 389425"/>
                <a:gd name="GluePoint9Y" fmla="*/ 1844073 h 2011236"/>
                <a:gd name="GluePoint10X" fmla="*/ 1905 w 389425"/>
                <a:gd name="GluePoint10Y" fmla="*/ 2011237 h 20112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9" name="Graphic 157"/>
          <p:cNvGrpSpPr/>
          <p:nvPr/>
        </p:nvGrpSpPr>
        <p:grpSpPr>
          <a:xfrm>
            <a:off x="8610480" y="3276720"/>
            <a:ext cx="3529080" cy="3580920"/>
            <a:chOff x="8610480" y="3276720"/>
            <a:chExt cx="3529080" cy="3580920"/>
          </a:xfrm>
        </p:grpSpPr>
        <p:sp>
          <p:nvSpPr>
            <p:cNvPr id="90" name="Freeform: Shape 19"/>
            <p:cNvSpPr/>
            <p:nvPr/>
          </p:nvSpPr>
          <p:spPr>
            <a:xfrm>
              <a:off x="8610480" y="3276720"/>
              <a:ext cx="3515760" cy="3565080"/>
            </a:xfrm>
            <a:custGeom>
              <a:avLst/>
              <a:gdLst>
                <a:gd name="textAreaLeft" fmla="*/ 0 w 3515760"/>
                <a:gd name="textAreaRight" fmla="*/ 3516120 w 3515760"/>
                <a:gd name="textAreaTop" fmla="*/ 0 h 3565080"/>
                <a:gd name="textAreaBottom" fmla="*/ 3565440 h 3565080"/>
                <a:gd name="GluePoint1X" fmla="*/ 0 w 3946874"/>
                <a:gd name="GluePoint1Y" fmla="*/ 3989641 h 3989641"/>
                <a:gd name="GluePoint2X" fmla="*/ 79439 w 3946874"/>
                <a:gd name="GluePoint2Y" fmla="*/ 3891153 h 3989641"/>
                <a:gd name="GluePoint3X" fmla="*/ 297371 w 3946874"/>
                <a:gd name="GluePoint3Y" fmla="*/ 3626930 h 3989641"/>
                <a:gd name="GluePoint4X" fmla="*/ 454343 w 3946874"/>
                <a:gd name="GluePoint4Y" fmla="*/ 3440335 h 3989641"/>
                <a:gd name="GluePoint5X" fmla="*/ 622363 w 3946874"/>
                <a:gd name="GluePoint5Y" fmla="*/ 3290697 h 3989641"/>
                <a:gd name="GluePoint6X" fmla="*/ 927068 w 3946874"/>
                <a:gd name="GluePoint6Y" fmla="*/ 3087434 h 3989641"/>
                <a:gd name="GluePoint7X" fmla="*/ 1176338 w 3946874"/>
                <a:gd name="GluePoint7Y" fmla="*/ 2915603 h 3989641"/>
                <a:gd name="GluePoint8X" fmla="*/ 1394270 w 3946874"/>
                <a:gd name="GluePoint8Y" fmla="*/ 2780729 h 3989641"/>
                <a:gd name="GluePoint9X" fmla="*/ 1601057 w 3946874"/>
                <a:gd name="GluePoint9Y" fmla="*/ 2723483 h 3989641"/>
                <a:gd name="GluePoint10X" fmla="*/ 1756220 w 3946874"/>
                <a:gd name="GluePoint10Y" fmla="*/ 2743772 h 3989641"/>
                <a:gd name="GluePoint11X" fmla="*/ 1889189 w 3946874"/>
                <a:gd name="GluePoint11Y" fmla="*/ 2765965 h 3989641"/>
                <a:gd name="GluePoint12X" fmla="*/ 2007394 w 3946874"/>
                <a:gd name="GluePoint12Y" fmla="*/ 2765965 h 3989641"/>
                <a:gd name="GluePoint13X" fmla="*/ 2184654 w 3946874"/>
                <a:gd name="GluePoint13Y" fmla="*/ 2671763 h 3989641"/>
                <a:gd name="GluePoint14X" fmla="*/ 2372773 w 3946874"/>
                <a:gd name="GluePoint14Y" fmla="*/ 2538984 h 3989641"/>
                <a:gd name="GluePoint15X" fmla="*/ 2439543 w 3946874"/>
                <a:gd name="GluePoint15Y" fmla="*/ 2510504 h 3989641"/>
                <a:gd name="GluePoint16X" fmla="*/ 2650617 w 3946874"/>
                <a:gd name="GluePoint16Y" fmla="*/ 2434781 h 3989641"/>
                <a:gd name="GluePoint17X" fmla="*/ 2785110 w 3946874"/>
                <a:gd name="GluePoint17Y" fmla="*/ 2383060 h 3989641"/>
                <a:gd name="GluePoint18X" fmla="*/ 2897315 w 3946874"/>
                <a:gd name="GluePoint18Y" fmla="*/ 2318861 h 3989641"/>
                <a:gd name="GluePoint19X" fmla="*/ 2997994 w 3946874"/>
                <a:gd name="GluePoint19Y" fmla="*/ 2226183 h 3989641"/>
                <a:gd name="GluePoint20X" fmla="*/ 3061240 w 3946874"/>
                <a:gd name="GluePoint20Y" fmla="*/ 2141506 h 3989641"/>
                <a:gd name="GluePoint21X" fmla="*/ 3152108 w 3946874"/>
                <a:gd name="GluePoint21Y" fmla="*/ 2005203 h 3989641"/>
                <a:gd name="GluePoint22X" fmla="*/ 3274124 w 3946874"/>
                <a:gd name="GluePoint22Y" fmla="*/ 1871567 h 3989641"/>
                <a:gd name="GluePoint23X" fmla="*/ 3388138 w 3946874"/>
                <a:gd name="GluePoint23Y" fmla="*/ 1770888 h 3989641"/>
                <a:gd name="GluePoint24X" fmla="*/ 3466529 w 3946874"/>
                <a:gd name="GluePoint24Y" fmla="*/ 1679162 h 3989641"/>
                <a:gd name="GluePoint25X" fmla="*/ 3538633 w 3946874"/>
                <a:gd name="GluePoint25Y" fmla="*/ 1551718 h 3989641"/>
                <a:gd name="GluePoint26X" fmla="*/ 3588544 w 3946874"/>
                <a:gd name="GluePoint26Y" fmla="*/ 1376172 h 3989641"/>
                <a:gd name="GluePoint27X" fmla="*/ 3597402 w 3946874"/>
                <a:gd name="GluePoint27Y" fmla="*/ 1293305 h 3989641"/>
                <a:gd name="GluePoint28X" fmla="*/ 3721227 w 3946874"/>
                <a:gd name="GluePoint28Y" fmla="*/ 880491 h 3989641"/>
                <a:gd name="GluePoint29X" fmla="*/ 3761137 w 3946874"/>
                <a:gd name="GluePoint29Y" fmla="*/ 463677 h 3989641"/>
                <a:gd name="GluePoint30X" fmla="*/ 3946874 w 3946874"/>
                <a:gd name="GluePoint30Y" fmla="*/ 0 h 398964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Freeform: Shape 20"/>
            <p:cNvSpPr/>
            <p:nvPr/>
          </p:nvSpPr>
          <p:spPr>
            <a:xfrm>
              <a:off x="8861040" y="4186080"/>
              <a:ext cx="3265200" cy="2667600"/>
            </a:xfrm>
            <a:custGeom>
              <a:avLst/>
              <a:gdLst>
                <a:gd name="textAreaLeft" fmla="*/ 0 w 3265200"/>
                <a:gd name="textAreaRight" fmla="*/ 3265560 w 3265200"/>
                <a:gd name="textAreaTop" fmla="*/ 0 h 2667600"/>
                <a:gd name="textAreaBottom" fmla="*/ 2667960 h 2667600"/>
                <a:gd name="GluePoint1X" fmla="*/ 0 w 3665410"/>
                <a:gd name="GluePoint1Y" fmla="*/ 2985611 h 2985611"/>
                <a:gd name="GluePoint2X" fmla="*/ 166211 w 3665410"/>
                <a:gd name="GluePoint2Y" fmla="*/ 2699766 h 2985611"/>
                <a:gd name="GluePoint3X" fmla="*/ 397002 w 3665410"/>
                <a:gd name="GluePoint3Y" fmla="*/ 2414969 h 2985611"/>
                <a:gd name="GluePoint4X" fmla="*/ 620173 w 3665410"/>
                <a:gd name="GluePoint4Y" fmla="*/ 2237899 h 2985611"/>
                <a:gd name="GluePoint5X" fmla="*/ 823341 w 3665410"/>
                <a:gd name="GluePoint5Y" fmla="*/ 2085499 h 2985611"/>
                <a:gd name="GluePoint6X" fmla="*/ 1089565 w 3665410"/>
                <a:gd name="GluePoint6Y" fmla="*/ 1911477 h 2985611"/>
                <a:gd name="GluePoint7X" fmla="*/ 1145000 w 3665410"/>
                <a:gd name="GluePoint7Y" fmla="*/ 1886807 h 2985611"/>
                <a:gd name="GluePoint8X" fmla="*/ 1375791 w 3665410"/>
                <a:gd name="GluePoint8Y" fmla="*/ 1842135 h 2985611"/>
                <a:gd name="GluePoint9X" fmla="*/ 1486567 w 3665410"/>
                <a:gd name="GluePoint9Y" fmla="*/ 1857566 h 2985611"/>
                <a:gd name="GluePoint10X" fmla="*/ 1568101 w 3665410"/>
                <a:gd name="GluePoint10Y" fmla="*/ 1871377 h 2985611"/>
                <a:gd name="GluePoint11X" fmla="*/ 1810607 w 3665410"/>
                <a:gd name="GluePoint11Y" fmla="*/ 1871377 h 2985611"/>
                <a:gd name="GluePoint12X" fmla="*/ 1997964 w 3665410"/>
                <a:gd name="GluePoint12Y" fmla="*/ 1790605 h 2985611"/>
                <a:gd name="GluePoint13X" fmla="*/ 2109883 w 3665410"/>
                <a:gd name="GluePoint13Y" fmla="*/ 1702784 h 2985611"/>
                <a:gd name="GluePoint14X" fmla="*/ 2321433 w 3665410"/>
                <a:gd name="GluePoint14Y" fmla="*/ 1552384 h 2985611"/>
                <a:gd name="GluePoint15X" fmla="*/ 2558891 w 3665410"/>
                <a:gd name="GluePoint15Y" fmla="*/ 1453420 h 2985611"/>
                <a:gd name="GluePoint16X" fmla="*/ 2709767 w 3665410"/>
                <a:gd name="GluePoint16Y" fmla="*/ 1377887 h 2985611"/>
                <a:gd name="GluePoint17X" fmla="*/ 2885408 w 3665410"/>
                <a:gd name="GluePoint17Y" fmla="*/ 1237393 h 2985611"/>
                <a:gd name="GluePoint18X" fmla="*/ 3017711 w 3665410"/>
                <a:gd name="GluePoint18Y" fmla="*/ 1072229 h 2985611"/>
                <a:gd name="GluePoint19X" fmla="*/ 3150680 w 3665410"/>
                <a:gd name="GluePoint19Y" fmla="*/ 921830 h 2985611"/>
                <a:gd name="GluePoint20X" fmla="*/ 3255169 w 3665410"/>
                <a:gd name="GluePoint20Y" fmla="*/ 801815 h 2985611"/>
                <a:gd name="GluePoint21X" fmla="*/ 3339275 w 3665410"/>
                <a:gd name="GluePoint21Y" fmla="*/ 694182 h 2985611"/>
                <a:gd name="GluePoint22X" fmla="*/ 3409188 w 3665410"/>
                <a:gd name="GluePoint22Y" fmla="*/ 546926 h 2985611"/>
                <a:gd name="GluePoint23X" fmla="*/ 3464243 w 3665410"/>
                <a:gd name="GluePoint23Y" fmla="*/ 347663 h 2985611"/>
                <a:gd name="GluePoint24X" fmla="*/ 3665411 w 3665410"/>
                <a:gd name="GluePoint24Y" fmla="*/ 0 h 29856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</a:cxnLst>
              <a:rect l="textAreaLeft" t="textAreaTop" r="textAreaRight" b="textAreaBottom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Freeform: Shape 21"/>
            <p:cNvSpPr/>
            <p:nvPr/>
          </p:nvSpPr>
          <p:spPr>
            <a:xfrm>
              <a:off x="11885040" y="6677640"/>
              <a:ext cx="254520" cy="177480"/>
            </a:xfrm>
            <a:custGeom>
              <a:avLst/>
              <a:gdLst>
                <a:gd name="textAreaLeft" fmla="*/ 0 w 254520"/>
                <a:gd name="textAreaRight" fmla="*/ 254880 w 254520"/>
                <a:gd name="textAreaTop" fmla="*/ 0 h 177480"/>
                <a:gd name="textAreaBottom" fmla="*/ 177840 h 177480"/>
                <a:gd name="GluePoint1X" fmla="*/ 0 w 285940"/>
                <a:gd name="GluePoint1Y" fmla="*/ 199073 h 199072"/>
                <a:gd name="GluePoint2X" fmla="*/ 285940 w 285940"/>
                <a:gd name="GluePoint2Y" fmla="*/ 0 h 19907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Freeform: Shape 22"/>
            <p:cNvSpPr/>
            <p:nvPr/>
          </p:nvSpPr>
          <p:spPr>
            <a:xfrm>
              <a:off x="11531160" y="6516720"/>
              <a:ext cx="583920" cy="340200"/>
            </a:xfrm>
            <a:custGeom>
              <a:avLst/>
              <a:gdLst>
                <a:gd name="textAreaLeft" fmla="*/ 0 w 583920"/>
                <a:gd name="textAreaRight" fmla="*/ 584280 w 583920"/>
                <a:gd name="textAreaTop" fmla="*/ 0 h 340200"/>
                <a:gd name="textAreaBottom" fmla="*/ 340560 h 340200"/>
                <a:gd name="GluePoint1X" fmla="*/ 0 w 655796"/>
                <a:gd name="GluePoint1Y" fmla="*/ 381190 h 381190"/>
                <a:gd name="GluePoint2X" fmla="*/ 655796 w 655796"/>
                <a:gd name="GluePoint2Y" fmla="*/ 0 h 3811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Freeform: Shape 23"/>
            <p:cNvSpPr/>
            <p:nvPr/>
          </p:nvSpPr>
          <p:spPr>
            <a:xfrm>
              <a:off x="9536400" y="5460480"/>
              <a:ext cx="2589840" cy="1380240"/>
            </a:xfrm>
            <a:custGeom>
              <a:avLst/>
              <a:gdLst>
                <a:gd name="textAreaLeft" fmla="*/ 0 w 2589840"/>
                <a:gd name="textAreaRight" fmla="*/ 2590200 w 2589840"/>
                <a:gd name="textAreaTop" fmla="*/ 0 h 1380240"/>
                <a:gd name="textAreaBottom" fmla="*/ 1380600 h 1380240"/>
                <a:gd name="GluePoint1X" fmla="*/ 0 w 2907315"/>
                <a:gd name="GluePoint1Y" fmla="*/ 1544764 h 1544764"/>
                <a:gd name="GluePoint2X" fmla="*/ 201644 w 2907315"/>
                <a:gd name="GluePoint2Y" fmla="*/ 1352550 h 1544764"/>
                <a:gd name="GluePoint3X" fmla="*/ 423196 w 2907315"/>
                <a:gd name="GluePoint3Y" fmla="*/ 1196054 h 1544764"/>
                <a:gd name="GluePoint4X" fmla="*/ 782193 w 2907315"/>
                <a:gd name="GluePoint4Y" fmla="*/ 1099947 h 1544764"/>
                <a:gd name="GluePoint5X" fmla="*/ 1052513 w 2907315"/>
                <a:gd name="GluePoint5Y" fmla="*/ 1042321 h 1544764"/>
                <a:gd name="GluePoint6X" fmla="*/ 1311783 w 2907315"/>
                <a:gd name="GluePoint6Y" fmla="*/ 1056037 h 1544764"/>
                <a:gd name="GluePoint7X" fmla="*/ 1484662 w 2907315"/>
                <a:gd name="GluePoint7Y" fmla="*/ 1083469 h 1544764"/>
                <a:gd name="GluePoint8X" fmla="*/ 1788224 w 2907315"/>
                <a:gd name="GluePoint8Y" fmla="*/ 1023080 h 1544764"/>
                <a:gd name="GluePoint9X" fmla="*/ 2269045 w 2907315"/>
                <a:gd name="GluePoint9Y" fmla="*/ 734758 h 1544764"/>
                <a:gd name="GluePoint10X" fmla="*/ 2534984 w 2907315"/>
                <a:gd name="GluePoint10Y" fmla="*/ 572738 h 1544764"/>
                <a:gd name="GluePoint11X" fmla="*/ 2907316 w 2907315"/>
                <a:gd name="GluePoint11Y" fmla="*/ 0 h 15447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Freeform: Shape 24"/>
            <p:cNvSpPr/>
            <p:nvPr/>
          </p:nvSpPr>
          <p:spPr>
            <a:xfrm>
              <a:off x="9317160" y="5113080"/>
              <a:ext cx="2822040" cy="1744560"/>
            </a:xfrm>
            <a:custGeom>
              <a:avLst/>
              <a:gdLst>
                <a:gd name="textAreaLeft" fmla="*/ 0 w 2822040"/>
                <a:gd name="textAreaRight" fmla="*/ 2822400 w 2822040"/>
                <a:gd name="textAreaTop" fmla="*/ 0 h 1744560"/>
                <a:gd name="textAreaBottom" fmla="*/ 1744920 h 1744560"/>
                <a:gd name="GluePoint1X" fmla="*/ 0 w 3168300"/>
                <a:gd name="GluePoint1Y" fmla="*/ 1952435 h 1952434"/>
                <a:gd name="GluePoint2X" fmla="*/ 202121 w 3168300"/>
                <a:gd name="GluePoint2Y" fmla="*/ 1687068 h 1952434"/>
                <a:gd name="GluePoint3X" fmla="*/ 545116 w 3168300"/>
                <a:gd name="GluePoint3Y" fmla="*/ 1450277 h 1952434"/>
                <a:gd name="GluePoint4X" fmla="*/ 906780 w 3168300"/>
                <a:gd name="GluePoint4Y" fmla="*/ 1354455 h 1952434"/>
                <a:gd name="GluePoint5X" fmla="*/ 1332262 w 3168300"/>
                <a:gd name="GluePoint5Y" fmla="*/ 1285304 h 1952434"/>
                <a:gd name="GluePoint6X" fmla="*/ 1691259 w 3168300"/>
                <a:gd name="GluePoint6Y" fmla="*/ 1240060 h 1952434"/>
                <a:gd name="GluePoint7X" fmla="*/ 2010346 w 3168300"/>
                <a:gd name="GluePoint7Y" fmla="*/ 1141667 h 1952434"/>
                <a:gd name="GluePoint8X" fmla="*/ 2393252 w 3168300"/>
                <a:gd name="GluePoint8Y" fmla="*/ 1027271 h 1952434"/>
                <a:gd name="GluePoint9X" fmla="*/ 2582037 w 3168300"/>
                <a:gd name="GluePoint9Y" fmla="*/ 958120 h 1952434"/>
                <a:gd name="GluePoint10X" fmla="*/ 2760155 w 3168300"/>
                <a:gd name="GluePoint10Y" fmla="*/ 827723 h 1952434"/>
                <a:gd name="GluePoint11X" fmla="*/ 2914364 w 3168300"/>
                <a:gd name="GluePoint11Y" fmla="*/ 567023 h 1952434"/>
                <a:gd name="GluePoint12X" fmla="*/ 3168301 w 3168300"/>
                <a:gd name="GluePoint12Y" fmla="*/ 0 h 19524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Freeform: Shape 25"/>
            <p:cNvSpPr/>
            <p:nvPr/>
          </p:nvSpPr>
          <p:spPr>
            <a:xfrm>
              <a:off x="9136080" y="4664160"/>
              <a:ext cx="2990160" cy="2190960"/>
            </a:xfrm>
            <a:custGeom>
              <a:avLst/>
              <a:gdLst>
                <a:gd name="textAreaLeft" fmla="*/ 0 w 2990160"/>
                <a:gd name="textAreaRight" fmla="*/ 2990520 w 2990160"/>
                <a:gd name="textAreaTop" fmla="*/ 0 h 2190960"/>
                <a:gd name="textAreaBottom" fmla="*/ 2191320 h 2190960"/>
                <a:gd name="GluePoint1X" fmla="*/ 0 w 3356800"/>
                <a:gd name="GluePoint1Y" fmla="*/ 2452021 h 2452020"/>
                <a:gd name="GluePoint2X" fmla="*/ 130874 w 3356800"/>
                <a:gd name="GluePoint2Y" fmla="*/ 2247710 h 2452020"/>
                <a:gd name="GluePoint3X" fmla="*/ 437197 w 3356800"/>
                <a:gd name="GluePoint3Y" fmla="*/ 1941195 h 2452020"/>
                <a:gd name="GluePoint4X" fmla="*/ 737140 w 3356800"/>
                <a:gd name="GluePoint4Y" fmla="*/ 1736884 h 2452020"/>
                <a:gd name="GluePoint5X" fmla="*/ 1031843 w 3356800"/>
                <a:gd name="GluePoint5Y" fmla="*/ 1685068 h 2452020"/>
                <a:gd name="GluePoint6X" fmla="*/ 1287304 w 3356800"/>
                <a:gd name="GluePoint6Y" fmla="*/ 1655826 h 2452020"/>
                <a:gd name="GluePoint7X" fmla="*/ 1471994 w 3356800"/>
                <a:gd name="GluePoint7Y" fmla="*/ 1634300 h 2452020"/>
                <a:gd name="GluePoint8X" fmla="*/ 1898237 w 3356800"/>
                <a:gd name="GluePoint8Y" fmla="*/ 1512665 h 2452020"/>
                <a:gd name="GluePoint9X" fmla="*/ 2229136 w 3356800"/>
                <a:gd name="GluePoint9Y" fmla="*/ 1355598 h 2452020"/>
                <a:gd name="GluePoint10X" fmla="*/ 2512314 w 3356800"/>
                <a:gd name="GluePoint10Y" fmla="*/ 1238631 h 2452020"/>
                <a:gd name="GluePoint11X" fmla="*/ 2758535 w 3356800"/>
                <a:gd name="GluePoint11Y" fmla="*/ 1096994 h 2452020"/>
                <a:gd name="GluePoint12X" fmla="*/ 2935510 w 3356800"/>
                <a:gd name="GluePoint12Y" fmla="*/ 919925 h 2452020"/>
                <a:gd name="GluePoint13X" fmla="*/ 3081719 w 3356800"/>
                <a:gd name="GluePoint13Y" fmla="*/ 687419 h 2452020"/>
                <a:gd name="GluePoint14X" fmla="*/ 3356800 w 3356800"/>
                <a:gd name="GluePoint14Y" fmla="*/ 0 h 24520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Click to edit Master title style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ru-RU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Second level</a:t>
            </a:r>
            <a:endParaRPr lang="ru-RU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Third level</a:t>
            </a:r>
            <a:endParaRPr lang="ru-RU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Fourth level</a:t>
            </a:r>
            <a:endParaRPr lang="ru-RU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Fifth level</a:t>
            </a:r>
            <a:endParaRPr lang="ru-RU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 type="sldNum" idx="12"/>
          </p:nvPr>
        </p:nvSpPr>
        <p:spPr>
          <a:xfrm>
            <a:off x="9906120" y="6356520"/>
            <a:ext cx="1447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58CF10-2377-45F0-BC09-EB0DB67D7403}" type="slidenum">
              <a: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6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2"/>
          </a:solidFill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venirNext LT Pro Medium"/>
            </a:endParaRPr>
          </a:p>
        </p:txBody>
      </p:sp>
      <p:sp>
        <p:nvSpPr>
          <p:cNvPr id="103" name="Freeform: Shape 7"/>
          <p:cNvSpPr/>
          <p:nvPr/>
        </p:nvSpPr>
        <p:spPr>
          <a:xfrm rot="10800000">
            <a:off x="693000" y="-2880"/>
            <a:ext cx="1325880" cy="597240"/>
          </a:xfrm>
          <a:custGeom>
            <a:avLst/>
            <a:gdLst>
              <a:gd name="textAreaLeft" fmla="*/ 0 w 1325880"/>
              <a:gd name="textAreaRight" fmla="*/ 1326240 w 1325880"/>
              <a:gd name="textAreaTop" fmla="*/ 0 h 597240"/>
              <a:gd name="textAreaBottom" fmla="*/ 597600 h 597240"/>
              <a:gd name="GluePoint1X" fmla="*/ 741051 w 1482102"/>
              <a:gd name="GluePoint1Y" fmla="*/ 0 h 679363"/>
              <a:gd name="GluePoint2X" fmla="*/ 1473822 w 1482102"/>
              <a:gd name="GluePoint2Y" fmla="*/ 597226 h 679363"/>
              <a:gd name="GluePoint3X" fmla="*/ 1482102 w 1482102"/>
              <a:gd name="GluePoint3Y" fmla="*/ 679363 h 679363"/>
              <a:gd name="GluePoint4X" fmla="*/ 0 w 1482102"/>
              <a:gd name="GluePoint4Y" fmla="*/ 679363 h 679363"/>
              <a:gd name="GluePoint5X" fmla="*/ 8280 w 1482102"/>
              <a:gd name="GluePoint5Y" fmla="*/ 597226 h 679363"/>
              <a:gd name="GluePoint6X" fmla="*/ 741051 w 1482102"/>
              <a:gd name="GluePoint6Y" fmla="*/ 0 h 6793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4" name="Freeform: Shape 8"/>
          <p:cNvSpPr/>
          <p:nvPr/>
        </p:nvSpPr>
        <p:spPr>
          <a:xfrm>
            <a:off x="10439280" y="6172200"/>
            <a:ext cx="1481760" cy="678960"/>
          </a:xfrm>
          <a:custGeom>
            <a:avLst/>
            <a:gdLst>
              <a:gd name="textAreaLeft" fmla="*/ 0 w 1481760"/>
              <a:gd name="textAreaRight" fmla="*/ 1482120 w 1481760"/>
              <a:gd name="textAreaTop" fmla="*/ 0 h 678960"/>
              <a:gd name="textAreaBottom" fmla="*/ 679320 h 678960"/>
              <a:gd name="GluePoint1X" fmla="*/ 741051 w 1482102"/>
              <a:gd name="GluePoint1Y" fmla="*/ 0 h 679363"/>
              <a:gd name="GluePoint2X" fmla="*/ 1473822 w 1482102"/>
              <a:gd name="GluePoint2Y" fmla="*/ 597226 h 679363"/>
              <a:gd name="GluePoint3X" fmla="*/ 1482102 w 1482102"/>
              <a:gd name="GluePoint3Y" fmla="*/ 679363 h 679363"/>
              <a:gd name="GluePoint4X" fmla="*/ 0 w 1482102"/>
              <a:gd name="GluePoint4Y" fmla="*/ 679363 h 679363"/>
              <a:gd name="GluePoint5X" fmla="*/ 8280 w 1482102"/>
              <a:gd name="GluePoint5Y" fmla="*/ 597226 h 679363"/>
              <a:gd name="GluePoint6X" fmla="*/ 741051 w 1482102"/>
              <a:gd name="GluePoint6Y" fmla="*/ 0 h 6793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5" name="Freeform: Shape 9"/>
          <p:cNvSpPr/>
          <p:nvPr/>
        </p:nvSpPr>
        <p:spPr>
          <a:xfrm>
            <a:off x="7977240" y="5197320"/>
            <a:ext cx="4211280" cy="1660320"/>
          </a:xfrm>
          <a:custGeom>
            <a:avLst/>
            <a:gdLst>
              <a:gd name="textAreaLeft" fmla="*/ 0 w 4211280"/>
              <a:gd name="textAreaRight" fmla="*/ 4211640 w 4211280"/>
              <a:gd name="textAreaTop" fmla="*/ 0 h 1660320"/>
              <a:gd name="textAreaBottom" fmla="*/ 1660680 h 1660320"/>
              <a:gd name="GluePoint1X" fmla="*/ 4211600 w 4211600"/>
              <a:gd name="GluePoint1Y" fmla="*/ 0 h 1660822"/>
              <a:gd name="GluePoint2X" fmla="*/ 4211600 w 4211600"/>
              <a:gd name="GluePoint2Y" fmla="*/ 58430 h 1660822"/>
              <a:gd name="GluePoint3X" fmla="*/ 4136524 w 4211600"/>
              <a:gd name="GluePoint3Y" fmla="*/ 208808 h 1660822"/>
              <a:gd name="GluePoint4X" fmla="*/ 3973354 w 4211600"/>
              <a:gd name="GluePoint4Y" fmla="*/ 437313 h 1660822"/>
              <a:gd name="GluePoint5X" fmla="*/ 3884746 w 4211600"/>
              <a:gd name="GluePoint5Y" fmla="*/ 553613 h 1660822"/>
              <a:gd name="GluePoint6X" fmla="*/ 3849435 w 4211600"/>
              <a:gd name="GluePoint6Y" fmla="*/ 603143 h 1660822"/>
              <a:gd name="GluePoint7X" fmla="*/ 3661849 w 4211600"/>
              <a:gd name="GluePoint7Y" fmla="*/ 819075 h 1660822"/>
              <a:gd name="GluePoint8X" fmla="*/ 3402589 w 4211600"/>
              <a:gd name="GluePoint8Y" fmla="*/ 952996 h 1660822"/>
              <a:gd name="GluePoint9X" fmla="*/ 3130202 w 4211600"/>
              <a:gd name="GluePoint9Y" fmla="*/ 1023386 h 1660822"/>
              <a:gd name="GluePoint10X" fmla="*/ 2914657 w 4211600"/>
              <a:gd name="GluePoint10Y" fmla="*/ 1068058 h 1660822"/>
              <a:gd name="GluePoint11X" fmla="*/ 2582149 w 4211600"/>
              <a:gd name="GluePoint11Y" fmla="*/ 1138924 h 1660822"/>
              <a:gd name="GluePoint12X" fmla="*/ 2483958 w 4211600"/>
              <a:gd name="GluePoint12Y" fmla="*/ 1162356 h 1660822"/>
              <a:gd name="GluePoint13X" fmla="*/ 2123750 w 4211600"/>
              <a:gd name="GluePoint13Y" fmla="*/ 1238651 h 1660822"/>
              <a:gd name="GluePoint14X" fmla="*/ 1761444 w 4211600"/>
              <a:gd name="GluePoint14Y" fmla="*/ 1273417 h 1660822"/>
              <a:gd name="GluePoint15X" fmla="*/ 1608382 w 4211600"/>
              <a:gd name="GluePoint15Y" fmla="*/ 1284466 h 1660822"/>
              <a:gd name="GluePoint16X" fmla="*/ 999942 w 4211600"/>
              <a:gd name="GluePoint16Y" fmla="*/ 1354284 h 1660822"/>
              <a:gd name="GluePoint17X" fmla="*/ 484705 w 4211600"/>
              <a:gd name="GluePoint17Y" fmla="*/ 1450487 h 1660822"/>
              <a:gd name="GluePoint18X" fmla="*/ 113310 w 4211600"/>
              <a:gd name="GluePoint18Y" fmla="*/ 1613700 h 1660822"/>
              <a:gd name="GluePoint19X" fmla="*/ 39668 w 4211600"/>
              <a:gd name="GluePoint19Y" fmla="*/ 1660822 h 1660822"/>
              <a:gd name="GluePoint20X" fmla="*/ 0 w 4211600"/>
              <a:gd name="GluePoint20Y" fmla="*/ 1660822 h 1660822"/>
              <a:gd name="GluePoint21X" fmla="*/ 96701 w 4211600"/>
              <a:gd name="GluePoint21Y" fmla="*/ 1598934 h 1660822"/>
              <a:gd name="GluePoint22X" fmla="*/ 474335 w 4211600"/>
              <a:gd name="GluePoint22Y" fmla="*/ 1433056 h 1660822"/>
              <a:gd name="GluePoint23X" fmla="*/ 994299 w 4211600"/>
              <a:gd name="GluePoint23Y" fmla="*/ 1335806 h 1660822"/>
              <a:gd name="GluePoint24X" fmla="*/ 1605231 w 4211600"/>
              <a:gd name="GluePoint24Y" fmla="*/ 1265702 h 1660822"/>
              <a:gd name="GluePoint25X" fmla="*/ 1758819 w 4211600"/>
              <a:gd name="GluePoint25Y" fmla="*/ 1254558 h 1660822"/>
              <a:gd name="GluePoint26X" fmla="*/ 2118106 w 4211600"/>
              <a:gd name="GluePoint26Y" fmla="*/ 1220077 h 1660822"/>
              <a:gd name="GluePoint27X" fmla="*/ 2475557 w 4211600"/>
              <a:gd name="GluePoint27Y" fmla="*/ 1144353 h 1660822"/>
              <a:gd name="GluePoint28X" fmla="*/ 2573878 w 4211600"/>
              <a:gd name="GluePoint28Y" fmla="*/ 1120827 h 1660822"/>
              <a:gd name="GluePoint29X" fmla="*/ 2907437 w 4211600"/>
              <a:gd name="GluePoint29Y" fmla="*/ 1049675 h 1660822"/>
              <a:gd name="GluePoint30X" fmla="*/ 3122589 w 4211600"/>
              <a:gd name="GluePoint30Y" fmla="*/ 1005098 h 1660822"/>
              <a:gd name="GluePoint31X" fmla="*/ 3391169 w 4211600"/>
              <a:gd name="GluePoint31Y" fmla="*/ 935756 h 1660822"/>
              <a:gd name="GluePoint32X" fmla="*/ 3642290 w 4211600"/>
              <a:gd name="GluePoint32Y" fmla="*/ 806216 h 1660822"/>
              <a:gd name="GluePoint33X" fmla="*/ 3825937 w 4211600"/>
              <a:gd name="GluePoint33Y" fmla="*/ 594475 h 1660822"/>
              <a:gd name="GluePoint34X" fmla="*/ 3861381 w 4211600"/>
              <a:gd name="GluePoint34Y" fmla="*/ 544755 h 1660822"/>
              <a:gd name="GluePoint35X" fmla="*/ 3950381 w 4211600"/>
              <a:gd name="GluePoint35Y" fmla="*/ 427978 h 1660822"/>
              <a:gd name="GluePoint36X" fmla="*/ 4112370 w 4211600"/>
              <a:gd name="GluePoint36Y" fmla="*/ 201378 h 1660822"/>
              <a:gd name="GluePoint37X" fmla="*/ 4195989 w 4211600"/>
              <a:gd name="GluePoint37Y" fmla="*/ 33834 h 166082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</a:cxnLst>
            <a:rect l="textAreaLeft" t="textAreaTop" r="textAreaRight" b="textAreaBottom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grpSp>
        <p:nvGrpSpPr>
          <p:cNvPr id="106" name="Graphic 141"/>
          <p:cNvGrpSpPr/>
          <p:nvPr/>
        </p:nvGrpSpPr>
        <p:grpSpPr>
          <a:xfrm>
            <a:off x="10800" y="15120"/>
            <a:ext cx="2198520" cy="3330720"/>
            <a:chOff x="10800" y="15120"/>
            <a:chExt cx="2198520" cy="3330720"/>
          </a:xfrm>
        </p:grpSpPr>
        <p:sp>
          <p:nvSpPr>
            <p:cNvPr id="107" name="Freeform: Shape 11"/>
            <p:cNvSpPr/>
            <p:nvPr/>
          </p:nvSpPr>
          <p:spPr>
            <a:xfrm>
              <a:off x="19440" y="15120"/>
              <a:ext cx="2189880" cy="3330720"/>
            </a:xfrm>
            <a:custGeom>
              <a:avLst/>
              <a:gdLst>
                <a:gd name="textAreaLeft" fmla="*/ 0 w 2189880"/>
                <a:gd name="textAreaRight" fmla="*/ 2190240 w 2189880"/>
                <a:gd name="textAreaTop" fmla="*/ 0 h 3330720"/>
                <a:gd name="textAreaBottom" fmla="*/ 3331080 h 3330720"/>
                <a:gd name="GluePoint1X" fmla="*/ 0 w 3296088"/>
                <a:gd name="GluePoint1Y" fmla="*/ 5012722 h 5012722"/>
                <a:gd name="GluePoint2X" fmla="*/ 244031 w 3296088"/>
                <a:gd name="GluePoint2Y" fmla="*/ 4820222 h 5012722"/>
                <a:gd name="GluePoint3X" fmla="*/ 729234 w 3296088"/>
                <a:gd name="GluePoint3Y" fmla="*/ 4360641 h 5012722"/>
                <a:gd name="GluePoint4X" fmla="*/ 881444 w 3296088"/>
                <a:gd name="GluePoint4Y" fmla="*/ 4173950 h 5012722"/>
                <a:gd name="GluePoint5X" fmla="*/ 1151287 w 3296088"/>
                <a:gd name="GluePoint5Y" fmla="*/ 3972877 h 5012722"/>
                <a:gd name="GluePoint6X" fmla="*/ 1498664 w 3296088"/>
                <a:gd name="GluePoint6Y" fmla="*/ 3786188 h 5012722"/>
                <a:gd name="GluePoint7X" fmla="*/ 1716881 w 3296088"/>
                <a:gd name="GluePoint7Y" fmla="*/ 3674174 h 5012722"/>
                <a:gd name="GluePoint8X" fmla="*/ 1913573 w 3296088"/>
                <a:gd name="GluePoint8Y" fmla="*/ 3477387 h 5012722"/>
                <a:gd name="GluePoint9X" fmla="*/ 2167700 w 3296088"/>
                <a:gd name="GluePoint9Y" fmla="*/ 3042190 h 5012722"/>
                <a:gd name="GluePoint10X" fmla="*/ 2273903 w 3296088"/>
                <a:gd name="GluePoint10Y" fmla="*/ 2775014 h 5012722"/>
                <a:gd name="GluePoint11X" fmla="*/ 2463356 w 3296088"/>
                <a:gd name="GluePoint11Y" fmla="*/ 2335530 h 5012722"/>
                <a:gd name="GluePoint12X" fmla="*/ 2741866 w 3296088"/>
                <a:gd name="GluePoint12Y" fmla="*/ 1982248 h 5012722"/>
                <a:gd name="GluePoint13X" fmla="*/ 2985897 w 3296088"/>
                <a:gd name="GluePoint13Y" fmla="*/ 1634681 h 5012722"/>
                <a:gd name="GluePoint14X" fmla="*/ 3212687 w 3296088"/>
                <a:gd name="GluePoint14Y" fmla="*/ 1226820 h 5012722"/>
                <a:gd name="GluePoint15X" fmla="*/ 3281553 w 3296088"/>
                <a:gd name="GluePoint15Y" fmla="*/ 959644 h 5012722"/>
                <a:gd name="GluePoint16X" fmla="*/ 3295936 w 3296088"/>
                <a:gd name="GluePoint16Y" fmla="*/ 701135 h 5012722"/>
                <a:gd name="GluePoint17X" fmla="*/ 3267266 w 3296088"/>
                <a:gd name="GluePoint17Y" fmla="*/ 436817 h 5012722"/>
                <a:gd name="GluePoint18X" fmla="*/ 3105341 w 3296088"/>
                <a:gd name="GluePoint18Y" fmla="*/ 0 h 50127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Freeform: Shape 12"/>
            <p:cNvSpPr/>
            <p:nvPr/>
          </p:nvSpPr>
          <p:spPr>
            <a:xfrm>
              <a:off x="10800" y="15120"/>
              <a:ext cx="1978200" cy="3074760"/>
            </a:xfrm>
            <a:custGeom>
              <a:avLst/>
              <a:gdLst>
                <a:gd name="textAreaLeft" fmla="*/ 0 w 1978200"/>
                <a:gd name="textAreaRight" fmla="*/ 1978560 w 1978200"/>
                <a:gd name="textAreaTop" fmla="*/ 0 h 3074760"/>
                <a:gd name="textAreaBottom" fmla="*/ 3075120 h 3074760"/>
                <a:gd name="GluePoint1X" fmla="*/ 0 w 2977477"/>
                <a:gd name="GluePoint1Y" fmla="*/ 4627150 h 4627149"/>
                <a:gd name="GluePoint2X" fmla="*/ 275082 w 2977477"/>
                <a:gd name="GluePoint2Y" fmla="*/ 4341590 h 4627149"/>
                <a:gd name="GluePoint3X" fmla="*/ 502825 w 2977477"/>
                <a:gd name="GluePoint3Y" fmla="*/ 4054126 h 4627149"/>
                <a:gd name="GluePoint4X" fmla="*/ 666179 w 2977477"/>
                <a:gd name="GluePoint4Y" fmla="*/ 3890677 h 4627149"/>
                <a:gd name="GluePoint5X" fmla="*/ 864203 w 2977477"/>
                <a:gd name="GluePoint5Y" fmla="*/ 3675983 h 4627149"/>
                <a:gd name="GluePoint6X" fmla="*/ 982599 w 2977477"/>
                <a:gd name="GluePoint6Y" fmla="*/ 3557492 h 4627149"/>
                <a:gd name="GluePoint7X" fmla="*/ 1188244 w 2977477"/>
                <a:gd name="GluePoint7Y" fmla="*/ 3329654 h 4627149"/>
                <a:gd name="GluePoint8X" fmla="*/ 1344740 w 2977477"/>
                <a:gd name="GluePoint8Y" fmla="*/ 3146774 h 4627149"/>
                <a:gd name="GluePoint9X" fmla="*/ 1470755 w 2977477"/>
                <a:gd name="GluePoint9Y" fmla="*/ 2984659 h 4627149"/>
                <a:gd name="GluePoint10X" fmla="*/ 1657636 w 2977477"/>
                <a:gd name="GluePoint10Y" fmla="*/ 2670239 h 4627149"/>
                <a:gd name="GluePoint11X" fmla="*/ 1762887 w 2977477"/>
                <a:gd name="GluePoint11Y" fmla="*/ 2473547 h 4627149"/>
                <a:gd name="GluePoint12X" fmla="*/ 1866710 w 2977477"/>
                <a:gd name="GluePoint12Y" fmla="*/ 2290667 h 4627149"/>
                <a:gd name="GluePoint13X" fmla="*/ 2106263 w 2977477"/>
                <a:gd name="GluePoint13Y" fmla="*/ 2030254 h 4627149"/>
                <a:gd name="GluePoint14X" fmla="*/ 2277237 w 2977477"/>
                <a:gd name="GluePoint14Y" fmla="*/ 1859185 h 4627149"/>
                <a:gd name="GluePoint15X" fmla="*/ 2499455 w 2977477"/>
                <a:gd name="GluePoint15Y" fmla="*/ 1656207 h 4627149"/>
                <a:gd name="GluePoint16X" fmla="*/ 2707100 w 2977477"/>
                <a:gd name="GluePoint16Y" fmla="*/ 1390269 h 4627149"/>
                <a:gd name="GluePoint17X" fmla="*/ 2812352 w 2977477"/>
                <a:gd name="GluePoint17Y" fmla="*/ 1230916 h 4627149"/>
                <a:gd name="GluePoint18X" fmla="*/ 2898172 w 2977477"/>
                <a:gd name="GluePoint18Y" fmla="*/ 1036987 h 4627149"/>
                <a:gd name="GluePoint19X" fmla="*/ 2963228 w 2977477"/>
                <a:gd name="GluePoint19Y" fmla="*/ 850011 h 4627149"/>
                <a:gd name="GluePoint20X" fmla="*/ 2977325 w 2977477"/>
                <a:gd name="GluePoint20Y" fmla="*/ 745427 h 4627149"/>
                <a:gd name="GluePoint21X" fmla="*/ 2929509 w 2977477"/>
                <a:gd name="GluePoint21Y" fmla="*/ 480155 h 4627149"/>
                <a:gd name="GluePoint22X" fmla="*/ 2563082 w 2977477"/>
                <a:gd name="GluePoint22Y" fmla="*/ 0 h 462714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textAreaLeft" t="textAreaTop" r="textAreaRight" b="textAreaBottom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Freeform: Shape 13"/>
            <p:cNvSpPr/>
            <p:nvPr/>
          </p:nvSpPr>
          <p:spPr>
            <a:xfrm>
              <a:off x="25200" y="15120"/>
              <a:ext cx="1565640" cy="2737080"/>
            </a:xfrm>
            <a:custGeom>
              <a:avLst/>
              <a:gdLst>
                <a:gd name="textAreaLeft" fmla="*/ 0 w 1565640"/>
                <a:gd name="textAreaRight" fmla="*/ 1566000 w 1565640"/>
                <a:gd name="textAreaTop" fmla="*/ 0 h 2737080"/>
                <a:gd name="textAreaBottom" fmla="*/ 2737440 h 2737080"/>
                <a:gd name="GluePoint1X" fmla="*/ 1707071 w 2356712"/>
                <a:gd name="GluePoint1Y" fmla="*/ 0 h 4118991"/>
                <a:gd name="GluePoint2X" fmla="*/ 1824514 w 2356712"/>
                <a:gd name="GluePoint2Y" fmla="*/ 244697 h 4118991"/>
                <a:gd name="GluePoint3X" fmla="*/ 1908715 w 2356712"/>
                <a:gd name="GluePoint3Y" fmla="*/ 328994 h 4118991"/>
                <a:gd name="GluePoint4X" fmla="*/ 2226469 w 2356712"/>
                <a:gd name="GluePoint4Y" fmla="*/ 603695 h 4118991"/>
                <a:gd name="GluePoint5X" fmla="*/ 2355628 w 2356712"/>
                <a:gd name="GluePoint5Y" fmla="*/ 900494 h 4118991"/>
                <a:gd name="GluePoint6X" fmla="*/ 2281428 w 2356712"/>
                <a:gd name="GluePoint6Y" fmla="*/ 1206913 h 4118991"/>
                <a:gd name="GluePoint7X" fmla="*/ 2092452 w 2356712"/>
                <a:gd name="GluePoint7Y" fmla="*/ 1460659 h 4118991"/>
                <a:gd name="GluePoint8X" fmla="*/ 1834039 w 2356712"/>
                <a:gd name="GluePoint8Y" fmla="*/ 1625822 h 4118991"/>
                <a:gd name="GluePoint9X" fmla="*/ 1558862 w 2356712"/>
                <a:gd name="GluePoint9Y" fmla="*/ 1743075 h 4118991"/>
                <a:gd name="GluePoint10X" fmla="*/ 1386554 w 2356712"/>
                <a:gd name="GluePoint10Y" fmla="*/ 1869948 h 4118991"/>
                <a:gd name="GluePoint11X" fmla="*/ 1271683 w 2356712"/>
                <a:gd name="GluePoint11Y" fmla="*/ 2073402 h 4118991"/>
                <a:gd name="GluePoint12X" fmla="*/ 1178338 w 2356712"/>
                <a:gd name="GluePoint12Y" fmla="*/ 2355914 h 4118991"/>
                <a:gd name="GluePoint13X" fmla="*/ 1113758 w 2356712"/>
                <a:gd name="GluePoint13Y" fmla="*/ 2578513 h 4118991"/>
                <a:gd name="GluePoint14X" fmla="*/ 1034796 w 2356712"/>
                <a:gd name="GluePoint14Y" fmla="*/ 2834640 h 4118991"/>
                <a:gd name="GluePoint15X" fmla="*/ 905637 w 2356712"/>
                <a:gd name="GluePoint15Y" fmla="*/ 3081242 h 4118991"/>
                <a:gd name="GluePoint16X" fmla="*/ 793147 w 2356712"/>
                <a:gd name="GluePoint16Y" fmla="*/ 3258407 h 4118991"/>
                <a:gd name="GluePoint17X" fmla="*/ 546735 w 2356712"/>
                <a:gd name="GluePoint17Y" fmla="*/ 3571970 h 4118991"/>
                <a:gd name="GluePoint18X" fmla="*/ 346996 w 2356712"/>
                <a:gd name="GluePoint18Y" fmla="*/ 3771900 h 4118991"/>
                <a:gd name="GluePoint19X" fmla="*/ 174689 w 2356712"/>
                <a:gd name="GluePoint19Y" fmla="*/ 3944207 h 4118991"/>
                <a:gd name="GluePoint20X" fmla="*/ 0 w 2356712"/>
                <a:gd name="GluePoint20Y" fmla="*/ 4118991 h 411899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Freeform: Shape 14"/>
            <p:cNvSpPr/>
            <p:nvPr/>
          </p:nvSpPr>
          <p:spPr>
            <a:xfrm>
              <a:off x="10800" y="15120"/>
              <a:ext cx="1368000" cy="2644560"/>
            </a:xfrm>
            <a:custGeom>
              <a:avLst/>
              <a:gdLst>
                <a:gd name="textAreaLeft" fmla="*/ 0 w 1368000"/>
                <a:gd name="textAreaRight" fmla="*/ 1368360 w 1368000"/>
                <a:gd name="textAreaTop" fmla="*/ 0 h 2644560"/>
                <a:gd name="textAreaBottom" fmla="*/ 2644920 h 2644560"/>
                <a:gd name="GluePoint1X" fmla="*/ 0 w 2059193"/>
                <a:gd name="GluePoint1Y" fmla="*/ 3980116 h 3980116"/>
                <a:gd name="GluePoint2X" fmla="*/ 471583 w 2059193"/>
                <a:gd name="GluePoint2Y" fmla="*/ 3515678 h 3980116"/>
                <a:gd name="GluePoint3X" fmla="*/ 758666 w 2059193"/>
                <a:gd name="GluePoint3Y" fmla="*/ 3163824 h 3980116"/>
                <a:gd name="GluePoint4X" fmla="*/ 940499 w 2059193"/>
                <a:gd name="GluePoint4Y" fmla="*/ 2780824 h 3980116"/>
                <a:gd name="GluePoint5X" fmla="*/ 1055370 w 2059193"/>
                <a:gd name="GluePoint5Y" fmla="*/ 2242185 h 3980116"/>
                <a:gd name="GluePoint6X" fmla="*/ 1136714 w 2059193"/>
                <a:gd name="GluePoint6Y" fmla="*/ 1878330 h 3980116"/>
                <a:gd name="GluePoint7X" fmla="*/ 1246727 w 2059193"/>
                <a:gd name="GluePoint7Y" fmla="*/ 1562386 h 3980116"/>
                <a:gd name="GluePoint8X" fmla="*/ 1378363 w 2059193"/>
                <a:gd name="GluePoint8Y" fmla="*/ 1430750 h 3980116"/>
                <a:gd name="GluePoint9X" fmla="*/ 1691831 w 2059193"/>
                <a:gd name="GluePoint9Y" fmla="*/ 1394841 h 3980116"/>
                <a:gd name="GluePoint10X" fmla="*/ 1914335 w 2059193"/>
                <a:gd name="GluePoint10Y" fmla="*/ 1323023 h 3980116"/>
                <a:gd name="GluePoint11X" fmla="*/ 2055495 w 2059193"/>
                <a:gd name="GluePoint11Y" fmla="*/ 1098042 h 3980116"/>
                <a:gd name="GluePoint12X" fmla="*/ 2033969 w 2059193"/>
                <a:gd name="GluePoint12Y" fmla="*/ 930497 h 3980116"/>
                <a:gd name="GluePoint13X" fmla="*/ 1885664 w 2059193"/>
                <a:gd name="GluePoint13Y" fmla="*/ 760571 h 3980116"/>
                <a:gd name="GluePoint14X" fmla="*/ 1636871 w 2059193"/>
                <a:gd name="GluePoint14Y" fmla="*/ 612172 h 3980116"/>
                <a:gd name="GluePoint15X" fmla="*/ 1335405 w 2059193"/>
                <a:gd name="GluePoint15Y" fmla="*/ 459010 h 3980116"/>
                <a:gd name="GluePoint16X" fmla="*/ 1234916 w 2059193"/>
                <a:gd name="GluePoint16Y" fmla="*/ 269939 h 3980116"/>
                <a:gd name="GluePoint17X" fmla="*/ 1386935 w 2059193"/>
                <a:gd name="GluePoint17Y" fmla="*/ 0 h 39801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Freeform: Shape 15"/>
            <p:cNvSpPr/>
            <p:nvPr/>
          </p:nvSpPr>
          <p:spPr>
            <a:xfrm>
              <a:off x="18720" y="543960"/>
              <a:ext cx="493920" cy="19051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0 h 1905120"/>
                <a:gd name="textAreaBottom" fmla="*/ 1905480 h 1905120"/>
                <a:gd name="GluePoint1X" fmla="*/ 11144 w 743796"/>
                <a:gd name="GluePoint1Y" fmla="*/ 0 h 2867501"/>
                <a:gd name="GluePoint2X" fmla="*/ 353663 w 743796"/>
                <a:gd name="GluePoint2Y" fmla="*/ 55245 h 2867501"/>
                <a:gd name="GluePoint3X" fmla="*/ 571405 w 743796"/>
                <a:gd name="GluePoint3Y" fmla="*/ 179737 h 2867501"/>
                <a:gd name="GluePoint4X" fmla="*/ 688658 w 743796"/>
                <a:gd name="GluePoint4Y" fmla="*/ 368808 h 2867501"/>
                <a:gd name="GluePoint5X" fmla="*/ 731711 w 743796"/>
                <a:gd name="GluePoint5Y" fmla="*/ 612934 h 2867501"/>
                <a:gd name="GluePoint6X" fmla="*/ 725233 w 743796"/>
                <a:gd name="GluePoint6Y" fmla="*/ 995648 h 2867501"/>
                <a:gd name="GluePoint7X" fmla="*/ 742855 w 743796"/>
                <a:gd name="GluePoint7Y" fmla="*/ 1499330 h 2867501"/>
                <a:gd name="GluePoint8X" fmla="*/ 707898 w 743796"/>
                <a:gd name="GluePoint8Y" fmla="*/ 1793081 h 2867501"/>
                <a:gd name="GluePoint9X" fmla="*/ 633222 w 743796"/>
                <a:gd name="GluePoint9Y" fmla="*/ 2073592 h 2867501"/>
                <a:gd name="GluePoint10X" fmla="*/ 404527 w 743796"/>
                <a:gd name="GluePoint10Y" fmla="*/ 2472404 h 2867501"/>
                <a:gd name="GluePoint11X" fmla="*/ 0 w 743796"/>
                <a:gd name="GluePoint11Y" fmla="*/ 2867501 h 286750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Freeform: Shape 16"/>
            <p:cNvSpPr/>
            <p:nvPr/>
          </p:nvSpPr>
          <p:spPr>
            <a:xfrm>
              <a:off x="10800" y="672120"/>
              <a:ext cx="396720" cy="1689840"/>
            </a:xfrm>
            <a:custGeom>
              <a:avLst/>
              <a:gdLst>
                <a:gd name="textAreaLeft" fmla="*/ 0 w 396720"/>
                <a:gd name="textAreaRight" fmla="*/ 397080 w 396720"/>
                <a:gd name="textAreaTop" fmla="*/ 0 h 1689840"/>
                <a:gd name="textAreaBottom" fmla="*/ 1690200 h 1689840"/>
                <a:gd name="GluePoint1X" fmla="*/ 16478 w 597294"/>
                <a:gd name="GluePoint1Y" fmla="*/ 2079 h 2543540"/>
                <a:gd name="GluePoint2X" fmla="*/ 299847 w 597294"/>
                <a:gd name="GluePoint2Y" fmla="*/ 53991 h 2543540"/>
                <a:gd name="GluePoint3X" fmla="*/ 503206 w 597294"/>
                <a:gd name="GluePoint3Y" fmla="*/ 291354 h 2543540"/>
                <a:gd name="GluePoint4X" fmla="*/ 525113 w 597294"/>
                <a:gd name="GluePoint4Y" fmla="*/ 724265 h 2543540"/>
                <a:gd name="GluePoint5X" fmla="*/ 578930 w 597294"/>
                <a:gd name="GluePoint5Y" fmla="*/ 1117267 h 2543540"/>
                <a:gd name="GluePoint6X" fmla="*/ 592931 w 597294"/>
                <a:gd name="GluePoint6Y" fmla="*/ 1476359 h 2543540"/>
                <a:gd name="GluePoint7X" fmla="*/ 503206 w 597294"/>
                <a:gd name="GluePoint7Y" fmla="*/ 1859359 h 2543540"/>
                <a:gd name="GluePoint8X" fmla="*/ 291846 w 597294"/>
                <a:gd name="GluePoint8Y" fmla="*/ 2250361 h 2543540"/>
                <a:gd name="GluePoint9X" fmla="*/ 0 w 597294"/>
                <a:gd name="GluePoint9Y" fmla="*/ 2543540 h 25435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Freeform: Shape 17"/>
            <p:cNvSpPr/>
            <p:nvPr/>
          </p:nvSpPr>
          <p:spPr>
            <a:xfrm>
              <a:off x="23040" y="881280"/>
              <a:ext cx="258480" cy="1336320"/>
            </a:xfrm>
            <a:custGeom>
              <a:avLst/>
              <a:gdLst>
                <a:gd name="textAreaLeft" fmla="*/ 0 w 258480"/>
                <a:gd name="textAreaRight" fmla="*/ 258840 w 258480"/>
                <a:gd name="textAreaTop" fmla="*/ 0 h 1336320"/>
                <a:gd name="textAreaBottom" fmla="*/ 1336680 h 1336320"/>
                <a:gd name="GluePoint1X" fmla="*/ 0 w 389425"/>
                <a:gd name="GluePoint1Y" fmla="*/ 33 h 2011236"/>
                <a:gd name="GluePoint2X" fmla="*/ 171260 w 389425"/>
                <a:gd name="GluePoint2Y" fmla="*/ 60326 h 2011236"/>
                <a:gd name="GluePoint3X" fmla="*/ 211455 w 389425"/>
                <a:gd name="GluePoint3Y" fmla="*/ 221204 h 2011236"/>
                <a:gd name="GluePoint4X" fmla="*/ 243078 w 389425"/>
                <a:gd name="GluePoint4Y" fmla="*/ 448089 h 2011236"/>
                <a:gd name="GluePoint5X" fmla="*/ 346424 w 389425"/>
                <a:gd name="GluePoint5Y" fmla="*/ 789941 h 2011236"/>
                <a:gd name="GluePoint6X" fmla="*/ 372237 w 389425"/>
                <a:gd name="GluePoint6Y" fmla="*/ 942151 h 2011236"/>
                <a:gd name="GluePoint7X" fmla="*/ 386620 w 389425"/>
                <a:gd name="GluePoint7Y" fmla="*/ 1272478 h 2011236"/>
                <a:gd name="GluePoint8X" fmla="*/ 280416 w 389425"/>
                <a:gd name="GluePoint8Y" fmla="*/ 1660241 h 2011236"/>
                <a:gd name="GluePoint9X" fmla="*/ 151257 w 389425"/>
                <a:gd name="GluePoint9Y" fmla="*/ 1844073 h 2011236"/>
                <a:gd name="GluePoint10X" fmla="*/ 1905 w 389425"/>
                <a:gd name="GluePoint10Y" fmla="*/ 2011237 h 20112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4" name="Graphic 157"/>
          <p:cNvGrpSpPr/>
          <p:nvPr/>
        </p:nvGrpSpPr>
        <p:grpSpPr>
          <a:xfrm>
            <a:off x="8610480" y="3276720"/>
            <a:ext cx="3529080" cy="3580920"/>
            <a:chOff x="8610480" y="3276720"/>
            <a:chExt cx="3529080" cy="3580920"/>
          </a:xfrm>
        </p:grpSpPr>
        <p:sp>
          <p:nvSpPr>
            <p:cNvPr id="115" name="Freeform: Shape 19"/>
            <p:cNvSpPr/>
            <p:nvPr/>
          </p:nvSpPr>
          <p:spPr>
            <a:xfrm>
              <a:off x="8610480" y="3276720"/>
              <a:ext cx="3515760" cy="3565080"/>
            </a:xfrm>
            <a:custGeom>
              <a:avLst/>
              <a:gdLst>
                <a:gd name="textAreaLeft" fmla="*/ 0 w 3515760"/>
                <a:gd name="textAreaRight" fmla="*/ 3516120 w 3515760"/>
                <a:gd name="textAreaTop" fmla="*/ 0 h 3565080"/>
                <a:gd name="textAreaBottom" fmla="*/ 3565440 h 3565080"/>
                <a:gd name="GluePoint1X" fmla="*/ 0 w 3946874"/>
                <a:gd name="GluePoint1Y" fmla="*/ 3989641 h 3989641"/>
                <a:gd name="GluePoint2X" fmla="*/ 79439 w 3946874"/>
                <a:gd name="GluePoint2Y" fmla="*/ 3891153 h 3989641"/>
                <a:gd name="GluePoint3X" fmla="*/ 297371 w 3946874"/>
                <a:gd name="GluePoint3Y" fmla="*/ 3626930 h 3989641"/>
                <a:gd name="GluePoint4X" fmla="*/ 454343 w 3946874"/>
                <a:gd name="GluePoint4Y" fmla="*/ 3440335 h 3989641"/>
                <a:gd name="GluePoint5X" fmla="*/ 622363 w 3946874"/>
                <a:gd name="GluePoint5Y" fmla="*/ 3290697 h 3989641"/>
                <a:gd name="GluePoint6X" fmla="*/ 927068 w 3946874"/>
                <a:gd name="GluePoint6Y" fmla="*/ 3087434 h 3989641"/>
                <a:gd name="GluePoint7X" fmla="*/ 1176338 w 3946874"/>
                <a:gd name="GluePoint7Y" fmla="*/ 2915603 h 3989641"/>
                <a:gd name="GluePoint8X" fmla="*/ 1394270 w 3946874"/>
                <a:gd name="GluePoint8Y" fmla="*/ 2780729 h 3989641"/>
                <a:gd name="GluePoint9X" fmla="*/ 1601057 w 3946874"/>
                <a:gd name="GluePoint9Y" fmla="*/ 2723483 h 3989641"/>
                <a:gd name="GluePoint10X" fmla="*/ 1756220 w 3946874"/>
                <a:gd name="GluePoint10Y" fmla="*/ 2743772 h 3989641"/>
                <a:gd name="GluePoint11X" fmla="*/ 1889189 w 3946874"/>
                <a:gd name="GluePoint11Y" fmla="*/ 2765965 h 3989641"/>
                <a:gd name="GluePoint12X" fmla="*/ 2007394 w 3946874"/>
                <a:gd name="GluePoint12Y" fmla="*/ 2765965 h 3989641"/>
                <a:gd name="GluePoint13X" fmla="*/ 2184654 w 3946874"/>
                <a:gd name="GluePoint13Y" fmla="*/ 2671763 h 3989641"/>
                <a:gd name="GluePoint14X" fmla="*/ 2372773 w 3946874"/>
                <a:gd name="GluePoint14Y" fmla="*/ 2538984 h 3989641"/>
                <a:gd name="GluePoint15X" fmla="*/ 2439543 w 3946874"/>
                <a:gd name="GluePoint15Y" fmla="*/ 2510504 h 3989641"/>
                <a:gd name="GluePoint16X" fmla="*/ 2650617 w 3946874"/>
                <a:gd name="GluePoint16Y" fmla="*/ 2434781 h 3989641"/>
                <a:gd name="GluePoint17X" fmla="*/ 2785110 w 3946874"/>
                <a:gd name="GluePoint17Y" fmla="*/ 2383060 h 3989641"/>
                <a:gd name="GluePoint18X" fmla="*/ 2897315 w 3946874"/>
                <a:gd name="GluePoint18Y" fmla="*/ 2318861 h 3989641"/>
                <a:gd name="GluePoint19X" fmla="*/ 2997994 w 3946874"/>
                <a:gd name="GluePoint19Y" fmla="*/ 2226183 h 3989641"/>
                <a:gd name="GluePoint20X" fmla="*/ 3061240 w 3946874"/>
                <a:gd name="GluePoint20Y" fmla="*/ 2141506 h 3989641"/>
                <a:gd name="GluePoint21X" fmla="*/ 3152108 w 3946874"/>
                <a:gd name="GluePoint21Y" fmla="*/ 2005203 h 3989641"/>
                <a:gd name="GluePoint22X" fmla="*/ 3274124 w 3946874"/>
                <a:gd name="GluePoint22Y" fmla="*/ 1871567 h 3989641"/>
                <a:gd name="GluePoint23X" fmla="*/ 3388138 w 3946874"/>
                <a:gd name="GluePoint23Y" fmla="*/ 1770888 h 3989641"/>
                <a:gd name="GluePoint24X" fmla="*/ 3466529 w 3946874"/>
                <a:gd name="GluePoint24Y" fmla="*/ 1679162 h 3989641"/>
                <a:gd name="GluePoint25X" fmla="*/ 3538633 w 3946874"/>
                <a:gd name="GluePoint25Y" fmla="*/ 1551718 h 3989641"/>
                <a:gd name="GluePoint26X" fmla="*/ 3588544 w 3946874"/>
                <a:gd name="GluePoint26Y" fmla="*/ 1376172 h 3989641"/>
                <a:gd name="GluePoint27X" fmla="*/ 3597402 w 3946874"/>
                <a:gd name="GluePoint27Y" fmla="*/ 1293305 h 3989641"/>
                <a:gd name="GluePoint28X" fmla="*/ 3721227 w 3946874"/>
                <a:gd name="GluePoint28Y" fmla="*/ 880491 h 3989641"/>
                <a:gd name="GluePoint29X" fmla="*/ 3761137 w 3946874"/>
                <a:gd name="GluePoint29Y" fmla="*/ 463677 h 3989641"/>
                <a:gd name="GluePoint30X" fmla="*/ 3946874 w 3946874"/>
                <a:gd name="GluePoint30Y" fmla="*/ 0 h 398964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Freeform: Shape 20"/>
            <p:cNvSpPr/>
            <p:nvPr/>
          </p:nvSpPr>
          <p:spPr>
            <a:xfrm>
              <a:off x="8861040" y="4186080"/>
              <a:ext cx="3265200" cy="2667600"/>
            </a:xfrm>
            <a:custGeom>
              <a:avLst/>
              <a:gdLst>
                <a:gd name="textAreaLeft" fmla="*/ 0 w 3265200"/>
                <a:gd name="textAreaRight" fmla="*/ 3265560 w 3265200"/>
                <a:gd name="textAreaTop" fmla="*/ 0 h 2667600"/>
                <a:gd name="textAreaBottom" fmla="*/ 2667960 h 2667600"/>
                <a:gd name="GluePoint1X" fmla="*/ 0 w 3665410"/>
                <a:gd name="GluePoint1Y" fmla="*/ 2985611 h 2985611"/>
                <a:gd name="GluePoint2X" fmla="*/ 166211 w 3665410"/>
                <a:gd name="GluePoint2Y" fmla="*/ 2699766 h 2985611"/>
                <a:gd name="GluePoint3X" fmla="*/ 397002 w 3665410"/>
                <a:gd name="GluePoint3Y" fmla="*/ 2414969 h 2985611"/>
                <a:gd name="GluePoint4X" fmla="*/ 620173 w 3665410"/>
                <a:gd name="GluePoint4Y" fmla="*/ 2237899 h 2985611"/>
                <a:gd name="GluePoint5X" fmla="*/ 823341 w 3665410"/>
                <a:gd name="GluePoint5Y" fmla="*/ 2085499 h 2985611"/>
                <a:gd name="GluePoint6X" fmla="*/ 1089565 w 3665410"/>
                <a:gd name="GluePoint6Y" fmla="*/ 1911477 h 2985611"/>
                <a:gd name="GluePoint7X" fmla="*/ 1145000 w 3665410"/>
                <a:gd name="GluePoint7Y" fmla="*/ 1886807 h 2985611"/>
                <a:gd name="GluePoint8X" fmla="*/ 1375791 w 3665410"/>
                <a:gd name="GluePoint8Y" fmla="*/ 1842135 h 2985611"/>
                <a:gd name="GluePoint9X" fmla="*/ 1486567 w 3665410"/>
                <a:gd name="GluePoint9Y" fmla="*/ 1857566 h 2985611"/>
                <a:gd name="GluePoint10X" fmla="*/ 1568101 w 3665410"/>
                <a:gd name="GluePoint10Y" fmla="*/ 1871377 h 2985611"/>
                <a:gd name="GluePoint11X" fmla="*/ 1810607 w 3665410"/>
                <a:gd name="GluePoint11Y" fmla="*/ 1871377 h 2985611"/>
                <a:gd name="GluePoint12X" fmla="*/ 1997964 w 3665410"/>
                <a:gd name="GluePoint12Y" fmla="*/ 1790605 h 2985611"/>
                <a:gd name="GluePoint13X" fmla="*/ 2109883 w 3665410"/>
                <a:gd name="GluePoint13Y" fmla="*/ 1702784 h 2985611"/>
                <a:gd name="GluePoint14X" fmla="*/ 2321433 w 3665410"/>
                <a:gd name="GluePoint14Y" fmla="*/ 1552384 h 2985611"/>
                <a:gd name="GluePoint15X" fmla="*/ 2558891 w 3665410"/>
                <a:gd name="GluePoint15Y" fmla="*/ 1453420 h 2985611"/>
                <a:gd name="GluePoint16X" fmla="*/ 2709767 w 3665410"/>
                <a:gd name="GluePoint16Y" fmla="*/ 1377887 h 2985611"/>
                <a:gd name="GluePoint17X" fmla="*/ 2885408 w 3665410"/>
                <a:gd name="GluePoint17Y" fmla="*/ 1237393 h 2985611"/>
                <a:gd name="GluePoint18X" fmla="*/ 3017711 w 3665410"/>
                <a:gd name="GluePoint18Y" fmla="*/ 1072229 h 2985611"/>
                <a:gd name="GluePoint19X" fmla="*/ 3150680 w 3665410"/>
                <a:gd name="GluePoint19Y" fmla="*/ 921830 h 2985611"/>
                <a:gd name="GluePoint20X" fmla="*/ 3255169 w 3665410"/>
                <a:gd name="GluePoint20Y" fmla="*/ 801815 h 2985611"/>
                <a:gd name="GluePoint21X" fmla="*/ 3339275 w 3665410"/>
                <a:gd name="GluePoint21Y" fmla="*/ 694182 h 2985611"/>
                <a:gd name="GluePoint22X" fmla="*/ 3409188 w 3665410"/>
                <a:gd name="GluePoint22Y" fmla="*/ 546926 h 2985611"/>
                <a:gd name="GluePoint23X" fmla="*/ 3464243 w 3665410"/>
                <a:gd name="GluePoint23Y" fmla="*/ 347663 h 2985611"/>
                <a:gd name="GluePoint24X" fmla="*/ 3665411 w 3665410"/>
                <a:gd name="GluePoint24Y" fmla="*/ 0 h 29856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</a:cxnLst>
              <a:rect l="textAreaLeft" t="textAreaTop" r="textAreaRight" b="textAreaBottom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Freeform: Shape 21"/>
            <p:cNvSpPr/>
            <p:nvPr/>
          </p:nvSpPr>
          <p:spPr>
            <a:xfrm>
              <a:off x="11885040" y="6677640"/>
              <a:ext cx="254520" cy="177480"/>
            </a:xfrm>
            <a:custGeom>
              <a:avLst/>
              <a:gdLst>
                <a:gd name="textAreaLeft" fmla="*/ 0 w 254520"/>
                <a:gd name="textAreaRight" fmla="*/ 254880 w 254520"/>
                <a:gd name="textAreaTop" fmla="*/ 0 h 177480"/>
                <a:gd name="textAreaBottom" fmla="*/ 177840 h 177480"/>
                <a:gd name="GluePoint1X" fmla="*/ 0 w 285940"/>
                <a:gd name="GluePoint1Y" fmla="*/ 199073 h 199072"/>
                <a:gd name="GluePoint2X" fmla="*/ 285940 w 285940"/>
                <a:gd name="GluePoint2Y" fmla="*/ 0 h 19907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Freeform: Shape 22"/>
            <p:cNvSpPr/>
            <p:nvPr/>
          </p:nvSpPr>
          <p:spPr>
            <a:xfrm>
              <a:off x="11531160" y="6516720"/>
              <a:ext cx="583920" cy="340200"/>
            </a:xfrm>
            <a:custGeom>
              <a:avLst/>
              <a:gdLst>
                <a:gd name="textAreaLeft" fmla="*/ 0 w 583920"/>
                <a:gd name="textAreaRight" fmla="*/ 584280 w 583920"/>
                <a:gd name="textAreaTop" fmla="*/ 0 h 340200"/>
                <a:gd name="textAreaBottom" fmla="*/ 340560 h 340200"/>
                <a:gd name="GluePoint1X" fmla="*/ 0 w 655796"/>
                <a:gd name="GluePoint1Y" fmla="*/ 381190 h 381190"/>
                <a:gd name="GluePoint2X" fmla="*/ 655796 w 655796"/>
                <a:gd name="GluePoint2Y" fmla="*/ 0 h 3811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Freeform: Shape 23"/>
            <p:cNvSpPr/>
            <p:nvPr/>
          </p:nvSpPr>
          <p:spPr>
            <a:xfrm>
              <a:off x="9536400" y="5460480"/>
              <a:ext cx="2589840" cy="1380240"/>
            </a:xfrm>
            <a:custGeom>
              <a:avLst/>
              <a:gdLst>
                <a:gd name="textAreaLeft" fmla="*/ 0 w 2589840"/>
                <a:gd name="textAreaRight" fmla="*/ 2590200 w 2589840"/>
                <a:gd name="textAreaTop" fmla="*/ 0 h 1380240"/>
                <a:gd name="textAreaBottom" fmla="*/ 1380600 h 1380240"/>
                <a:gd name="GluePoint1X" fmla="*/ 0 w 2907315"/>
                <a:gd name="GluePoint1Y" fmla="*/ 1544764 h 1544764"/>
                <a:gd name="GluePoint2X" fmla="*/ 201644 w 2907315"/>
                <a:gd name="GluePoint2Y" fmla="*/ 1352550 h 1544764"/>
                <a:gd name="GluePoint3X" fmla="*/ 423196 w 2907315"/>
                <a:gd name="GluePoint3Y" fmla="*/ 1196054 h 1544764"/>
                <a:gd name="GluePoint4X" fmla="*/ 782193 w 2907315"/>
                <a:gd name="GluePoint4Y" fmla="*/ 1099947 h 1544764"/>
                <a:gd name="GluePoint5X" fmla="*/ 1052513 w 2907315"/>
                <a:gd name="GluePoint5Y" fmla="*/ 1042321 h 1544764"/>
                <a:gd name="GluePoint6X" fmla="*/ 1311783 w 2907315"/>
                <a:gd name="GluePoint6Y" fmla="*/ 1056037 h 1544764"/>
                <a:gd name="GluePoint7X" fmla="*/ 1484662 w 2907315"/>
                <a:gd name="GluePoint7Y" fmla="*/ 1083469 h 1544764"/>
                <a:gd name="GluePoint8X" fmla="*/ 1788224 w 2907315"/>
                <a:gd name="GluePoint8Y" fmla="*/ 1023080 h 1544764"/>
                <a:gd name="GluePoint9X" fmla="*/ 2269045 w 2907315"/>
                <a:gd name="GluePoint9Y" fmla="*/ 734758 h 1544764"/>
                <a:gd name="GluePoint10X" fmla="*/ 2534984 w 2907315"/>
                <a:gd name="GluePoint10Y" fmla="*/ 572738 h 1544764"/>
                <a:gd name="GluePoint11X" fmla="*/ 2907316 w 2907315"/>
                <a:gd name="GluePoint11Y" fmla="*/ 0 h 15447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Freeform: Shape 24"/>
            <p:cNvSpPr/>
            <p:nvPr/>
          </p:nvSpPr>
          <p:spPr>
            <a:xfrm>
              <a:off x="9317160" y="5113080"/>
              <a:ext cx="2822040" cy="1744560"/>
            </a:xfrm>
            <a:custGeom>
              <a:avLst/>
              <a:gdLst>
                <a:gd name="textAreaLeft" fmla="*/ 0 w 2822040"/>
                <a:gd name="textAreaRight" fmla="*/ 2822400 w 2822040"/>
                <a:gd name="textAreaTop" fmla="*/ 0 h 1744560"/>
                <a:gd name="textAreaBottom" fmla="*/ 1744920 h 1744560"/>
                <a:gd name="GluePoint1X" fmla="*/ 0 w 3168300"/>
                <a:gd name="GluePoint1Y" fmla="*/ 1952435 h 1952434"/>
                <a:gd name="GluePoint2X" fmla="*/ 202121 w 3168300"/>
                <a:gd name="GluePoint2Y" fmla="*/ 1687068 h 1952434"/>
                <a:gd name="GluePoint3X" fmla="*/ 545116 w 3168300"/>
                <a:gd name="GluePoint3Y" fmla="*/ 1450277 h 1952434"/>
                <a:gd name="GluePoint4X" fmla="*/ 906780 w 3168300"/>
                <a:gd name="GluePoint4Y" fmla="*/ 1354455 h 1952434"/>
                <a:gd name="GluePoint5X" fmla="*/ 1332262 w 3168300"/>
                <a:gd name="GluePoint5Y" fmla="*/ 1285304 h 1952434"/>
                <a:gd name="GluePoint6X" fmla="*/ 1691259 w 3168300"/>
                <a:gd name="GluePoint6Y" fmla="*/ 1240060 h 1952434"/>
                <a:gd name="GluePoint7X" fmla="*/ 2010346 w 3168300"/>
                <a:gd name="GluePoint7Y" fmla="*/ 1141667 h 1952434"/>
                <a:gd name="GluePoint8X" fmla="*/ 2393252 w 3168300"/>
                <a:gd name="GluePoint8Y" fmla="*/ 1027271 h 1952434"/>
                <a:gd name="GluePoint9X" fmla="*/ 2582037 w 3168300"/>
                <a:gd name="GluePoint9Y" fmla="*/ 958120 h 1952434"/>
                <a:gd name="GluePoint10X" fmla="*/ 2760155 w 3168300"/>
                <a:gd name="GluePoint10Y" fmla="*/ 827723 h 1952434"/>
                <a:gd name="GluePoint11X" fmla="*/ 2914364 w 3168300"/>
                <a:gd name="GluePoint11Y" fmla="*/ 567023 h 1952434"/>
                <a:gd name="GluePoint12X" fmla="*/ 3168301 w 3168300"/>
                <a:gd name="GluePoint12Y" fmla="*/ 0 h 19524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Freeform: Shape 25"/>
            <p:cNvSpPr/>
            <p:nvPr/>
          </p:nvSpPr>
          <p:spPr>
            <a:xfrm>
              <a:off x="9136080" y="4664160"/>
              <a:ext cx="2990160" cy="2190960"/>
            </a:xfrm>
            <a:custGeom>
              <a:avLst/>
              <a:gdLst>
                <a:gd name="textAreaLeft" fmla="*/ 0 w 2990160"/>
                <a:gd name="textAreaRight" fmla="*/ 2990520 w 2990160"/>
                <a:gd name="textAreaTop" fmla="*/ 0 h 2190960"/>
                <a:gd name="textAreaBottom" fmla="*/ 2191320 h 2190960"/>
                <a:gd name="GluePoint1X" fmla="*/ 0 w 3356800"/>
                <a:gd name="GluePoint1Y" fmla="*/ 2452021 h 2452020"/>
                <a:gd name="GluePoint2X" fmla="*/ 130874 w 3356800"/>
                <a:gd name="GluePoint2Y" fmla="*/ 2247710 h 2452020"/>
                <a:gd name="GluePoint3X" fmla="*/ 437197 w 3356800"/>
                <a:gd name="GluePoint3Y" fmla="*/ 1941195 h 2452020"/>
                <a:gd name="GluePoint4X" fmla="*/ 737140 w 3356800"/>
                <a:gd name="GluePoint4Y" fmla="*/ 1736884 h 2452020"/>
                <a:gd name="GluePoint5X" fmla="*/ 1031843 w 3356800"/>
                <a:gd name="GluePoint5Y" fmla="*/ 1685068 h 2452020"/>
                <a:gd name="GluePoint6X" fmla="*/ 1287304 w 3356800"/>
                <a:gd name="GluePoint6Y" fmla="*/ 1655826 h 2452020"/>
                <a:gd name="GluePoint7X" fmla="*/ 1471994 w 3356800"/>
                <a:gd name="GluePoint7Y" fmla="*/ 1634300 h 2452020"/>
                <a:gd name="GluePoint8X" fmla="*/ 1898237 w 3356800"/>
                <a:gd name="GluePoint8Y" fmla="*/ 1512665 h 2452020"/>
                <a:gd name="GluePoint9X" fmla="*/ 2229136 w 3356800"/>
                <a:gd name="GluePoint9Y" fmla="*/ 1355598 h 2452020"/>
                <a:gd name="GluePoint10X" fmla="*/ 2512314 w 3356800"/>
                <a:gd name="GluePoint10Y" fmla="*/ 1238631 h 2452020"/>
                <a:gd name="GluePoint11X" fmla="*/ 2758535 w 3356800"/>
                <a:gd name="GluePoint11Y" fmla="*/ 1096994 h 2452020"/>
                <a:gd name="GluePoint12X" fmla="*/ 2935510 w 3356800"/>
                <a:gd name="GluePoint12Y" fmla="*/ 919925 h 2452020"/>
                <a:gd name="GluePoint13X" fmla="*/ 3081719 w 3356800"/>
                <a:gd name="GluePoint13Y" fmla="*/ 687419 h 2452020"/>
                <a:gd name="GluePoint14X" fmla="*/ 3356800 w 3356800"/>
                <a:gd name="GluePoint14Y" fmla="*/ 0 h 24520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en-US" sz="60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Click to edit Master title style</a:t>
            </a:r>
            <a:endParaRPr lang="ru-RU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</a:rPr>
              <a:t>Click to edit Master text styles</a:t>
            </a:r>
            <a:endParaRPr lang="ru-RU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 type="sldNum" idx="15"/>
          </p:nvPr>
        </p:nvSpPr>
        <p:spPr>
          <a:xfrm>
            <a:off x="9906120" y="6356520"/>
            <a:ext cx="1447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42C539-4858-4DFE-B327-308A76E50C5D}" type="slidenum">
              <a: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6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2"/>
          </a:solidFill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venirNext LT Pro Medium"/>
            </a:endParaRPr>
          </a:p>
        </p:txBody>
      </p:sp>
      <p:sp>
        <p:nvSpPr>
          <p:cNvPr id="128" name="Freeform: Shape 7"/>
          <p:cNvSpPr/>
          <p:nvPr/>
        </p:nvSpPr>
        <p:spPr>
          <a:xfrm rot="10800000">
            <a:off x="693000" y="-2880"/>
            <a:ext cx="1325880" cy="597240"/>
          </a:xfrm>
          <a:custGeom>
            <a:avLst/>
            <a:gdLst>
              <a:gd name="textAreaLeft" fmla="*/ 0 w 1325880"/>
              <a:gd name="textAreaRight" fmla="*/ 1326240 w 1325880"/>
              <a:gd name="textAreaTop" fmla="*/ 0 h 597240"/>
              <a:gd name="textAreaBottom" fmla="*/ 597600 h 597240"/>
              <a:gd name="GluePoint1X" fmla="*/ 741051 w 1482102"/>
              <a:gd name="GluePoint1Y" fmla="*/ 0 h 679363"/>
              <a:gd name="GluePoint2X" fmla="*/ 1473822 w 1482102"/>
              <a:gd name="GluePoint2Y" fmla="*/ 597226 h 679363"/>
              <a:gd name="GluePoint3X" fmla="*/ 1482102 w 1482102"/>
              <a:gd name="GluePoint3Y" fmla="*/ 679363 h 679363"/>
              <a:gd name="GluePoint4X" fmla="*/ 0 w 1482102"/>
              <a:gd name="GluePoint4Y" fmla="*/ 679363 h 679363"/>
              <a:gd name="GluePoint5X" fmla="*/ 8280 w 1482102"/>
              <a:gd name="GluePoint5Y" fmla="*/ 597226 h 679363"/>
              <a:gd name="GluePoint6X" fmla="*/ 741051 w 1482102"/>
              <a:gd name="GluePoint6Y" fmla="*/ 0 h 6793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29" name="Freeform: Shape 8"/>
          <p:cNvSpPr/>
          <p:nvPr/>
        </p:nvSpPr>
        <p:spPr>
          <a:xfrm>
            <a:off x="10439280" y="6172200"/>
            <a:ext cx="1481760" cy="678960"/>
          </a:xfrm>
          <a:custGeom>
            <a:avLst/>
            <a:gdLst>
              <a:gd name="textAreaLeft" fmla="*/ 0 w 1481760"/>
              <a:gd name="textAreaRight" fmla="*/ 1482120 w 1481760"/>
              <a:gd name="textAreaTop" fmla="*/ 0 h 678960"/>
              <a:gd name="textAreaBottom" fmla="*/ 679320 h 678960"/>
              <a:gd name="GluePoint1X" fmla="*/ 741051 w 1482102"/>
              <a:gd name="GluePoint1Y" fmla="*/ 0 h 679363"/>
              <a:gd name="GluePoint2X" fmla="*/ 1473822 w 1482102"/>
              <a:gd name="GluePoint2Y" fmla="*/ 597226 h 679363"/>
              <a:gd name="GluePoint3X" fmla="*/ 1482102 w 1482102"/>
              <a:gd name="GluePoint3Y" fmla="*/ 679363 h 679363"/>
              <a:gd name="GluePoint4X" fmla="*/ 0 w 1482102"/>
              <a:gd name="GluePoint4Y" fmla="*/ 679363 h 679363"/>
              <a:gd name="GluePoint5X" fmla="*/ 8280 w 1482102"/>
              <a:gd name="GluePoint5Y" fmla="*/ 597226 h 679363"/>
              <a:gd name="GluePoint6X" fmla="*/ 741051 w 1482102"/>
              <a:gd name="GluePoint6Y" fmla="*/ 0 h 6793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0" name="Freeform: Shape 9"/>
          <p:cNvSpPr/>
          <p:nvPr/>
        </p:nvSpPr>
        <p:spPr>
          <a:xfrm>
            <a:off x="7977240" y="5197320"/>
            <a:ext cx="4211280" cy="1660320"/>
          </a:xfrm>
          <a:custGeom>
            <a:avLst/>
            <a:gdLst>
              <a:gd name="textAreaLeft" fmla="*/ 0 w 4211280"/>
              <a:gd name="textAreaRight" fmla="*/ 4211640 w 4211280"/>
              <a:gd name="textAreaTop" fmla="*/ 0 h 1660320"/>
              <a:gd name="textAreaBottom" fmla="*/ 1660680 h 1660320"/>
              <a:gd name="GluePoint1X" fmla="*/ 4211600 w 4211600"/>
              <a:gd name="GluePoint1Y" fmla="*/ 0 h 1660822"/>
              <a:gd name="GluePoint2X" fmla="*/ 4211600 w 4211600"/>
              <a:gd name="GluePoint2Y" fmla="*/ 58430 h 1660822"/>
              <a:gd name="GluePoint3X" fmla="*/ 4136524 w 4211600"/>
              <a:gd name="GluePoint3Y" fmla="*/ 208808 h 1660822"/>
              <a:gd name="GluePoint4X" fmla="*/ 3973354 w 4211600"/>
              <a:gd name="GluePoint4Y" fmla="*/ 437313 h 1660822"/>
              <a:gd name="GluePoint5X" fmla="*/ 3884746 w 4211600"/>
              <a:gd name="GluePoint5Y" fmla="*/ 553613 h 1660822"/>
              <a:gd name="GluePoint6X" fmla="*/ 3849435 w 4211600"/>
              <a:gd name="GluePoint6Y" fmla="*/ 603143 h 1660822"/>
              <a:gd name="GluePoint7X" fmla="*/ 3661849 w 4211600"/>
              <a:gd name="GluePoint7Y" fmla="*/ 819075 h 1660822"/>
              <a:gd name="GluePoint8X" fmla="*/ 3402589 w 4211600"/>
              <a:gd name="GluePoint8Y" fmla="*/ 952996 h 1660822"/>
              <a:gd name="GluePoint9X" fmla="*/ 3130202 w 4211600"/>
              <a:gd name="GluePoint9Y" fmla="*/ 1023386 h 1660822"/>
              <a:gd name="GluePoint10X" fmla="*/ 2914657 w 4211600"/>
              <a:gd name="GluePoint10Y" fmla="*/ 1068058 h 1660822"/>
              <a:gd name="GluePoint11X" fmla="*/ 2582149 w 4211600"/>
              <a:gd name="GluePoint11Y" fmla="*/ 1138924 h 1660822"/>
              <a:gd name="GluePoint12X" fmla="*/ 2483958 w 4211600"/>
              <a:gd name="GluePoint12Y" fmla="*/ 1162356 h 1660822"/>
              <a:gd name="GluePoint13X" fmla="*/ 2123750 w 4211600"/>
              <a:gd name="GluePoint13Y" fmla="*/ 1238651 h 1660822"/>
              <a:gd name="GluePoint14X" fmla="*/ 1761444 w 4211600"/>
              <a:gd name="GluePoint14Y" fmla="*/ 1273417 h 1660822"/>
              <a:gd name="GluePoint15X" fmla="*/ 1608382 w 4211600"/>
              <a:gd name="GluePoint15Y" fmla="*/ 1284466 h 1660822"/>
              <a:gd name="GluePoint16X" fmla="*/ 999942 w 4211600"/>
              <a:gd name="GluePoint16Y" fmla="*/ 1354284 h 1660822"/>
              <a:gd name="GluePoint17X" fmla="*/ 484705 w 4211600"/>
              <a:gd name="GluePoint17Y" fmla="*/ 1450487 h 1660822"/>
              <a:gd name="GluePoint18X" fmla="*/ 113310 w 4211600"/>
              <a:gd name="GluePoint18Y" fmla="*/ 1613700 h 1660822"/>
              <a:gd name="GluePoint19X" fmla="*/ 39668 w 4211600"/>
              <a:gd name="GluePoint19Y" fmla="*/ 1660822 h 1660822"/>
              <a:gd name="GluePoint20X" fmla="*/ 0 w 4211600"/>
              <a:gd name="GluePoint20Y" fmla="*/ 1660822 h 1660822"/>
              <a:gd name="GluePoint21X" fmla="*/ 96701 w 4211600"/>
              <a:gd name="GluePoint21Y" fmla="*/ 1598934 h 1660822"/>
              <a:gd name="GluePoint22X" fmla="*/ 474335 w 4211600"/>
              <a:gd name="GluePoint22Y" fmla="*/ 1433056 h 1660822"/>
              <a:gd name="GluePoint23X" fmla="*/ 994299 w 4211600"/>
              <a:gd name="GluePoint23Y" fmla="*/ 1335806 h 1660822"/>
              <a:gd name="GluePoint24X" fmla="*/ 1605231 w 4211600"/>
              <a:gd name="GluePoint24Y" fmla="*/ 1265702 h 1660822"/>
              <a:gd name="GluePoint25X" fmla="*/ 1758819 w 4211600"/>
              <a:gd name="GluePoint25Y" fmla="*/ 1254558 h 1660822"/>
              <a:gd name="GluePoint26X" fmla="*/ 2118106 w 4211600"/>
              <a:gd name="GluePoint26Y" fmla="*/ 1220077 h 1660822"/>
              <a:gd name="GluePoint27X" fmla="*/ 2475557 w 4211600"/>
              <a:gd name="GluePoint27Y" fmla="*/ 1144353 h 1660822"/>
              <a:gd name="GluePoint28X" fmla="*/ 2573878 w 4211600"/>
              <a:gd name="GluePoint28Y" fmla="*/ 1120827 h 1660822"/>
              <a:gd name="GluePoint29X" fmla="*/ 2907437 w 4211600"/>
              <a:gd name="GluePoint29Y" fmla="*/ 1049675 h 1660822"/>
              <a:gd name="GluePoint30X" fmla="*/ 3122589 w 4211600"/>
              <a:gd name="GluePoint30Y" fmla="*/ 1005098 h 1660822"/>
              <a:gd name="GluePoint31X" fmla="*/ 3391169 w 4211600"/>
              <a:gd name="GluePoint31Y" fmla="*/ 935756 h 1660822"/>
              <a:gd name="GluePoint32X" fmla="*/ 3642290 w 4211600"/>
              <a:gd name="GluePoint32Y" fmla="*/ 806216 h 1660822"/>
              <a:gd name="GluePoint33X" fmla="*/ 3825937 w 4211600"/>
              <a:gd name="GluePoint33Y" fmla="*/ 594475 h 1660822"/>
              <a:gd name="GluePoint34X" fmla="*/ 3861381 w 4211600"/>
              <a:gd name="GluePoint34Y" fmla="*/ 544755 h 1660822"/>
              <a:gd name="GluePoint35X" fmla="*/ 3950381 w 4211600"/>
              <a:gd name="GluePoint35Y" fmla="*/ 427978 h 1660822"/>
              <a:gd name="GluePoint36X" fmla="*/ 4112370 w 4211600"/>
              <a:gd name="GluePoint36Y" fmla="*/ 201378 h 1660822"/>
              <a:gd name="GluePoint37X" fmla="*/ 4195989 w 4211600"/>
              <a:gd name="GluePoint37Y" fmla="*/ 33834 h 166082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</a:cxnLst>
            <a:rect l="textAreaLeft" t="textAreaTop" r="textAreaRight" b="textAreaBottom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grpSp>
        <p:nvGrpSpPr>
          <p:cNvPr id="131" name="Graphic 141"/>
          <p:cNvGrpSpPr/>
          <p:nvPr/>
        </p:nvGrpSpPr>
        <p:grpSpPr>
          <a:xfrm>
            <a:off x="10800" y="15120"/>
            <a:ext cx="2198520" cy="3330720"/>
            <a:chOff x="10800" y="15120"/>
            <a:chExt cx="2198520" cy="3330720"/>
          </a:xfrm>
        </p:grpSpPr>
        <p:sp>
          <p:nvSpPr>
            <p:cNvPr id="132" name="Freeform: Shape 11"/>
            <p:cNvSpPr/>
            <p:nvPr/>
          </p:nvSpPr>
          <p:spPr>
            <a:xfrm>
              <a:off x="19440" y="15120"/>
              <a:ext cx="2189880" cy="3330720"/>
            </a:xfrm>
            <a:custGeom>
              <a:avLst/>
              <a:gdLst>
                <a:gd name="textAreaLeft" fmla="*/ 0 w 2189880"/>
                <a:gd name="textAreaRight" fmla="*/ 2190240 w 2189880"/>
                <a:gd name="textAreaTop" fmla="*/ 0 h 3330720"/>
                <a:gd name="textAreaBottom" fmla="*/ 3331080 h 3330720"/>
                <a:gd name="GluePoint1X" fmla="*/ 0 w 3296088"/>
                <a:gd name="GluePoint1Y" fmla="*/ 5012722 h 5012722"/>
                <a:gd name="GluePoint2X" fmla="*/ 244031 w 3296088"/>
                <a:gd name="GluePoint2Y" fmla="*/ 4820222 h 5012722"/>
                <a:gd name="GluePoint3X" fmla="*/ 729234 w 3296088"/>
                <a:gd name="GluePoint3Y" fmla="*/ 4360641 h 5012722"/>
                <a:gd name="GluePoint4X" fmla="*/ 881444 w 3296088"/>
                <a:gd name="GluePoint4Y" fmla="*/ 4173950 h 5012722"/>
                <a:gd name="GluePoint5X" fmla="*/ 1151287 w 3296088"/>
                <a:gd name="GluePoint5Y" fmla="*/ 3972877 h 5012722"/>
                <a:gd name="GluePoint6X" fmla="*/ 1498664 w 3296088"/>
                <a:gd name="GluePoint6Y" fmla="*/ 3786188 h 5012722"/>
                <a:gd name="GluePoint7X" fmla="*/ 1716881 w 3296088"/>
                <a:gd name="GluePoint7Y" fmla="*/ 3674174 h 5012722"/>
                <a:gd name="GluePoint8X" fmla="*/ 1913573 w 3296088"/>
                <a:gd name="GluePoint8Y" fmla="*/ 3477387 h 5012722"/>
                <a:gd name="GluePoint9X" fmla="*/ 2167700 w 3296088"/>
                <a:gd name="GluePoint9Y" fmla="*/ 3042190 h 5012722"/>
                <a:gd name="GluePoint10X" fmla="*/ 2273903 w 3296088"/>
                <a:gd name="GluePoint10Y" fmla="*/ 2775014 h 5012722"/>
                <a:gd name="GluePoint11X" fmla="*/ 2463356 w 3296088"/>
                <a:gd name="GluePoint11Y" fmla="*/ 2335530 h 5012722"/>
                <a:gd name="GluePoint12X" fmla="*/ 2741866 w 3296088"/>
                <a:gd name="GluePoint12Y" fmla="*/ 1982248 h 5012722"/>
                <a:gd name="GluePoint13X" fmla="*/ 2985897 w 3296088"/>
                <a:gd name="GluePoint13Y" fmla="*/ 1634681 h 5012722"/>
                <a:gd name="GluePoint14X" fmla="*/ 3212687 w 3296088"/>
                <a:gd name="GluePoint14Y" fmla="*/ 1226820 h 5012722"/>
                <a:gd name="GluePoint15X" fmla="*/ 3281553 w 3296088"/>
                <a:gd name="GluePoint15Y" fmla="*/ 959644 h 5012722"/>
                <a:gd name="GluePoint16X" fmla="*/ 3295936 w 3296088"/>
                <a:gd name="GluePoint16Y" fmla="*/ 701135 h 5012722"/>
                <a:gd name="GluePoint17X" fmla="*/ 3267266 w 3296088"/>
                <a:gd name="GluePoint17Y" fmla="*/ 436817 h 5012722"/>
                <a:gd name="GluePoint18X" fmla="*/ 3105341 w 3296088"/>
                <a:gd name="GluePoint18Y" fmla="*/ 0 h 50127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Freeform: Shape 12"/>
            <p:cNvSpPr/>
            <p:nvPr/>
          </p:nvSpPr>
          <p:spPr>
            <a:xfrm>
              <a:off x="10800" y="15120"/>
              <a:ext cx="1978200" cy="3074760"/>
            </a:xfrm>
            <a:custGeom>
              <a:avLst/>
              <a:gdLst>
                <a:gd name="textAreaLeft" fmla="*/ 0 w 1978200"/>
                <a:gd name="textAreaRight" fmla="*/ 1978560 w 1978200"/>
                <a:gd name="textAreaTop" fmla="*/ 0 h 3074760"/>
                <a:gd name="textAreaBottom" fmla="*/ 3075120 h 3074760"/>
                <a:gd name="GluePoint1X" fmla="*/ 0 w 2977477"/>
                <a:gd name="GluePoint1Y" fmla="*/ 4627150 h 4627149"/>
                <a:gd name="GluePoint2X" fmla="*/ 275082 w 2977477"/>
                <a:gd name="GluePoint2Y" fmla="*/ 4341590 h 4627149"/>
                <a:gd name="GluePoint3X" fmla="*/ 502825 w 2977477"/>
                <a:gd name="GluePoint3Y" fmla="*/ 4054126 h 4627149"/>
                <a:gd name="GluePoint4X" fmla="*/ 666179 w 2977477"/>
                <a:gd name="GluePoint4Y" fmla="*/ 3890677 h 4627149"/>
                <a:gd name="GluePoint5X" fmla="*/ 864203 w 2977477"/>
                <a:gd name="GluePoint5Y" fmla="*/ 3675983 h 4627149"/>
                <a:gd name="GluePoint6X" fmla="*/ 982599 w 2977477"/>
                <a:gd name="GluePoint6Y" fmla="*/ 3557492 h 4627149"/>
                <a:gd name="GluePoint7X" fmla="*/ 1188244 w 2977477"/>
                <a:gd name="GluePoint7Y" fmla="*/ 3329654 h 4627149"/>
                <a:gd name="GluePoint8X" fmla="*/ 1344740 w 2977477"/>
                <a:gd name="GluePoint8Y" fmla="*/ 3146774 h 4627149"/>
                <a:gd name="GluePoint9X" fmla="*/ 1470755 w 2977477"/>
                <a:gd name="GluePoint9Y" fmla="*/ 2984659 h 4627149"/>
                <a:gd name="GluePoint10X" fmla="*/ 1657636 w 2977477"/>
                <a:gd name="GluePoint10Y" fmla="*/ 2670239 h 4627149"/>
                <a:gd name="GluePoint11X" fmla="*/ 1762887 w 2977477"/>
                <a:gd name="GluePoint11Y" fmla="*/ 2473547 h 4627149"/>
                <a:gd name="GluePoint12X" fmla="*/ 1866710 w 2977477"/>
                <a:gd name="GluePoint12Y" fmla="*/ 2290667 h 4627149"/>
                <a:gd name="GluePoint13X" fmla="*/ 2106263 w 2977477"/>
                <a:gd name="GluePoint13Y" fmla="*/ 2030254 h 4627149"/>
                <a:gd name="GluePoint14X" fmla="*/ 2277237 w 2977477"/>
                <a:gd name="GluePoint14Y" fmla="*/ 1859185 h 4627149"/>
                <a:gd name="GluePoint15X" fmla="*/ 2499455 w 2977477"/>
                <a:gd name="GluePoint15Y" fmla="*/ 1656207 h 4627149"/>
                <a:gd name="GluePoint16X" fmla="*/ 2707100 w 2977477"/>
                <a:gd name="GluePoint16Y" fmla="*/ 1390269 h 4627149"/>
                <a:gd name="GluePoint17X" fmla="*/ 2812352 w 2977477"/>
                <a:gd name="GluePoint17Y" fmla="*/ 1230916 h 4627149"/>
                <a:gd name="GluePoint18X" fmla="*/ 2898172 w 2977477"/>
                <a:gd name="GluePoint18Y" fmla="*/ 1036987 h 4627149"/>
                <a:gd name="GluePoint19X" fmla="*/ 2963228 w 2977477"/>
                <a:gd name="GluePoint19Y" fmla="*/ 850011 h 4627149"/>
                <a:gd name="GluePoint20X" fmla="*/ 2977325 w 2977477"/>
                <a:gd name="GluePoint20Y" fmla="*/ 745427 h 4627149"/>
                <a:gd name="GluePoint21X" fmla="*/ 2929509 w 2977477"/>
                <a:gd name="GluePoint21Y" fmla="*/ 480155 h 4627149"/>
                <a:gd name="GluePoint22X" fmla="*/ 2563082 w 2977477"/>
                <a:gd name="GluePoint22Y" fmla="*/ 0 h 462714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textAreaLeft" t="textAreaTop" r="textAreaRight" b="textAreaBottom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Freeform: Shape 13"/>
            <p:cNvSpPr/>
            <p:nvPr/>
          </p:nvSpPr>
          <p:spPr>
            <a:xfrm>
              <a:off x="25200" y="15120"/>
              <a:ext cx="1565640" cy="2737080"/>
            </a:xfrm>
            <a:custGeom>
              <a:avLst/>
              <a:gdLst>
                <a:gd name="textAreaLeft" fmla="*/ 0 w 1565640"/>
                <a:gd name="textAreaRight" fmla="*/ 1566000 w 1565640"/>
                <a:gd name="textAreaTop" fmla="*/ 0 h 2737080"/>
                <a:gd name="textAreaBottom" fmla="*/ 2737440 h 2737080"/>
                <a:gd name="GluePoint1X" fmla="*/ 1707071 w 2356712"/>
                <a:gd name="GluePoint1Y" fmla="*/ 0 h 4118991"/>
                <a:gd name="GluePoint2X" fmla="*/ 1824514 w 2356712"/>
                <a:gd name="GluePoint2Y" fmla="*/ 244697 h 4118991"/>
                <a:gd name="GluePoint3X" fmla="*/ 1908715 w 2356712"/>
                <a:gd name="GluePoint3Y" fmla="*/ 328994 h 4118991"/>
                <a:gd name="GluePoint4X" fmla="*/ 2226469 w 2356712"/>
                <a:gd name="GluePoint4Y" fmla="*/ 603695 h 4118991"/>
                <a:gd name="GluePoint5X" fmla="*/ 2355628 w 2356712"/>
                <a:gd name="GluePoint5Y" fmla="*/ 900494 h 4118991"/>
                <a:gd name="GluePoint6X" fmla="*/ 2281428 w 2356712"/>
                <a:gd name="GluePoint6Y" fmla="*/ 1206913 h 4118991"/>
                <a:gd name="GluePoint7X" fmla="*/ 2092452 w 2356712"/>
                <a:gd name="GluePoint7Y" fmla="*/ 1460659 h 4118991"/>
                <a:gd name="GluePoint8X" fmla="*/ 1834039 w 2356712"/>
                <a:gd name="GluePoint8Y" fmla="*/ 1625822 h 4118991"/>
                <a:gd name="GluePoint9X" fmla="*/ 1558862 w 2356712"/>
                <a:gd name="GluePoint9Y" fmla="*/ 1743075 h 4118991"/>
                <a:gd name="GluePoint10X" fmla="*/ 1386554 w 2356712"/>
                <a:gd name="GluePoint10Y" fmla="*/ 1869948 h 4118991"/>
                <a:gd name="GluePoint11X" fmla="*/ 1271683 w 2356712"/>
                <a:gd name="GluePoint11Y" fmla="*/ 2073402 h 4118991"/>
                <a:gd name="GluePoint12X" fmla="*/ 1178338 w 2356712"/>
                <a:gd name="GluePoint12Y" fmla="*/ 2355914 h 4118991"/>
                <a:gd name="GluePoint13X" fmla="*/ 1113758 w 2356712"/>
                <a:gd name="GluePoint13Y" fmla="*/ 2578513 h 4118991"/>
                <a:gd name="GluePoint14X" fmla="*/ 1034796 w 2356712"/>
                <a:gd name="GluePoint14Y" fmla="*/ 2834640 h 4118991"/>
                <a:gd name="GluePoint15X" fmla="*/ 905637 w 2356712"/>
                <a:gd name="GluePoint15Y" fmla="*/ 3081242 h 4118991"/>
                <a:gd name="GluePoint16X" fmla="*/ 793147 w 2356712"/>
                <a:gd name="GluePoint16Y" fmla="*/ 3258407 h 4118991"/>
                <a:gd name="GluePoint17X" fmla="*/ 546735 w 2356712"/>
                <a:gd name="GluePoint17Y" fmla="*/ 3571970 h 4118991"/>
                <a:gd name="GluePoint18X" fmla="*/ 346996 w 2356712"/>
                <a:gd name="GluePoint18Y" fmla="*/ 3771900 h 4118991"/>
                <a:gd name="GluePoint19X" fmla="*/ 174689 w 2356712"/>
                <a:gd name="GluePoint19Y" fmla="*/ 3944207 h 4118991"/>
                <a:gd name="GluePoint20X" fmla="*/ 0 w 2356712"/>
                <a:gd name="GluePoint20Y" fmla="*/ 4118991 h 411899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Freeform: Shape 14"/>
            <p:cNvSpPr/>
            <p:nvPr/>
          </p:nvSpPr>
          <p:spPr>
            <a:xfrm>
              <a:off x="10800" y="15120"/>
              <a:ext cx="1368000" cy="2644560"/>
            </a:xfrm>
            <a:custGeom>
              <a:avLst/>
              <a:gdLst>
                <a:gd name="textAreaLeft" fmla="*/ 0 w 1368000"/>
                <a:gd name="textAreaRight" fmla="*/ 1368360 w 1368000"/>
                <a:gd name="textAreaTop" fmla="*/ 0 h 2644560"/>
                <a:gd name="textAreaBottom" fmla="*/ 2644920 h 2644560"/>
                <a:gd name="GluePoint1X" fmla="*/ 0 w 2059193"/>
                <a:gd name="GluePoint1Y" fmla="*/ 3980116 h 3980116"/>
                <a:gd name="GluePoint2X" fmla="*/ 471583 w 2059193"/>
                <a:gd name="GluePoint2Y" fmla="*/ 3515678 h 3980116"/>
                <a:gd name="GluePoint3X" fmla="*/ 758666 w 2059193"/>
                <a:gd name="GluePoint3Y" fmla="*/ 3163824 h 3980116"/>
                <a:gd name="GluePoint4X" fmla="*/ 940499 w 2059193"/>
                <a:gd name="GluePoint4Y" fmla="*/ 2780824 h 3980116"/>
                <a:gd name="GluePoint5X" fmla="*/ 1055370 w 2059193"/>
                <a:gd name="GluePoint5Y" fmla="*/ 2242185 h 3980116"/>
                <a:gd name="GluePoint6X" fmla="*/ 1136714 w 2059193"/>
                <a:gd name="GluePoint6Y" fmla="*/ 1878330 h 3980116"/>
                <a:gd name="GluePoint7X" fmla="*/ 1246727 w 2059193"/>
                <a:gd name="GluePoint7Y" fmla="*/ 1562386 h 3980116"/>
                <a:gd name="GluePoint8X" fmla="*/ 1378363 w 2059193"/>
                <a:gd name="GluePoint8Y" fmla="*/ 1430750 h 3980116"/>
                <a:gd name="GluePoint9X" fmla="*/ 1691831 w 2059193"/>
                <a:gd name="GluePoint9Y" fmla="*/ 1394841 h 3980116"/>
                <a:gd name="GluePoint10X" fmla="*/ 1914335 w 2059193"/>
                <a:gd name="GluePoint10Y" fmla="*/ 1323023 h 3980116"/>
                <a:gd name="GluePoint11X" fmla="*/ 2055495 w 2059193"/>
                <a:gd name="GluePoint11Y" fmla="*/ 1098042 h 3980116"/>
                <a:gd name="GluePoint12X" fmla="*/ 2033969 w 2059193"/>
                <a:gd name="GluePoint12Y" fmla="*/ 930497 h 3980116"/>
                <a:gd name="GluePoint13X" fmla="*/ 1885664 w 2059193"/>
                <a:gd name="GluePoint13Y" fmla="*/ 760571 h 3980116"/>
                <a:gd name="GluePoint14X" fmla="*/ 1636871 w 2059193"/>
                <a:gd name="GluePoint14Y" fmla="*/ 612172 h 3980116"/>
                <a:gd name="GluePoint15X" fmla="*/ 1335405 w 2059193"/>
                <a:gd name="GluePoint15Y" fmla="*/ 459010 h 3980116"/>
                <a:gd name="GluePoint16X" fmla="*/ 1234916 w 2059193"/>
                <a:gd name="GluePoint16Y" fmla="*/ 269939 h 3980116"/>
                <a:gd name="GluePoint17X" fmla="*/ 1386935 w 2059193"/>
                <a:gd name="GluePoint17Y" fmla="*/ 0 h 39801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Freeform: Shape 15"/>
            <p:cNvSpPr/>
            <p:nvPr/>
          </p:nvSpPr>
          <p:spPr>
            <a:xfrm>
              <a:off x="18720" y="543960"/>
              <a:ext cx="493920" cy="19051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0 h 1905120"/>
                <a:gd name="textAreaBottom" fmla="*/ 1905480 h 1905120"/>
                <a:gd name="GluePoint1X" fmla="*/ 11144 w 743796"/>
                <a:gd name="GluePoint1Y" fmla="*/ 0 h 2867501"/>
                <a:gd name="GluePoint2X" fmla="*/ 353663 w 743796"/>
                <a:gd name="GluePoint2Y" fmla="*/ 55245 h 2867501"/>
                <a:gd name="GluePoint3X" fmla="*/ 571405 w 743796"/>
                <a:gd name="GluePoint3Y" fmla="*/ 179737 h 2867501"/>
                <a:gd name="GluePoint4X" fmla="*/ 688658 w 743796"/>
                <a:gd name="GluePoint4Y" fmla="*/ 368808 h 2867501"/>
                <a:gd name="GluePoint5X" fmla="*/ 731711 w 743796"/>
                <a:gd name="GluePoint5Y" fmla="*/ 612934 h 2867501"/>
                <a:gd name="GluePoint6X" fmla="*/ 725233 w 743796"/>
                <a:gd name="GluePoint6Y" fmla="*/ 995648 h 2867501"/>
                <a:gd name="GluePoint7X" fmla="*/ 742855 w 743796"/>
                <a:gd name="GluePoint7Y" fmla="*/ 1499330 h 2867501"/>
                <a:gd name="GluePoint8X" fmla="*/ 707898 w 743796"/>
                <a:gd name="GluePoint8Y" fmla="*/ 1793081 h 2867501"/>
                <a:gd name="GluePoint9X" fmla="*/ 633222 w 743796"/>
                <a:gd name="GluePoint9Y" fmla="*/ 2073592 h 2867501"/>
                <a:gd name="GluePoint10X" fmla="*/ 404527 w 743796"/>
                <a:gd name="GluePoint10Y" fmla="*/ 2472404 h 2867501"/>
                <a:gd name="GluePoint11X" fmla="*/ 0 w 743796"/>
                <a:gd name="GluePoint11Y" fmla="*/ 2867501 h 286750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Freeform: Shape 16"/>
            <p:cNvSpPr/>
            <p:nvPr/>
          </p:nvSpPr>
          <p:spPr>
            <a:xfrm>
              <a:off x="10800" y="672120"/>
              <a:ext cx="396720" cy="1689840"/>
            </a:xfrm>
            <a:custGeom>
              <a:avLst/>
              <a:gdLst>
                <a:gd name="textAreaLeft" fmla="*/ 0 w 396720"/>
                <a:gd name="textAreaRight" fmla="*/ 397080 w 396720"/>
                <a:gd name="textAreaTop" fmla="*/ 0 h 1689840"/>
                <a:gd name="textAreaBottom" fmla="*/ 1690200 h 1689840"/>
                <a:gd name="GluePoint1X" fmla="*/ 16478 w 597294"/>
                <a:gd name="GluePoint1Y" fmla="*/ 2079 h 2543540"/>
                <a:gd name="GluePoint2X" fmla="*/ 299847 w 597294"/>
                <a:gd name="GluePoint2Y" fmla="*/ 53991 h 2543540"/>
                <a:gd name="GluePoint3X" fmla="*/ 503206 w 597294"/>
                <a:gd name="GluePoint3Y" fmla="*/ 291354 h 2543540"/>
                <a:gd name="GluePoint4X" fmla="*/ 525113 w 597294"/>
                <a:gd name="GluePoint4Y" fmla="*/ 724265 h 2543540"/>
                <a:gd name="GluePoint5X" fmla="*/ 578930 w 597294"/>
                <a:gd name="GluePoint5Y" fmla="*/ 1117267 h 2543540"/>
                <a:gd name="GluePoint6X" fmla="*/ 592931 w 597294"/>
                <a:gd name="GluePoint6Y" fmla="*/ 1476359 h 2543540"/>
                <a:gd name="GluePoint7X" fmla="*/ 503206 w 597294"/>
                <a:gd name="GluePoint7Y" fmla="*/ 1859359 h 2543540"/>
                <a:gd name="GluePoint8X" fmla="*/ 291846 w 597294"/>
                <a:gd name="GluePoint8Y" fmla="*/ 2250361 h 2543540"/>
                <a:gd name="GluePoint9X" fmla="*/ 0 w 597294"/>
                <a:gd name="GluePoint9Y" fmla="*/ 2543540 h 25435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Freeform: Shape 17"/>
            <p:cNvSpPr/>
            <p:nvPr/>
          </p:nvSpPr>
          <p:spPr>
            <a:xfrm>
              <a:off x="23040" y="881280"/>
              <a:ext cx="258480" cy="1336320"/>
            </a:xfrm>
            <a:custGeom>
              <a:avLst/>
              <a:gdLst>
                <a:gd name="textAreaLeft" fmla="*/ 0 w 258480"/>
                <a:gd name="textAreaRight" fmla="*/ 258840 w 258480"/>
                <a:gd name="textAreaTop" fmla="*/ 0 h 1336320"/>
                <a:gd name="textAreaBottom" fmla="*/ 1336680 h 1336320"/>
                <a:gd name="GluePoint1X" fmla="*/ 0 w 389425"/>
                <a:gd name="GluePoint1Y" fmla="*/ 33 h 2011236"/>
                <a:gd name="GluePoint2X" fmla="*/ 171260 w 389425"/>
                <a:gd name="GluePoint2Y" fmla="*/ 60326 h 2011236"/>
                <a:gd name="GluePoint3X" fmla="*/ 211455 w 389425"/>
                <a:gd name="GluePoint3Y" fmla="*/ 221204 h 2011236"/>
                <a:gd name="GluePoint4X" fmla="*/ 243078 w 389425"/>
                <a:gd name="GluePoint4Y" fmla="*/ 448089 h 2011236"/>
                <a:gd name="GluePoint5X" fmla="*/ 346424 w 389425"/>
                <a:gd name="GluePoint5Y" fmla="*/ 789941 h 2011236"/>
                <a:gd name="GluePoint6X" fmla="*/ 372237 w 389425"/>
                <a:gd name="GluePoint6Y" fmla="*/ 942151 h 2011236"/>
                <a:gd name="GluePoint7X" fmla="*/ 386620 w 389425"/>
                <a:gd name="GluePoint7Y" fmla="*/ 1272478 h 2011236"/>
                <a:gd name="GluePoint8X" fmla="*/ 280416 w 389425"/>
                <a:gd name="GluePoint8Y" fmla="*/ 1660241 h 2011236"/>
                <a:gd name="GluePoint9X" fmla="*/ 151257 w 389425"/>
                <a:gd name="GluePoint9Y" fmla="*/ 1844073 h 2011236"/>
                <a:gd name="GluePoint10X" fmla="*/ 1905 w 389425"/>
                <a:gd name="GluePoint10Y" fmla="*/ 2011237 h 20112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9" name="Graphic 157"/>
          <p:cNvGrpSpPr/>
          <p:nvPr/>
        </p:nvGrpSpPr>
        <p:grpSpPr>
          <a:xfrm>
            <a:off x="8610480" y="3276720"/>
            <a:ext cx="3529080" cy="3580920"/>
            <a:chOff x="8610480" y="3276720"/>
            <a:chExt cx="3529080" cy="3580920"/>
          </a:xfrm>
        </p:grpSpPr>
        <p:sp>
          <p:nvSpPr>
            <p:cNvPr id="140" name="Freeform: Shape 19"/>
            <p:cNvSpPr/>
            <p:nvPr/>
          </p:nvSpPr>
          <p:spPr>
            <a:xfrm>
              <a:off x="8610480" y="3276720"/>
              <a:ext cx="3515760" cy="3565080"/>
            </a:xfrm>
            <a:custGeom>
              <a:avLst/>
              <a:gdLst>
                <a:gd name="textAreaLeft" fmla="*/ 0 w 3515760"/>
                <a:gd name="textAreaRight" fmla="*/ 3516120 w 3515760"/>
                <a:gd name="textAreaTop" fmla="*/ 0 h 3565080"/>
                <a:gd name="textAreaBottom" fmla="*/ 3565440 h 3565080"/>
                <a:gd name="GluePoint1X" fmla="*/ 0 w 3946874"/>
                <a:gd name="GluePoint1Y" fmla="*/ 3989641 h 3989641"/>
                <a:gd name="GluePoint2X" fmla="*/ 79439 w 3946874"/>
                <a:gd name="GluePoint2Y" fmla="*/ 3891153 h 3989641"/>
                <a:gd name="GluePoint3X" fmla="*/ 297371 w 3946874"/>
                <a:gd name="GluePoint3Y" fmla="*/ 3626930 h 3989641"/>
                <a:gd name="GluePoint4X" fmla="*/ 454343 w 3946874"/>
                <a:gd name="GluePoint4Y" fmla="*/ 3440335 h 3989641"/>
                <a:gd name="GluePoint5X" fmla="*/ 622363 w 3946874"/>
                <a:gd name="GluePoint5Y" fmla="*/ 3290697 h 3989641"/>
                <a:gd name="GluePoint6X" fmla="*/ 927068 w 3946874"/>
                <a:gd name="GluePoint6Y" fmla="*/ 3087434 h 3989641"/>
                <a:gd name="GluePoint7X" fmla="*/ 1176338 w 3946874"/>
                <a:gd name="GluePoint7Y" fmla="*/ 2915603 h 3989641"/>
                <a:gd name="GluePoint8X" fmla="*/ 1394270 w 3946874"/>
                <a:gd name="GluePoint8Y" fmla="*/ 2780729 h 3989641"/>
                <a:gd name="GluePoint9X" fmla="*/ 1601057 w 3946874"/>
                <a:gd name="GluePoint9Y" fmla="*/ 2723483 h 3989641"/>
                <a:gd name="GluePoint10X" fmla="*/ 1756220 w 3946874"/>
                <a:gd name="GluePoint10Y" fmla="*/ 2743772 h 3989641"/>
                <a:gd name="GluePoint11X" fmla="*/ 1889189 w 3946874"/>
                <a:gd name="GluePoint11Y" fmla="*/ 2765965 h 3989641"/>
                <a:gd name="GluePoint12X" fmla="*/ 2007394 w 3946874"/>
                <a:gd name="GluePoint12Y" fmla="*/ 2765965 h 3989641"/>
                <a:gd name="GluePoint13X" fmla="*/ 2184654 w 3946874"/>
                <a:gd name="GluePoint13Y" fmla="*/ 2671763 h 3989641"/>
                <a:gd name="GluePoint14X" fmla="*/ 2372773 w 3946874"/>
                <a:gd name="GluePoint14Y" fmla="*/ 2538984 h 3989641"/>
                <a:gd name="GluePoint15X" fmla="*/ 2439543 w 3946874"/>
                <a:gd name="GluePoint15Y" fmla="*/ 2510504 h 3989641"/>
                <a:gd name="GluePoint16X" fmla="*/ 2650617 w 3946874"/>
                <a:gd name="GluePoint16Y" fmla="*/ 2434781 h 3989641"/>
                <a:gd name="GluePoint17X" fmla="*/ 2785110 w 3946874"/>
                <a:gd name="GluePoint17Y" fmla="*/ 2383060 h 3989641"/>
                <a:gd name="GluePoint18X" fmla="*/ 2897315 w 3946874"/>
                <a:gd name="GluePoint18Y" fmla="*/ 2318861 h 3989641"/>
                <a:gd name="GluePoint19X" fmla="*/ 2997994 w 3946874"/>
                <a:gd name="GluePoint19Y" fmla="*/ 2226183 h 3989641"/>
                <a:gd name="GluePoint20X" fmla="*/ 3061240 w 3946874"/>
                <a:gd name="GluePoint20Y" fmla="*/ 2141506 h 3989641"/>
                <a:gd name="GluePoint21X" fmla="*/ 3152108 w 3946874"/>
                <a:gd name="GluePoint21Y" fmla="*/ 2005203 h 3989641"/>
                <a:gd name="GluePoint22X" fmla="*/ 3274124 w 3946874"/>
                <a:gd name="GluePoint22Y" fmla="*/ 1871567 h 3989641"/>
                <a:gd name="GluePoint23X" fmla="*/ 3388138 w 3946874"/>
                <a:gd name="GluePoint23Y" fmla="*/ 1770888 h 3989641"/>
                <a:gd name="GluePoint24X" fmla="*/ 3466529 w 3946874"/>
                <a:gd name="GluePoint24Y" fmla="*/ 1679162 h 3989641"/>
                <a:gd name="GluePoint25X" fmla="*/ 3538633 w 3946874"/>
                <a:gd name="GluePoint25Y" fmla="*/ 1551718 h 3989641"/>
                <a:gd name="GluePoint26X" fmla="*/ 3588544 w 3946874"/>
                <a:gd name="GluePoint26Y" fmla="*/ 1376172 h 3989641"/>
                <a:gd name="GluePoint27X" fmla="*/ 3597402 w 3946874"/>
                <a:gd name="GluePoint27Y" fmla="*/ 1293305 h 3989641"/>
                <a:gd name="GluePoint28X" fmla="*/ 3721227 w 3946874"/>
                <a:gd name="GluePoint28Y" fmla="*/ 880491 h 3989641"/>
                <a:gd name="GluePoint29X" fmla="*/ 3761137 w 3946874"/>
                <a:gd name="GluePoint29Y" fmla="*/ 463677 h 3989641"/>
                <a:gd name="GluePoint30X" fmla="*/ 3946874 w 3946874"/>
                <a:gd name="GluePoint30Y" fmla="*/ 0 h 398964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Freeform: Shape 20"/>
            <p:cNvSpPr/>
            <p:nvPr/>
          </p:nvSpPr>
          <p:spPr>
            <a:xfrm>
              <a:off x="8861040" y="4186080"/>
              <a:ext cx="3265200" cy="2667600"/>
            </a:xfrm>
            <a:custGeom>
              <a:avLst/>
              <a:gdLst>
                <a:gd name="textAreaLeft" fmla="*/ 0 w 3265200"/>
                <a:gd name="textAreaRight" fmla="*/ 3265560 w 3265200"/>
                <a:gd name="textAreaTop" fmla="*/ 0 h 2667600"/>
                <a:gd name="textAreaBottom" fmla="*/ 2667960 h 2667600"/>
                <a:gd name="GluePoint1X" fmla="*/ 0 w 3665410"/>
                <a:gd name="GluePoint1Y" fmla="*/ 2985611 h 2985611"/>
                <a:gd name="GluePoint2X" fmla="*/ 166211 w 3665410"/>
                <a:gd name="GluePoint2Y" fmla="*/ 2699766 h 2985611"/>
                <a:gd name="GluePoint3X" fmla="*/ 397002 w 3665410"/>
                <a:gd name="GluePoint3Y" fmla="*/ 2414969 h 2985611"/>
                <a:gd name="GluePoint4X" fmla="*/ 620173 w 3665410"/>
                <a:gd name="GluePoint4Y" fmla="*/ 2237899 h 2985611"/>
                <a:gd name="GluePoint5X" fmla="*/ 823341 w 3665410"/>
                <a:gd name="GluePoint5Y" fmla="*/ 2085499 h 2985611"/>
                <a:gd name="GluePoint6X" fmla="*/ 1089565 w 3665410"/>
                <a:gd name="GluePoint6Y" fmla="*/ 1911477 h 2985611"/>
                <a:gd name="GluePoint7X" fmla="*/ 1145000 w 3665410"/>
                <a:gd name="GluePoint7Y" fmla="*/ 1886807 h 2985611"/>
                <a:gd name="GluePoint8X" fmla="*/ 1375791 w 3665410"/>
                <a:gd name="GluePoint8Y" fmla="*/ 1842135 h 2985611"/>
                <a:gd name="GluePoint9X" fmla="*/ 1486567 w 3665410"/>
                <a:gd name="GluePoint9Y" fmla="*/ 1857566 h 2985611"/>
                <a:gd name="GluePoint10X" fmla="*/ 1568101 w 3665410"/>
                <a:gd name="GluePoint10Y" fmla="*/ 1871377 h 2985611"/>
                <a:gd name="GluePoint11X" fmla="*/ 1810607 w 3665410"/>
                <a:gd name="GluePoint11Y" fmla="*/ 1871377 h 2985611"/>
                <a:gd name="GluePoint12X" fmla="*/ 1997964 w 3665410"/>
                <a:gd name="GluePoint12Y" fmla="*/ 1790605 h 2985611"/>
                <a:gd name="GluePoint13X" fmla="*/ 2109883 w 3665410"/>
                <a:gd name="GluePoint13Y" fmla="*/ 1702784 h 2985611"/>
                <a:gd name="GluePoint14X" fmla="*/ 2321433 w 3665410"/>
                <a:gd name="GluePoint14Y" fmla="*/ 1552384 h 2985611"/>
                <a:gd name="GluePoint15X" fmla="*/ 2558891 w 3665410"/>
                <a:gd name="GluePoint15Y" fmla="*/ 1453420 h 2985611"/>
                <a:gd name="GluePoint16X" fmla="*/ 2709767 w 3665410"/>
                <a:gd name="GluePoint16Y" fmla="*/ 1377887 h 2985611"/>
                <a:gd name="GluePoint17X" fmla="*/ 2885408 w 3665410"/>
                <a:gd name="GluePoint17Y" fmla="*/ 1237393 h 2985611"/>
                <a:gd name="GluePoint18X" fmla="*/ 3017711 w 3665410"/>
                <a:gd name="GluePoint18Y" fmla="*/ 1072229 h 2985611"/>
                <a:gd name="GluePoint19X" fmla="*/ 3150680 w 3665410"/>
                <a:gd name="GluePoint19Y" fmla="*/ 921830 h 2985611"/>
                <a:gd name="GluePoint20X" fmla="*/ 3255169 w 3665410"/>
                <a:gd name="GluePoint20Y" fmla="*/ 801815 h 2985611"/>
                <a:gd name="GluePoint21X" fmla="*/ 3339275 w 3665410"/>
                <a:gd name="GluePoint21Y" fmla="*/ 694182 h 2985611"/>
                <a:gd name="GluePoint22X" fmla="*/ 3409188 w 3665410"/>
                <a:gd name="GluePoint22Y" fmla="*/ 546926 h 2985611"/>
                <a:gd name="GluePoint23X" fmla="*/ 3464243 w 3665410"/>
                <a:gd name="GluePoint23Y" fmla="*/ 347663 h 2985611"/>
                <a:gd name="GluePoint24X" fmla="*/ 3665411 w 3665410"/>
                <a:gd name="GluePoint24Y" fmla="*/ 0 h 29856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</a:cxnLst>
              <a:rect l="textAreaLeft" t="textAreaTop" r="textAreaRight" b="textAreaBottom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Freeform: Shape 21"/>
            <p:cNvSpPr/>
            <p:nvPr/>
          </p:nvSpPr>
          <p:spPr>
            <a:xfrm>
              <a:off x="11885040" y="6677640"/>
              <a:ext cx="254520" cy="177480"/>
            </a:xfrm>
            <a:custGeom>
              <a:avLst/>
              <a:gdLst>
                <a:gd name="textAreaLeft" fmla="*/ 0 w 254520"/>
                <a:gd name="textAreaRight" fmla="*/ 254880 w 254520"/>
                <a:gd name="textAreaTop" fmla="*/ 0 h 177480"/>
                <a:gd name="textAreaBottom" fmla="*/ 177840 h 177480"/>
                <a:gd name="GluePoint1X" fmla="*/ 0 w 285940"/>
                <a:gd name="GluePoint1Y" fmla="*/ 199073 h 199072"/>
                <a:gd name="GluePoint2X" fmla="*/ 285940 w 285940"/>
                <a:gd name="GluePoint2Y" fmla="*/ 0 h 19907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Freeform: Shape 22"/>
            <p:cNvSpPr/>
            <p:nvPr/>
          </p:nvSpPr>
          <p:spPr>
            <a:xfrm>
              <a:off x="11531160" y="6516720"/>
              <a:ext cx="583920" cy="340200"/>
            </a:xfrm>
            <a:custGeom>
              <a:avLst/>
              <a:gdLst>
                <a:gd name="textAreaLeft" fmla="*/ 0 w 583920"/>
                <a:gd name="textAreaRight" fmla="*/ 584280 w 583920"/>
                <a:gd name="textAreaTop" fmla="*/ 0 h 340200"/>
                <a:gd name="textAreaBottom" fmla="*/ 340560 h 340200"/>
                <a:gd name="GluePoint1X" fmla="*/ 0 w 655796"/>
                <a:gd name="GluePoint1Y" fmla="*/ 381190 h 381190"/>
                <a:gd name="GluePoint2X" fmla="*/ 655796 w 655796"/>
                <a:gd name="GluePoint2Y" fmla="*/ 0 h 3811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Freeform: Shape 23"/>
            <p:cNvSpPr/>
            <p:nvPr/>
          </p:nvSpPr>
          <p:spPr>
            <a:xfrm>
              <a:off x="9536400" y="5460480"/>
              <a:ext cx="2589840" cy="1380240"/>
            </a:xfrm>
            <a:custGeom>
              <a:avLst/>
              <a:gdLst>
                <a:gd name="textAreaLeft" fmla="*/ 0 w 2589840"/>
                <a:gd name="textAreaRight" fmla="*/ 2590200 w 2589840"/>
                <a:gd name="textAreaTop" fmla="*/ 0 h 1380240"/>
                <a:gd name="textAreaBottom" fmla="*/ 1380600 h 1380240"/>
                <a:gd name="GluePoint1X" fmla="*/ 0 w 2907315"/>
                <a:gd name="GluePoint1Y" fmla="*/ 1544764 h 1544764"/>
                <a:gd name="GluePoint2X" fmla="*/ 201644 w 2907315"/>
                <a:gd name="GluePoint2Y" fmla="*/ 1352550 h 1544764"/>
                <a:gd name="GluePoint3X" fmla="*/ 423196 w 2907315"/>
                <a:gd name="GluePoint3Y" fmla="*/ 1196054 h 1544764"/>
                <a:gd name="GluePoint4X" fmla="*/ 782193 w 2907315"/>
                <a:gd name="GluePoint4Y" fmla="*/ 1099947 h 1544764"/>
                <a:gd name="GluePoint5X" fmla="*/ 1052513 w 2907315"/>
                <a:gd name="GluePoint5Y" fmla="*/ 1042321 h 1544764"/>
                <a:gd name="GluePoint6X" fmla="*/ 1311783 w 2907315"/>
                <a:gd name="GluePoint6Y" fmla="*/ 1056037 h 1544764"/>
                <a:gd name="GluePoint7X" fmla="*/ 1484662 w 2907315"/>
                <a:gd name="GluePoint7Y" fmla="*/ 1083469 h 1544764"/>
                <a:gd name="GluePoint8X" fmla="*/ 1788224 w 2907315"/>
                <a:gd name="GluePoint8Y" fmla="*/ 1023080 h 1544764"/>
                <a:gd name="GluePoint9X" fmla="*/ 2269045 w 2907315"/>
                <a:gd name="GluePoint9Y" fmla="*/ 734758 h 1544764"/>
                <a:gd name="GluePoint10X" fmla="*/ 2534984 w 2907315"/>
                <a:gd name="GluePoint10Y" fmla="*/ 572738 h 1544764"/>
                <a:gd name="GluePoint11X" fmla="*/ 2907316 w 2907315"/>
                <a:gd name="GluePoint11Y" fmla="*/ 0 h 15447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Freeform: Shape 24"/>
            <p:cNvSpPr/>
            <p:nvPr/>
          </p:nvSpPr>
          <p:spPr>
            <a:xfrm>
              <a:off x="9317160" y="5113080"/>
              <a:ext cx="2822040" cy="1744560"/>
            </a:xfrm>
            <a:custGeom>
              <a:avLst/>
              <a:gdLst>
                <a:gd name="textAreaLeft" fmla="*/ 0 w 2822040"/>
                <a:gd name="textAreaRight" fmla="*/ 2822400 w 2822040"/>
                <a:gd name="textAreaTop" fmla="*/ 0 h 1744560"/>
                <a:gd name="textAreaBottom" fmla="*/ 1744920 h 1744560"/>
                <a:gd name="GluePoint1X" fmla="*/ 0 w 3168300"/>
                <a:gd name="GluePoint1Y" fmla="*/ 1952435 h 1952434"/>
                <a:gd name="GluePoint2X" fmla="*/ 202121 w 3168300"/>
                <a:gd name="GluePoint2Y" fmla="*/ 1687068 h 1952434"/>
                <a:gd name="GluePoint3X" fmla="*/ 545116 w 3168300"/>
                <a:gd name="GluePoint3Y" fmla="*/ 1450277 h 1952434"/>
                <a:gd name="GluePoint4X" fmla="*/ 906780 w 3168300"/>
                <a:gd name="GluePoint4Y" fmla="*/ 1354455 h 1952434"/>
                <a:gd name="GluePoint5X" fmla="*/ 1332262 w 3168300"/>
                <a:gd name="GluePoint5Y" fmla="*/ 1285304 h 1952434"/>
                <a:gd name="GluePoint6X" fmla="*/ 1691259 w 3168300"/>
                <a:gd name="GluePoint6Y" fmla="*/ 1240060 h 1952434"/>
                <a:gd name="GluePoint7X" fmla="*/ 2010346 w 3168300"/>
                <a:gd name="GluePoint7Y" fmla="*/ 1141667 h 1952434"/>
                <a:gd name="GluePoint8X" fmla="*/ 2393252 w 3168300"/>
                <a:gd name="GluePoint8Y" fmla="*/ 1027271 h 1952434"/>
                <a:gd name="GluePoint9X" fmla="*/ 2582037 w 3168300"/>
                <a:gd name="GluePoint9Y" fmla="*/ 958120 h 1952434"/>
                <a:gd name="GluePoint10X" fmla="*/ 2760155 w 3168300"/>
                <a:gd name="GluePoint10Y" fmla="*/ 827723 h 1952434"/>
                <a:gd name="GluePoint11X" fmla="*/ 2914364 w 3168300"/>
                <a:gd name="GluePoint11Y" fmla="*/ 567023 h 1952434"/>
                <a:gd name="GluePoint12X" fmla="*/ 3168301 w 3168300"/>
                <a:gd name="GluePoint12Y" fmla="*/ 0 h 19524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Freeform: Shape 25"/>
            <p:cNvSpPr/>
            <p:nvPr/>
          </p:nvSpPr>
          <p:spPr>
            <a:xfrm>
              <a:off x="9136080" y="4664160"/>
              <a:ext cx="2990160" cy="2190960"/>
            </a:xfrm>
            <a:custGeom>
              <a:avLst/>
              <a:gdLst>
                <a:gd name="textAreaLeft" fmla="*/ 0 w 2990160"/>
                <a:gd name="textAreaRight" fmla="*/ 2990520 w 2990160"/>
                <a:gd name="textAreaTop" fmla="*/ 0 h 2190960"/>
                <a:gd name="textAreaBottom" fmla="*/ 2191320 h 2190960"/>
                <a:gd name="GluePoint1X" fmla="*/ 0 w 3356800"/>
                <a:gd name="GluePoint1Y" fmla="*/ 2452021 h 2452020"/>
                <a:gd name="GluePoint2X" fmla="*/ 130874 w 3356800"/>
                <a:gd name="GluePoint2Y" fmla="*/ 2247710 h 2452020"/>
                <a:gd name="GluePoint3X" fmla="*/ 437197 w 3356800"/>
                <a:gd name="GluePoint3Y" fmla="*/ 1941195 h 2452020"/>
                <a:gd name="GluePoint4X" fmla="*/ 737140 w 3356800"/>
                <a:gd name="GluePoint4Y" fmla="*/ 1736884 h 2452020"/>
                <a:gd name="GluePoint5X" fmla="*/ 1031843 w 3356800"/>
                <a:gd name="GluePoint5Y" fmla="*/ 1685068 h 2452020"/>
                <a:gd name="GluePoint6X" fmla="*/ 1287304 w 3356800"/>
                <a:gd name="GluePoint6Y" fmla="*/ 1655826 h 2452020"/>
                <a:gd name="GluePoint7X" fmla="*/ 1471994 w 3356800"/>
                <a:gd name="GluePoint7Y" fmla="*/ 1634300 h 2452020"/>
                <a:gd name="GluePoint8X" fmla="*/ 1898237 w 3356800"/>
                <a:gd name="GluePoint8Y" fmla="*/ 1512665 h 2452020"/>
                <a:gd name="GluePoint9X" fmla="*/ 2229136 w 3356800"/>
                <a:gd name="GluePoint9Y" fmla="*/ 1355598 h 2452020"/>
                <a:gd name="GluePoint10X" fmla="*/ 2512314 w 3356800"/>
                <a:gd name="GluePoint10Y" fmla="*/ 1238631 h 2452020"/>
                <a:gd name="GluePoint11X" fmla="*/ 2758535 w 3356800"/>
                <a:gd name="GluePoint11Y" fmla="*/ 1096994 h 2452020"/>
                <a:gd name="GluePoint12X" fmla="*/ 2935510 w 3356800"/>
                <a:gd name="GluePoint12Y" fmla="*/ 919925 h 2452020"/>
                <a:gd name="GluePoint13X" fmla="*/ 3081719 w 3356800"/>
                <a:gd name="GluePoint13Y" fmla="*/ 687419 h 2452020"/>
                <a:gd name="GluePoint14X" fmla="*/ 3356800 w 3356800"/>
                <a:gd name="GluePoint14Y" fmla="*/ 0 h 24520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Click to edit Master title style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ru-RU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Second level</a:t>
            </a:r>
            <a:endParaRPr lang="ru-RU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Third level</a:t>
            </a:r>
            <a:endParaRPr lang="ru-RU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Fourth level</a:t>
            </a:r>
            <a:endParaRPr lang="ru-RU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Fifth level</a:t>
            </a:r>
            <a:endParaRPr lang="ru-RU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ru-RU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Second level</a:t>
            </a:r>
            <a:endParaRPr lang="ru-RU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Third level</a:t>
            </a:r>
            <a:endParaRPr lang="ru-RU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Fourth level</a:t>
            </a:r>
            <a:endParaRPr lang="ru-RU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Fifth level</a:t>
            </a:r>
            <a:endParaRPr lang="ru-RU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PlaceHolder 6"/>
          <p:cNvSpPr>
            <a:spLocks noGrp="1"/>
          </p:cNvSpPr>
          <p:nvPr>
            <p:ph type="sldNum" idx="18"/>
          </p:nvPr>
        </p:nvSpPr>
        <p:spPr>
          <a:xfrm>
            <a:off x="9906120" y="6356520"/>
            <a:ext cx="1447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229D17-062B-400D-B863-C928542AE14B}" type="slidenum">
              <a: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6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2"/>
          </a:solidFill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venirNext LT Pro Medium"/>
            </a:endParaRPr>
          </a:p>
        </p:txBody>
      </p:sp>
      <p:sp>
        <p:nvSpPr>
          <p:cNvPr id="154" name="Freeform: Shape 7"/>
          <p:cNvSpPr/>
          <p:nvPr/>
        </p:nvSpPr>
        <p:spPr>
          <a:xfrm rot="10800000">
            <a:off x="693000" y="-2880"/>
            <a:ext cx="1325880" cy="597240"/>
          </a:xfrm>
          <a:custGeom>
            <a:avLst/>
            <a:gdLst>
              <a:gd name="textAreaLeft" fmla="*/ 0 w 1325880"/>
              <a:gd name="textAreaRight" fmla="*/ 1326240 w 1325880"/>
              <a:gd name="textAreaTop" fmla="*/ 0 h 597240"/>
              <a:gd name="textAreaBottom" fmla="*/ 597600 h 597240"/>
              <a:gd name="GluePoint1X" fmla="*/ 741051 w 1482102"/>
              <a:gd name="GluePoint1Y" fmla="*/ 0 h 679363"/>
              <a:gd name="GluePoint2X" fmla="*/ 1473822 w 1482102"/>
              <a:gd name="GluePoint2Y" fmla="*/ 597226 h 679363"/>
              <a:gd name="GluePoint3X" fmla="*/ 1482102 w 1482102"/>
              <a:gd name="GluePoint3Y" fmla="*/ 679363 h 679363"/>
              <a:gd name="GluePoint4X" fmla="*/ 0 w 1482102"/>
              <a:gd name="GluePoint4Y" fmla="*/ 679363 h 679363"/>
              <a:gd name="GluePoint5X" fmla="*/ 8280 w 1482102"/>
              <a:gd name="GluePoint5Y" fmla="*/ 597226 h 679363"/>
              <a:gd name="GluePoint6X" fmla="*/ 741051 w 1482102"/>
              <a:gd name="GluePoint6Y" fmla="*/ 0 h 6793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5" name="Freeform: Shape 8"/>
          <p:cNvSpPr/>
          <p:nvPr/>
        </p:nvSpPr>
        <p:spPr>
          <a:xfrm>
            <a:off x="10439280" y="6172200"/>
            <a:ext cx="1481760" cy="678960"/>
          </a:xfrm>
          <a:custGeom>
            <a:avLst/>
            <a:gdLst>
              <a:gd name="textAreaLeft" fmla="*/ 0 w 1481760"/>
              <a:gd name="textAreaRight" fmla="*/ 1482120 w 1481760"/>
              <a:gd name="textAreaTop" fmla="*/ 0 h 678960"/>
              <a:gd name="textAreaBottom" fmla="*/ 679320 h 678960"/>
              <a:gd name="GluePoint1X" fmla="*/ 741051 w 1482102"/>
              <a:gd name="GluePoint1Y" fmla="*/ 0 h 679363"/>
              <a:gd name="GluePoint2X" fmla="*/ 1473822 w 1482102"/>
              <a:gd name="GluePoint2Y" fmla="*/ 597226 h 679363"/>
              <a:gd name="GluePoint3X" fmla="*/ 1482102 w 1482102"/>
              <a:gd name="GluePoint3Y" fmla="*/ 679363 h 679363"/>
              <a:gd name="GluePoint4X" fmla="*/ 0 w 1482102"/>
              <a:gd name="GluePoint4Y" fmla="*/ 679363 h 679363"/>
              <a:gd name="GluePoint5X" fmla="*/ 8280 w 1482102"/>
              <a:gd name="GluePoint5Y" fmla="*/ 597226 h 679363"/>
              <a:gd name="GluePoint6X" fmla="*/ 741051 w 1482102"/>
              <a:gd name="GluePoint6Y" fmla="*/ 0 h 6793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6" name="Freeform: Shape 9"/>
          <p:cNvSpPr/>
          <p:nvPr/>
        </p:nvSpPr>
        <p:spPr>
          <a:xfrm>
            <a:off x="7977240" y="5197320"/>
            <a:ext cx="4211280" cy="1660320"/>
          </a:xfrm>
          <a:custGeom>
            <a:avLst/>
            <a:gdLst>
              <a:gd name="textAreaLeft" fmla="*/ 0 w 4211280"/>
              <a:gd name="textAreaRight" fmla="*/ 4211640 w 4211280"/>
              <a:gd name="textAreaTop" fmla="*/ 0 h 1660320"/>
              <a:gd name="textAreaBottom" fmla="*/ 1660680 h 1660320"/>
              <a:gd name="GluePoint1X" fmla="*/ 4211600 w 4211600"/>
              <a:gd name="GluePoint1Y" fmla="*/ 0 h 1660822"/>
              <a:gd name="GluePoint2X" fmla="*/ 4211600 w 4211600"/>
              <a:gd name="GluePoint2Y" fmla="*/ 58430 h 1660822"/>
              <a:gd name="GluePoint3X" fmla="*/ 4136524 w 4211600"/>
              <a:gd name="GluePoint3Y" fmla="*/ 208808 h 1660822"/>
              <a:gd name="GluePoint4X" fmla="*/ 3973354 w 4211600"/>
              <a:gd name="GluePoint4Y" fmla="*/ 437313 h 1660822"/>
              <a:gd name="GluePoint5X" fmla="*/ 3884746 w 4211600"/>
              <a:gd name="GluePoint5Y" fmla="*/ 553613 h 1660822"/>
              <a:gd name="GluePoint6X" fmla="*/ 3849435 w 4211600"/>
              <a:gd name="GluePoint6Y" fmla="*/ 603143 h 1660822"/>
              <a:gd name="GluePoint7X" fmla="*/ 3661849 w 4211600"/>
              <a:gd name="GluePoint7Y" fmla="*/ 819075 h 1660822"/>
              <a:gd name="GluePoint8X" fmla="*/ 3402589 w 4211600"/>
              <a:gd name="GluePoint8Y" fmla="*/ 952996 h 1660822"/>
              <a:gd name="GluePoint9X" fmla="*/ 3130202 w 4211600"/>
              <a:gd name="GluePoint9Y" fmla="*/ 1023386 h 1660822"/>
              <a:gd name="GluePoint10X" fmla="*/ 2914657 w 4211600"/>
              <a:gd name="GluePoint10Y" fmla="*/ 1068058 h 1660822"/>
              <a:gd name="GluePoint11X" fmla="*/ 2582149 w 4211600"/>
              <a:gd name="GluePoint11Y" fmla="*/ 1138924 h 1660822"/>
              <a:gd name="GluePoint12X" fmla="*/ 2483958 w 4211600"/>
              <a:gd name="GluePoint12Y" fmla="*/ 1162356 h 1660822"/>
              <a:gd name="GluePoint13X" fmla="*/ 2123750 w 4211600"/>
              <a:gd name="GluePoint13Y" fmla="*/ 1238651 h 1660822"/>
              <a:gd name="GluePoint14X" fmla="*/ 1761444 w 4211600"/>
              <a:gd name="GluePoint14Y" fmla="*/ 1273417 h 1660822"/>
              <a:gd name="GluePoint15X" fmla="*/ 1608382 w 4211600"/>
              <a:gd name="GluePoint15Y" fmla="*/ 1284466 h 1660822"/>
              <a:gd name="GluePoint16X" fmla="*/ 999942 w 4211600"/>
              <a:gd name="GluePoint16Y" fmla="*/ 1354284 h 1660822"/>
              <a:gd name="GluePoint17X" fmla="*/ 484705 w 4211600"/>
              <a:gd name="GluePoint17Y" fmla="*/ 1450487 h 1660822"/>
              <a:gd name="GluePoint18X" fmla="*/ 113310 w 4211600"/>
              <a:gd name="GluePoint18Y" fmla="*/ 1613700 h 1660822"/>
              <a:gd name="GluePoint19X" fmla="*/ 39668 w 4211600"/>
              <a:gd name="GluePoint19Y" fmla="*/ 1660822 h 1660822"/>
              <a:gd name="GluePoint20X" fmla="*/ 0 w 4211600"/>
              <a:gd name="GluePoint20Y" fmla="*/ 1660822 h 1660822"/>
              <a:gd name="GluePoint21X" fmla="*/ 96701 w 4211600"/>
              <a:gd name="GluePoint21Y" fmla="*/ 1598934 h 1660822"/>
              <a:gd name="GluePoint22X" fmla="*/ 474335 w 4211600"/>
              <a:gd name="GluePoint22Y" fmla="*/ 1433056 h 1660822"/>
              <a:gd name="GluePoint23X" fmla="*/ 994299 w 4211600"/>
              <a:gd name="GluePoint23Y" fmla="*/ 1335806 h 1660822"/>
              <a:gd name="GluePoint24X" fmla="*/ 1605231 w 4211600"/>
              <a:gd name="GluePoint24Y" fmla="*/ 1265702 h 1660822"/>
              <a:gd name="GluePoint25X" fmla="*/ 1758819 w 4211600"/>
              <a:gd name="GluePoint25Y" fmla="*/ 1254558 h 1660822"/>
              <a:gd name="GluePoint26X" fmla="*/ 2118106 w 4211600"/>
              <a:gd name="GluePoint26Y" fmla="*/ 1220077 h 1660822"/>
              <a:gd name="GluePoint27X" fmla="*/ 2475557 w 4211600"/>
              <a:gd name="GluePoint27Y" fmla="*/ 1144353 h 1660822"/>
              <a:gd name="GluePoint28X" fmla="*/ 2573878 w 4211600"/>
              <a:gd name="GluePoint28Y" fmla="*/ 1120827 h 1660822"/>
              <a:gd name="GluePoint29X" fmla="*/ 2907437 w 4211600"/>
              <a:gd name="GluePoint29Y" fmla="*/ 1049675 h 1660822"/>
              <a:gd name="GluePoint30X" fmla="*/ 3122589 w 4211600"/>
              <a:gd name="GluePoint30Y" fmla="*/ 1005098 h 1660822"/>
              <a:gd name="GluePoint31X" fmla="*/ 3391169 w 4211600"/>
              <a:gd name="GluePoint31Y" fmla="*/ 935756 h 1660822"/>
              <a:gd name="GluePoint32X" fmla="*/ 3642290 w 4211600"/>
              <a:gd name="GluePoint32Y" fmla="*/ 806216 h 1660822"/>
              <a:gd name="GluePoint33X" fmla="*/ 3825937 w 4211600"/>
              <a:gd name="GluePoint33Y" fmla="*/ 594475 h 1660822"/>
              <a:gd name="GluePoint34X" fmla="*/ 3861381 w 4211600"/>
              <a:gd name="GluePoint34Y" fmla="*/ 544755 h 1660822"/>
              <a:gd name="GluePoint35X" fmla="*/ 3950381 w 4211600"/>
              <a:gd name="GluePoint35Y" fmla="*/ 427978 h 1660822"/>
              <a:gd name="GluePoint36X" fmla="*/ 4112370 w 4211600"/>
              <a:gd name="GluePoint36Y" fmla="*/ 201378 h 1660822"/>
              <a:gd name="GluePoint37X" fmla="*/ 4195989 w 4211600"/>
              <a:gd name="GluePoint37Y" fmla="*/ 33834 h 166082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</a:cxnLst>
            <a:rect l="textAreaLeft" t="textAreaTop" r="textAreaRight" b="textAreaBottom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grpSp>
        <p:nvGrpSpPr>
          <p:cNvPr id="157" name="Graphic 141"/>
          <p:cNvGrpSpPr/>
          <p:nvPr/>
        </p:nvGrpSpPr>
        <p:grpSpPr>
          <a:xfrm>
            <a:off x="10800" y="15120"/>
            <a:ext cx="2198520" cy="3330720"/>
            <a:chOff x="10800" y="15120"/>
            <a:chExt cx="2198520" cy="3330720"/>
          </a:xfrm>
        </p:grpSpPr>
        <p:sp>
          <p:nvSpPr>
            <p:cNvPr id="158" name="Freeform: Shape 11"/>
            <p:cNvSpPr/>
            <p:nvPr/>
          </p:nvSpPr>
          <p:spPr>
            <a:xfrm>
              <a:off x="19440" y="15120"/>
              <a:ext cx="2189880" cy="3330720"/>
            </a:xfrm>
            <a:custGeom>
              <a:avLst/>
              <a:gdLst>
                <a:gd name="textAreaLeft" fmla="*/ 0 w 2189880"/>
                <a:gd name="textAreaRight" fmla="*/ 2190240 w 2189880"/>
                <a:gd name="textAreaTop" fmla="*/ 0 h 3330720"/>
                <a:gd name="textAreaBottom" fmla="*/ 3331080 h 3330720"/>
                <a:gd name="GluePoint1X" fmla="*/ 0 w 3296088"/>
                <a:gd name="GluePoint1Y" fmla="*/ 5012722 h 5012722"/>
                <a:gd name="GluePoint2X" fmla="*/ 244031 w 3296088"/>
                <a:gd name="GluePoint2Y" fmla="*/ 4820222 h 5012722"/>
                <a:gd name="GluePoint3X" fmla="*/ 729234 w 3296088"/>
                <a:gd name="GluePoint3Y" fmla="*/ 4360641 h 5012722"/>
                <a:gd name="GluePoint4X" fmla="*/ 881444 w 3296088"/>
                <a:gd name="GluePoint4Y" fmla="*/ 4173950 h 5012722"/>
                <a:gd name="GluePoint5X" fmla="*/ 1151287 w 3296088"/>
                <a:gd name="GluePoint5Y" fmla="*/ 3972877 h 5012722"/>
                <a:gd name="GluePoint6X" fmla="*/ 1498664 w 3296088"/>
                <a:gd name="GluePoint6Y" fmla="*/ 3786188 h 5012722"/>
                <a:gd name="GluePoint7X" fmla="*/ 1716881 w 3296088"/>
                <a:gd name="GluePoint7Y" fmla="*/ 3674174 h 5012722"/>
                <a:gd name="GluePoint8X" fmla="*/ 1913573 w 3296088"/>
                <a:gd name="GluePoint8Y" fmla="*/ 3477387 h 5012722"/>
                <a:gd name="GluePoint9X" fmla="*/ 2167700 w 3296088"/>
                <a:gd name="GluePoint9Y" fmla="*/ 3042190 h 5012722"/>
                <a:gd name="GluePoint10X" fmla="*/ 2273903 w 3296088"/>
                <a:gd name="GluePoint10Y" fmla="*/ 2775014 h 5012722"/>
                <a:gd name="GluePoint11X" fmla="*/ 2463356 w 3296088"/>
                <a:gd name="GluePoint11Y" fmla="*/ 2335530 h 5012722"/>
                <a:gd name="GluePoint12X" fmla="*/ 2741866 w 3296088"/>
                <a:gd name="GluePoint12Y" fmla="*/ 1982248 h 5012722"/>
                <a:gd name="GluePoint13X" fmla="*/ 2985897 w 3296088"/>
                <a:gd name="GluePoint13Y" fmla="*/ 1634681 h 5012722"/>
                <a:gd name="GluePoint14X" fmla="*/ 3212687 w 3296088"/>
                <a:gd name="GluePoint14Y" fmla="*/ 1226820 h 5012722"/>
                <a:gd name="GluePoint15X" fmla="*/ 3281553 w 3296088"/>
                <a:gd name="GluePoint15Y" fmla="*/ 959644 h 5012722"/>
                <a:gd name="GluePoint16X" fmla="*/ 3295936 w 3296088"/>
                <a:gd name="GluePoint16Y" fmla="*/ 701135 h 5012722"/>
                <a:gd name="GluePoint17X" fmla="*/ 3267266 w 3296088"/>
                <a:gd name="GluePoint17Y" fmla="*/ 436817 h 5012722"/>
                <a:gd name="GluePoint18X" fmla="*/ 3105341 w 3296088"/>
                <a:gd name="GluePoint18Y" fmla="*/ 0 h 50127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Freeform: Shape 12"/>
            <p:cNvSpPr/>
            <p:nvPr/>
          </p:nvSpPr>
          <p:spPr>
            <a:xfrm>
              <a:off x="10800" y="15120"/>
              <a:ext cx="1978200" cy="3074760"/>
            </a:xfrm>
            <a:custGeom>
              <a:avLst/>
              <a:gdLst>
                <a:gd name="textAreaLeft" fmla="*/ 0 w 1978200"/>
                <a:gd name="textAreaRight" fmla="*/ 1978560 w 1978200"/>
                <a:gd name="textAreaTop" fmla="*/ 0 h 3074760"/>
                <a:gd name="textAreaBottom" fmla="*/ 3075120 h 3074760"/>
                <a:gd name="GluePoint1X" fmla="*/ 0 w 2977477"/>
                <a:gd name="GluePoint1Y" fmla="*/ 4627150 h 4627149"/>
                <a:gd name="GluePoint2X" fmla="*/ 275082 w 2977477"/>
                <a:gd name="GluePoint2Y" fmla="*/ 4341590 h 4627149"/>
                <a:gd name="GluePoint3X" fmla="*/ 502825 w 2977477"/>
                <a:gd name="GluePoint3Y" fmla="*/ 4054126 h 4627149"/>
                <a:gd name="GluePoint4X" fmla="*/ 666179 w 2977477"/>
                <a:gd name="GluePoint4Y" fmla="*/ 3890677 h 4627149"/>
                <a:gd name="GluePoint5X" fmla="*/ 864203 w 2977477"/>
                <a:gd name="GluePoint5Y" fmla="*/ 3675983 h 4627149"/>
                <a:gd name="GluePoint6X" fmla="*/ 982599 w 2977477"/>
                <a:gd name="GluePoint6Y" fmla="*/ 3557492 h 4627149"/>
                <a:gd name="GluePoint7X" fmla="*/ 1188244 w 2977477"/>
                <a:gd name="GluePoint7Y" fmla="*/ 3329654 h 4627149"/>
                <a:gd name="GluePoint8X" fmla="*/ 1344740 w 2977477"/>
                <a:gd name="GluePoint8Y" fmla="*/ 3146774 h 4627149"/>
                <a:gd name="GluePoint9X" fmla="*/ 1470755 w 2977477"/>
                <a:gd name="GluePoint9Y" fmla="*/ 2984659 h 4627149"/>
                <a:gd name="GluePoint10X" fmla="*/ 1657636 w 2977477"/>
                <a:gd name="GluePoint10Y" fmla="*/ 2670239 h 4627149"/>
                <a:gd name="GluePoint11X" fmla="*/ 1762887 w 2977477"/>
                <a:gd name="GluePoint11Y" fmla="*/ 2473547 h 4627149"/>
                <a:gd name="GluePoint12X" fmla="*/ 1866710 w 2977477"/>
                <a:gd name="GluePoint12Y" fmla="*/ 2290667 h 4627149"/>
                <a:gd name="GluePoint13X" fmla="*/ 2106263 w 2977477"/>
                <a:gd name="GluePoint13Y" fmla="*/ 2030254 h 4627149"/>
                <a:gd name="GluePoint14X" fmla="*/ 2277237 w 2977477"/>
                <a:gd name="GluePoint14Y" fmla="*/ 1859185 h 4627149"/>
                <a:gd name="GluePoint15X" fmla="*/ 2499455 w 2977477"/>
                <a:gd name="GluePoint15Y" fmla="*/ 1656207 h 4627149"/>
                <a:gd name="GluePoint16X" fmla="*/ 2707100 w 2977477"/>
                <a:gd name="GluePoint16Y" fmla="*/ 1390269 h 4627149"/>
                <a:gd name="GluePoint17X" fmla="*/ 2812352 w 2977477"/>
                <a:gd name="GluePoint17Y" fmla="*/ 1230916 h 4627149"/>
                <a:gd name="GluePoint18X" fmla="*/ 2898172 w 2977477"/>
                <a:gd name="GluePoint18Y" fmla="*/ 1036987 h 4627149"/>
                <a:gd name="GluePoint19X" fmla="*/ 2963228 w 2977477"/>
                <a:gd name="GluePoint19Y" fmla="*/ 850011 h 4627149"/>
                <a:gd name="GluePoint20X" fmla="*/ 2977325 w 2977477"/>
                <a:gd name="GluePoint20Y" fmla="*/ 745427 h 4627149"/>
                <a:gd name="GluePoint21X" fmla="*/ 2929509 w 2977477"/>
                <a:gd name="GluePoint21Y" fmla="*/ 480155 h 4627149"/>
                <a:gd name="GluePoint22X" fmla="*/ 2563082 w 2977477"/>
                <a:gd name="GluePoint22Y" fmla="*/ 0 h 462714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textAreaLeft" t="textAreaTop" r="textAreaRight" b="textAreaBottom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Freeform: Shape 13"/>
            <p:cNvSpPr/>
            <p:nvPr/>
          </p:nvSpPr>
          <p:spPr>
            <a:xfrm>
              <a:off x="25200" y="15120"/>
              <a:ext cx="1565640" cy="2737080"/>
            </a:xfrm>
            <a:custGeom>
              <a:avLst/>
              <a:gdLst>
                <a:gd name="textAreaLeft" fmla="*/ 0 w 1565640"/>
                <a:gd name="textAreaRight" fmla="*/ 1566000 w 1565640"/>
                <a:gd name="textAreaTop" fmla="*/ 0 h 2737080"/>
                <a:gd name="textAreaBottom" fmla="*/ 2737440 h 2737080"/>
                <a:gd name="GluePoint1X" fmla="*/ 1707071 w 2356712"/>
                <a:gd name="GluePoint1Y" fmla="*/ 0 h 4118991"/>
                <a:gd name="GluePoint2X" fmla="*/ 1824514 w 2356712"/>
                <a:gd name="GluePoint2Y" fmla="*/ 244697 h 4118991"/>
                <a:gd name="GluePoint3X" fmla="*/ 1908715 w 2356712"/>
                <a:gd name="GluePoint3Y" fmla="*/ 328994 h 4118991"/>
                <a:gd name="GluePoint4X" fmla="*/ 2226469 w 2356712"/>
                <a:gd name="GluePoint4Y" fmla="*/ 603695 h 4118991"/>
                <a:gd name="GluePoint5X" fmla="*/ 2355628 w 2356712"/>
                <a:gd name="GluePoint5Y" fmla="*/ 900494 h 4118991"/>
                <a:gd name="GluePoint6X" fmla="*/ 2281428 w 2356712"/>
                <a:gd name="GluePoint6Y" fmla="*/ 1206913 h 4118991"/>
                <a:gd name="GluePoint7X" fmla="*/ 2092452 w 2356712"/>
                <a:gd name="GluePoint7Y" fmla="*/ 1460659 h 4118991"/>
                <a:gd name="GluePoint8X" fmla="*/ 1834039 w 2356712"/>
                <a:gd name="GluePoint8Y" fmla="*/ 1625822 h 4118991"/>
                <a:gd name="GluePoint9X" fmla="*/ 1558862 w 2356712"/>
                <a:gd name="GluePoint9Y" fmla="*/ 1743075 h 4118991"/>
                <a:gd name="GluePoint10X" fmla="*/ 1386554 w 2356712"/>
                <a:gd name="GluePoint10Y" fmla="*/ 1869948 h 4118991"/>
                <a:gd name="GluePoint11X" fmla="*/ 1271683 w 2356712"/>
                <a:gd name="GluePoint11Y" fmla="*/ 2073402 h 4118991"/>
                <a:gd name="GluePoint12X" fmla="*/ 1178338 w 2356712"/>
                <a:gd name="GluePoint12Y" fmla="*/ 2355914 h 4118991"/>
                <a:gd name="GluePoint13X" fmla="*/ 1113758 w 2356712"/>
                <a:gd name="GluePoint13Y" fmla="*/ 2578513 h 4118991"/>
                <a:gd name="GluePoint14X" fmla="*/ 1034796 w 2356712"/>
                <a:gd name="GluePoint14Y" fmla="*/ 2834640 h 4118991"/>
                <a:gd name="GluePoint15X" fmla="*/ 905637 w 2356712"/>
                <a:gd name="GluePoint15Y" fmla="*/ 3081242 h 4118991"/>
                <a:gd name="GluePoint16X" fmla="*/ 793147 w 2356712"/>
                <a:gd name="GluePoint16Y" fmla="*/ 3258407 h 4118991"/>
                <a:gd name="GluePoint17X" fmla="*/ 546735 w 2356712"/>
                <a:gd name="GluePoint17Y" fmla="*/ 3571970 h 4118991"/>
                <a:gd name="GluePoint18X" fmla="*/ 346996 w 2356712"/>
                <a:gd name="GluePoint18Y" fmla="*/ 3771900 h 4118991"/>
                <a:gd name="GluePoint19X" fmla="*/ 174689 w 2356712"/>
                <a:gd name="GluePoint19Y" fmla="*/ 3944207 h 4118991"/>
                <a:gd name="GluePoint20X" fmla="*/ 0 w 2356712"/>
                <a:gd name="GluePoint20Y" fmla="*/ 4118991 h 411899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Freeform: Shape 14"/>
            <p:cNvSpPr/>
            <p:nvPr/>
          </p:nvSpPr>
          <p:spPr>
            <a:xfrm>
              <a:off x="10800" y="15120"/>
              <a:ext cx="1368000" cy="2644560"/>
            </a:xfrm>
            <a:custGeom>
              <a:avLst/>
              <a:gdLst>
                <a:gd name="textAreaLeft" fmla="*/ 0 w 1368000"/>
                <a:gd name="textAreaRight" fmla="*/ 1368360 w 1368000"/>
                <a:gd name="textAreaTop" fmla="*/ 0 h 2644560"/>
                <a:gd name="textAreaBottom" fmla="*/ 2644920 h 2644560"/>
                <a:gd name="GluePoint1X" fmla="*/ 0 w 2059193"/>
                <a:gd name="GluePoint1Y" fmla="*/ 3980116 h 3980116"/>
                <a:gd name="GluePoint2X" fmla="*/ 471583 w 2059193"/>
                <a:gd name="GluePoint2Y" fmla="*/ 3515678 h 3980116"/>
                <a:gd name="GluePoint3X" fmla="*/ 758666 w 2059193"/>
                <a:gd name="GluePoint3Y" fmla="*/ 3163824 h 3980116"/>
                <a:gd name="GluePoint4X" fmla="*/ 940499 w 2059193"/>
                <a:gd name="GluePoint4Y" fmla="*/ 2780824 h 3980116"/>
                <a:gd name="GluePoint5X" fmla="*/ 1055370 w 2059193"/>
                <a:gd name="GluePoint5Y" fmla="*/ 2242185 h 3980116"/>
                <a:gd name="GluePoint6X" fmla="*/ 1136714 w 2059193"/>
                <a:gd name="GluePoint6Y" fmla="*/ 1878330 h 3980116"/>
                <a:gd name="GluePoint7X" fmla="*/ 1246727 w 2059193"/>
                <a:gd name="GluePoint7Y" fmla="*/ 1562386 h 3980116"/>
                <a:gd name="GluePoint8X" fmla="*/ 1378363 w 2059193"/>
                <a:gd name="GluePoint8Y" fmla="*/ 1430750 h 3980116"/>
                <a:gd name="GluePoint9X" fmla="*/ 1691831 w 2059193"/>
                <a:gd name="GluePoint9Y" fmla="*/ 1394841 h 3980116"/>
                <a:gd name="GluePoint10X" fmla="*/ 1914335 w 2059193"/>
                <a:gd name="GluePoint10Y" fmla="*/ 1323023 h 3980116"/>
                <a:gd name="GluePoint11X" fmla="*/ 2055495 w 2059193"/>
                <a:gd name="GluePoint11Y" fmla="*/ 1098042 h 3980116"/>
                <a:gd name="GluePoint12X" fmla="*/ 2033969 w 2059193"/>
                <a:gd name="GluePoint12Y" fmla="*/ 930497 h 3980116"/>
                <a:gd name="GluePoint13X" fmla="*/ 1885664 w 2059193"/>
                <a:gd name="GluePoint13Y" fmla="*/ 760571 h 3980116"/>
                <a:gd name="GluePoint14X" fmla="*/ 1636871 w 2059193"/>
                <a:gd name="GluePoint14Y" fmla="*/ 612172 h 3980116"/>
                <a:gd name="GluePoint15X" fmla="*/ 1335405 w 2059193"/>
                <a:gd name="GluePoint15Y" fmla="*/ 459010 h 3980116"/>
                <a:gd name="GluePoint16X" fmla="*/ 1234916 w 2059193"/>
                <a:gd name="GluePoint16Y" fmla="*/ 269939 h 3980116"/>
                <a:gd name="GluePoint17X" fmla="*/ 1386935 w 2059193"/>
                <a:gd name="GluePoint17Y" fmla="*/ 0 h 39801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Freeform: Shape 15"/>
            <p:cNvSpPr/>
            <p:nvPr/>
          </p:nvSpPr>
          <p:spPr>
            <a:xfrm>
              <a:off x="18720" y="543960"/>
              <a:ext cx="493920" cy="19051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0 h 1905120"/>
                <a:gd name="textAreaBottom" fmla="*/ 1905480 h 1905120"/>
                <a:gd name="GluePoint1X" fmla="*/ 11144 w 743796"/>
                <a:gd name="GluePoint1Y" fmla="*/ 0 h 2867501"/>
                <a:gd name="GluePoint2X" fmla="*/ 353663 w 743796"/>
                <a:gd name="GluePoint2Y" fmla="*/ 55245 h 2867501"/>
                <a:gd name="GluePoint3X" fmla="*/ 571405 w 743796"/>
                <a:gd name="GluePoint3Y" fmla="*/ 179737 h 2867501"/>
                <a:gd name="GluePoint4X" fmla="*/ 688658 w 743796"/>
                <a:gd name="GluePoint4Y" fmla="*/ 368808 h 2867501"/>
                <a:gd name="GluePoint5X" fmla="*/ 731711 w 743796"/>
                <a:gd name="GluePoint5Y" fmla="*/ 612934 h 2867501"/>
                <a:gd name="GluePoint6X" fmla="*/ 725233 w 743796"/>
                <a:gd name="GluePoint6Y" fmla="*/ 995648 h 2867501"/>
                <a:gd name="GluePoint7X" fmla="*/ 742855 w 743796"/>
                <a:gd name="GluePoint7Y" fmla="*/ 1499330 h 2867501"/>
                <a:gd name="GluePoint8X" fmla="*/ 707898 w 743796"/>
                <a:gd name="GluePoint8Y" fmla="*/ 1793081 h 2867501"/>
                <a:gd name="GluePoint9X" fmla="*/ 633222 w 743796"/>
                <a:gd name="GluePoint9Y" fmla="*/ 2073592 h 2867501"/>
                <a:gd name="GluePoint10X" fmla="*/ 404527 w 743796"/>
                <a:gd name="GluePoint10Y" fmla="*/ 2472404 h 2867501"/>
                <a:gd name="GluePoint11X" fmla="*/ 0 w 743796"/>
                <a:gd name="GluePoint11Y" fmla="*/ 2867501 h 286750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" name="Freeform: Shape 16"/>
            <p:cNvSpPr/>
            <p:nvPr/>
          </p:nvSpPr>
          <p:spPr>
            <a:xfrm>
              <a:off x="10800" y="672120"/>
              <a:ext cx="396720" cy="1689840"/>
            </a:xfrm>
            <a:custGeom>
              <a:avLst/>
              <a:gdLst>
                <a:gd name="textAreaLeft" fmla="*/ 0 w 396720"/>
                <a:gd name="textAreaRight" fmla="*/ 397080 w 396720"/>
                <a:gd name="textAreaTop" fmla="*/ 0 h 1689840"/>
                <a:gd name="textAreaBottom" fmla="*/ 1690200 h 1689840"/>
                <a:gd name="GluePoint1X" fmla="*/ 16478 w 597294"/>
                <a:gd name="GluePoint1Y" fmla="*/ 2079 h 2543540"/>
                <a:gd name="GluePoint2X" fmla="*/ 299847 w 597294"/>
                <a:gd name="GluePoint2Y" fmla="*/ 53991 h 2543540"/>
                <a:gd name="GluePoint3X" fmla="*/ 503206 w 597294"/>
                <a:gd name="GluePoint3Y" fmla="*/ 291354 h 2543540"/>
                <a:gd name="GluePoint4X" fmla="*/ 525113 w 597294"/>
                <a:gd name="GluePoint4Y" fmla="*/ 724265 h 2543540"/>
                <a:gd name="GluePoint5X" fmla="*/ 578930 w 597294"/>
                <a:gd name="GluePoint5Y" fmla="*/ 1117267 h 2543540"/>
                <a:gd name="GluePoint6X" fmla="*/ 592931 w 597294"/>
                <a:gd name="GluePoint6Y" fmla="*/ 1476359 h 2543540"/>
                <a:gd name="GluePoint7X" fmla="*/ 503206 w 597294"/>
                <a:gd name="GluePoint7Y" fmla="*/ 1859359 h 2543540"/>
                <a:gd name="GluePoint8X" fmla="*/ 291846 w 597294"/>
                <a:gd name="GluePoint8Y" fmla="*/ 2250361 h 2543540"/>
                <a:gd name="GluePoint9X" fmla="*/ 0 w 597294"/>
                <a:gd name="GluePoint9Y" fmla="*/ 2543540 h 25435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" name="Freeform: Shape 17"/>
            <p:cNvSpPr/>
            <p:nvPr/>
          </p:nvSpPr>
          <p:spPr>
            <a:xfrm>
              <a:off x="23040" y="881280"/>
              <a:ext cx="258480" cy="1336320"/>
            </a:xfrm>
            <a:custGeom>
              <a:avLst/>
              <a:gdLst>
                <a:gd name="textAreaLeft" fmla="*/ 0 w 258480"/>
                <a:gd name="textAreaRight" fmla="*/ 258840 w 258480"/>
                <a:gd name="textAreaTop" fmla="*/ 0 h 1336320"/>
                <a:gd name="textAreaBottom" fmla="*/ 1336680 h 1336320"/>
                <a:gd name="GluePoint1X" fmla="*/ 0 w 389425"/>
                <a:gd name="GluePoint1Y" fmla="*/ 33 h 2011236"/>
                <a:gd name="GluePoint2X" fmla="*/ 171260 w 389425"/>
                <a:gd name="GluePoint2Y" fmla="*/ 60326 h 2011236"/>
                <a:gd name="GluePoint3X" fmla="*/ 211455 w 389425"/>
                <a:gd name="GluePoint3Y" fmla="*/ 221204 h 2011236"/>
                <a:gd name="GluePoint4X" fmla="*/ 243078 w 389425"/>
                <a:gd name="GluePoint4Y" fmla="*/ 448089 h 2011236"/>
                <a:gd name="GluePoint5X" fmla="*/ 346424 w 389425"/>
                <a:gd name="GluePoint5Y" fmla="*/ 789941 h 2011236"/>
                <a:gd name="GluePoint6X" fmla="*/ 372237 w 389425"/>
                <a:gd name="GluePoint6Y" fmla="*/ 942151 h 2011236"/>
                <a:gd name="GluePoint7X" fmla="*/ 386620 w 389425"/>
                <a:gd name="GluePoint7Y" fmla="*/ 1272478 h 2011236"/>
                <a:gd name="GluePoint8X" fmla="*/ 280416 w 389425"/>
                <a:gd name="GluePoint8Y" fmla="*/ 1660241 h 2011236"/>
                <a:gd name="GluePoint9X" fmla="*/ 151257 w 389425"/>
                <a:gd name="GluePoint9Y" fmla="*/ 1844073 h 2011236"/>
                <a:gd name="GluePoint10X" fmla="*/ 1905 w 389425"/>
                <a:gd name="GluePoint10Y" fmla="*/ 2011237 h 20112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5" name="Graphic 157"/>
          <p:cNvGrpSpPr/>
          <p:nvPr/>
        </p:nvGrpSpPr>
        <p:grpSpPr>
          <a:xfrm>
            <a:off x="8610480" y="3276720"/>
            <a:ext cx="3529080" cy="3580920"/>
            <a:chOff x="8610480" y="3276720"/>
            <a:chExt cx="3529080" cy="3580920"/>
          </a:xfrm>
        </p:grpSpPr>
        <p:sp>
          <p:nvSpPr>
            <p:cNvPr id="166" name="Freeform: Shape 19"/>
            <p:cNvSpPr/>
            <p:nvPr/>
          </p:nvSpPr>
          <p:spPr>
            <a:xfrm>
              <a:off x="8610480" y="3276720"/>
              <a:ext cx="3515760" cy="3565080"/>
            </a:xfrm>
            <a:custGeom>
              <a:avLst/>
              <a:gdLst>
                <a:gd name="textAreaLeft" fmla="*/ 0 w 3515760"/>
                <a:gd name="textAreaRight" fmla="*/ 3516120 w 3515760"/>
                <a:gd name="textAreaTop" fmla="*/ 0 h 3565080"/>
                <a:gd name="textAreaBottom" fmla="*/ 3565440 h 3565080"/>
                <a:gd name="GluePoint1X" fmla="*/ 0 w 3946874"/>
                <a:gd name="GluePoint1Y" fmla="*/ 3989641 h 3989641"/>
                <a:gd name="GluePoint2X" fmla="*/ 79439 w 3946874"/>
                <a:gd name="GluePoint2Y" fmla="*/ 3891153 h 3989641"/>
                <a:gd name="GluePoint3X" fmla="*/ 297371 w 3946874"/>
                <a:gd name="GluePoint3Y" fmla="*/ 3626930 h 3989641"/>
                <a:gd name="GluePoint4X" fmla="*/ 454343 w 3946874"/>
                <a:gd name="GluePoint4Y" fmla="*/ 3440335 h 3989641"/>
                <a:gd name="GluePoint5X" fmla="*/ 622363 w 3946874"/>
                <a:gd name="GluePoint5Y" fmla="*/ 3290697 h 3989641"/>
                <a:gd name="GluePoint6X" fmla="*/ 927068 w 3946874"/>
                <a:gd name="GluePoint6Y" fmla="*/ 3087434 h 3989641"/>
                <a:gd name="GluePoint7X" fmla="*/ 1176338 w 3946874"/>
                <a:gd name="GluePoint7Y" fmla="*/ 2915603 h 3989641"/>
                <a:gd name="GluePoint8X" fmla="*/ 1394270 w 3946874"/>
                <a:gd name="GluePoint8Y" fmla="*/ 2780729 h 3989641"/>
                <a:gd name="GluePoint9X" fmla="*/ 1601057 w 3946874"/>
                <a:gd name="GluePoint9Y" fmla="*/ 2723483 h 3989641"/>
                <a:gd name="GluePoint10X" fmla="*/ 1756220 w 3946874"/>
                <a:gd name="GluePoint10Y" fmla="*/ 2743772 h 3989641"/>
                <a:gd name="GluePoint11X" fmla="*/ 1889189 w 3946874"/>
                <a:gd name="GluePoint11Y" fmla="*/ 2765965 h 3989641"/>
                <a:gd name="GluePoint12X" fmla="*/ 2007394 w 3946874"/>
                <a:gd name="GluePoint12Y" fmla="*/ 2765965 h 3989641"/>
                <a:gd name="GluePoint13X" fmla="*/ 2184654 w 3946874"/>
                <a:gd name="GluePoint13Y" fmla="*/ 2671763 h 3989641"/>
                <a:gd name="GluePoint14X" fmla="*/ 2372773 w 3946874"/>
                <a:gd name="GluePoint14Y" fmla="*/ 2538984 h 3989641"/>
                <a:gd name="GluePoint15X" fmla="*/ 2439543 w 3946874"/>
                <a:gd name="GluePoint15Y" fmla="*/ 2510504 h 3989641"/>
                <a:gd name="GluePoint16X" fmla="*/ 2650617 w 3946874"/>
                <a:gd name="GluePoint16Y" fmla="*/ 2434781 h 3989641"/>
                <a:gd name="GluePoint17X" fmla="*/ 2785110 w 3946874"/>
                <a:gd name="GluePoint17Y" fmla="*/ 2383060 h 3989641"/>
                <a:gd name="GluePoint18X" fmla="*/ 2897315 w 3946874"/>
                <a:gd name="GluePoint18Y" fmla="*/ 2318861 h 3989641"/>
                <a:gd name="GluePoint19X" fmla="*/ 2997994 w 3946874"/>
                <a:gd name="GluePoint19Y" fmla="*/ 2226183 h 3989641"/>
                <a:gd name="GluePoint20X" fmla="*/ 3061240 w 3946874"/>
                <a:gd name="GluePoint20Y" fmla="*/ 2141506 h 3989641"/>
                <a:gd name="GluePoint21X" fmla="*/ 3152108 w 3946874"/>
                <a:gd name="GluePoint21Y" fmla="*/ 2005203 h 3989641"/>
                <a:gd name="GluePoint22X" fmla="*/ 3274124 w 3946874"/>
                <a:gd name="GluePoint22Y" fmla="*/ 1871567 h 3989641"/>
                <a:gd name="GluePoint23X" fmla="*/ 3388138 w 3946874"/>
                <a:gd name="GluePoint23Y" fmla="*/ 1770888 h 3989641"/>
                <a:gd name="GluePoint24X" fmla="*/ 3466529 w 3946874"/>
                <a:gd name="GluePoint24Y" fmla="*/ 1679162 h 3989641"/>
                <a:gd name="GluePoint25X" fmla="*/ 3538633 w 3946874"/>
                <a:gd name="GluePoint25Y" fmla="*/ 1551718 h 3989641"/>
                <a:gd name="GluePoint26X" fmla="*/ 3588544 w 3946874"/>
                <a:gd name="GluePoint26Y" fmla="*/ 1376172 h 3989641"/>
                <a:gd name="GluePoint27X" fmla="*/ 3597402 w 3946874"/>
                <a:gd name="GluePoint27Y" fmla="*/ 1293305 h 3989641"/>
                <a:gd name="GluePoint28X" fmla="*/ 3721227 w 3946874"/>
                <a:gd name="GluePoint28Y" fmla="*/ 880491 h 3989641"/>
                <a:gd name="GluePoint29X" fmla="*/ 3761137 w 3946874"/>
                <a:gd name="GluePoint29Y" fmla="*/ 463677 h 3989641"/>
                <a:gd name="GluePoint30X" fmla="*/ 3946874 w 3946874"/>
                <a:gd name="GluePoint30Y" fmla="*/ 0 h 398964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7" name="Freeform: Shape 20"/>
            <p:cNvSpPr/>
            <p:nvPr/>
          </p:nvSpPr>
          <p:spPr>
            <a:xfrm>
              <a:off x="8861040" y="4186080"/>
              <a:ext cx="3265200" cy="2667600"/>
            </a:xfrm>
            <a:custGeom>
              <a:avLst/>
              <a:gdLst>
                <a:gd name="textAreaLeft" fmla="*/ 0 w 3265200"/>
                <a:gd name="textAreaRight" fmla="*/ 3265560 w 3265200"/>
                <a:gd name="textAreaTop" fmla="*/ 0 h 2667600"/>
                <a:gd name="textAreaBottom" fmla="*/ 2667960 h 2667600"/>
                <a:gd name="GluePoint1X" fmla="*/ 0 w 3665410"/>
                <a:gd name="GluePoint1Y" fmla="*/ 2985611 h 2985611"/>
                <a:gd name="GluePoint2X" fmla="*/ 166211 w 3665410"/>
                <a:gd name="GluePoint2Y" fmla="*/ 2699766 h 2985611"/>
                <a:gd name="GluePoint3X" fmla="*/ 397002 w 3665410"/>
                <a:gd name="GluePoint3Y" fmla="*/ 2414969 h 2985611"/>
                <a:gd name="GluePoint4X" fmla="*/ 620173 w 3665410"/>
                <a:gd name="GluePoint4Y" fmla="*/ 2237899 h 2985611"/>
                <a:gd name="GluePoint5X" fmla="*/ 823341 w 3665410"/>
                <a:gd name="GluePoint5Y" fmla="*/ 2085499 h 2985611"/>
                <a:gd name="GluePoint6X" fmla="*/ 1089565 w 3665410"/>
                <a:gd name="GluePoint6Y" fmla="*/ 1911477 h 2985611"/>
                <a:gd name="GluePoint7X" fmla="*/ 1145000 w 3665410"/>
                <a:gd name="GluePoint7Y" fmla="*/ 1886807 h 2985611"/>
                <a:gd name="GluePoint8X" fmla="*/ 1375791 w 3665410"/>
                <a:gd name="GluePoint8Y" fmla="*/ 1842135 h 2985611"/>
                <a:gd name="GluePoint9X" fmla="*/ 1486567 w 3665410"/>
                <a:gd name="GluePoint9Y" fmla="*/ 1857566 h 2985611"/>
                <a:gd name="GluePoint10X" fmla="*/ 1568101 w 3665410"/>
                <a:gd name="GluePoint10Y" fmla="*/ 1871377 h 2985611"/>
                <a:gd name="GluePoint11X" fmla="*/ 1810607 w 3665410"/>
                <a:gd name="GluePoint11Y" fmla="*/ 1871377 h 2985611"/>
                <a:gd name="GluePoint12X" fmla="*/ 1997964 w 3665410"/>
                <a:gd name="GluePoint12Y" fmla="*/ 1790605 h 2985611"/>
                <a:gd name="GluePoint13X" fmla="*/ 2109883 w 3665410"/>
                <a:gd name="GluePoint13Y" fmla="*/ 1702784 h 2985611"/>
                <a:gd name="GluePoint14X" fmla="*/ 2321433 w 3665410"/>
                <a:gd name="GluePoint14Y" fmla="*/ 1552384 h 2985611"/>
                <a:gd name="GluePoint15X" fmla="*/ 2558891 w 3665410"/>
                <a:gd name="GluePoint15Y" fmla="*/ 1453420 h 2985611"/>
                <a:gd name="GluePoint16X" fmla="*/ 2709767 w 3665410"/>
                <a:gd name="GluePoint16Y" fmla="*/ 1377887 h 2985611"/>
                <a:gd name="GluePoint17X" fmla="*/ 2885408 w 3665410"/>
                <a:gd name="GluePoint17Y" fmla="*/ 1237393 h 2985611"/>
                <a:gd name="GluePoint18X" fmla="*/ 3017711 w 3665410"/>
                <a:gd name="GluePoint18Y" fmla="*/ 1072229 h 2985611"/>
                <a:gd name="GluePoint19X" fmla="*/ 3150680 w 3665410"/>
                <a:gd name="GluePoint19Y" fmla="*/ 921830 h 2985611"/>
                <a:gd name="GluePoint20X" fmla="*/ 3255169 w 3665410"/>
                <a:gd name="GluePoint20Y" fmla="*/ 801815 h 2985611"/>
                <a:gd name="GluePoint21X" fmla="*/ 3339275 w 3665410"/>
                <a:gd name="GluePoint21Y" fmla="*/ 694182 h 2985611"/>
                <a:gd name="GluePoint22X" fmla="*/ 3409188 w 3665410"/>
                <a:gd name="GluePoint22Y" fmla="*/ 546926 h 2985611"/>
                <a:gd name="GluePoint23X" fmla="*/ 3464243 w 3665410"/>
                <a:gd name="GluePoint23Y" fmla="*/ 347663 h 2985611"/>
                <a:gd name="GluePoint24X" fmla="*/ 3665411 w 3665410"/>
                <a:gd name="GluePoint24Y" fmla="*/ 0 h 29856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</a:cxnLst>
              <a:rect l="textAreaLeft" t="textAreaTop" r="textAreaRight" b="textAreaBottom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Freeform: Shape 21"/>
            <p:cNvSpPr/>
            <p:nvPr/>
          </p:nvSpPr>
          <p:spPr>
            <a:xfrm>
              <a:off x="11885040" y="6677640"/>
              <a:ext cx="254520" cy="177480"/>
            </a:xfrm>
            <a:custGeom>
              <a:avLst/>
              <a:gdLst>
                <a:gd name="textAreaLeft" fmla="*/ 0 w 254520"/>
                <a:gd name="textAreaRight" fmla="*/ 254880 w 254520"/>
                <a:gd name="textAreaTop" fmla="*/ 0 h 177480"/>
                <a:gd name="textAreaBottom" fmla="*/ 177840 h 177480"/>
                <a:gd name="GluePoint1X" fmla="*/ 0 w 285940"/>
                <a:gd name="GluePoint1Y" fmla="*/ 199073 h 199072"/>
                <a:gd name="GluePoint2X" fmla="*/ 285940 w 285940"/>
                <a:gd name="GluePoint2Y" fmla="*/ 0 h 19907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Freeform: Shape 22"/>
            <p:cNvSpPr/>
            <p:nvPr/>
          </p:nvSpPr>
          <p:spPr>
            <a:xfrm>
              <a:off x="11531160" y="6516720"/>
              <a:ext cx="583920" cy="340200"/>
            </a:xfrm>
            <a:custGeom>
              <a:avLst/>
              <a:gdLst>
                <a:gd name="textAreaLeft" fmla="*/ 0 w 583920"/>
                <a:gd name="textAreaRight" fmla="*/ 584280 w 583920"/>
                <a:gd name="textAreaTop" fmla="*/ 0 h 340200"/>
                <a:gd name="textAreaBottom" fmla="*/ 340560 h 340200"/>
                <a:gd name="GluePoint1X" fmla="*/ 0 w 655796"/>
                <a:gd name="GluePoint1Y" fmla="*/ 381190 h 381190"/>
                <a:gd name="GluePoint2X" fmla="*/ 655796 w 655796"/>
                <a:gd name="GluePoint2Y" fmla="*/ 0 h 3811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Freeform: Shape 23"/>
            <p:cNvSpPr/>
            <p:nvPr/>
          </p:nvSpPr>
          <p:spPr>
            <a:xfrm>
              <a:off x="9536400" y="5460480"/>
              <a:ext cx="2589840" cy="1380240"/>
            </a:xfrm>
            <a:custGeom>
              <a:avLst/>
              <a:gdLst>
                <a:gd name="textAreaLeft" fmla="*/ 0 w 2589840"/>
                <a:gd name="textAreaRight" fmla="*/ 2590200 w 2589840"/>
                <a:gd name="textAreaTop" fmla="*/ 0 h 1380240"/>
                <a:gd name="textAreaBottom" fmla="*/ 1380600 h 1380240"/>
                <a:gd name="GluePoint1X" fmla="*/ 0 w 2907315"/>
                <a:gd name="GluePoint1Y" fmla="*/ 1544764 h 1544764"/>
                <a:gd name="GluePoint2X" fmla="*/ 201644 w 2907315"/>
                <a:gd name="GluePoint2Y" fmla="*/ 1352550 h 1544764"/>
                <a:gd name="GluePoint3X" fmla="*/ 423196 w 2907315"/>
                <a:gd name="GluePoint3Y" fmla="*/ 1196054 h 1544764"/>
                <a:gd name="GluePoint4X" fmla="*/ 782193 w 2907315"/>
                <a:gd name="GluePoint4Y" fmla="*/ 1099947 h 1544764"/>
                <a:gd name="GluePoint5X" fmla="*/ 1052513 w 2907315"/>
                <a:gd name="GluePoint5Y" fmla="*/ 1042321 h 1544764"/>
                <a:gd name="GluePoint6X" fmla="*/ 1311783 w 2907315"/>
                <a:gd name="GluePoint6Y" fmla="*/ 1056037 h 1544764"/>
                <a:gd name="GluePoint7X" fmla="*/ 1484662 w 2907315"/>
                <a:gd name="GluePoint7Y" fmla="*/ 1083469 h 1544764"/>
                <a:gd name="GluePoint8X" fmla="*/ 1788224 w 2907315"/>
                <a:gd name="GluePoint8Y" fmla="*/ 1023080 h 1544764"/>
                <a:gd name="GluePoint9X" fmla="*/ 2269045 w 2907315"/>
                <a:gd name="GluePoint9Y" fmla="*/ 734758 h 1544764"/>
                <a:gd name="GluePoint10X" fmla="*/ 2534984 w 2907315"/>
                <a:gd name="GluePoint10Y" fmla="*/ 572738 h 1544764"/>
                <a:gd name="GluePoint11X" fmla="*/ 2907316 w 2907315"/>
                <a:gd name="GluePoint11Y" fmla="*/ 0 h 15447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Freeform: Shape 24"/>
            <p:cNvSpPr/>
            <p:nvPr/>
          </p:nvSpPr>
          <p:spPr>
            <a:xfrm>
              <a:off x="9317160" y="5113080"/>
              <a:ext cx="2822040" cy="1744560"/>
            </a:xfrm>
            <a:custGeom>
              <a:avLst/>
              <a:gdLst>
                <a:gd name="textAreaLeft" fmla="*/ 0 w 2822040"/>
                <a:gd name="textAreaRight" fmla="*/ 2822400 w 2822040"/>
                <a:gd name="textAreaTop" fmla="*/ 0 h 1744560"/>
                <a:gd name="textAreaBottom" fmla="*/ 1744920 h 1744560"/>
                <a:gd name="GluePoint1X" fmla="*/ 0 w 3168300"/>
                <a:gd name="GluePoint1Y" fmla="*/ 1952435 h 1952434"/>
                <a:gd name="GluePoint2X" fmla="*/ 202121 w 3168300"/>
                <a:gd name="GluePoint2Y" fmla="*/ 1687068 h 1952434"/>
                <a:gd name="GluePoint3X" fmla="*/ 545116 w 3168300"/>
                <a:gd name="GluePoint3Y" fmla="*/ 1450277 h 1952434"/>
                <a:gd name="GluePoint4X" fmla="*/ 906780 w 3168300"/>
                <a:gd name="GluePoint4Y" fmla="*/ 1354455 h 1952434"/>
                <a:gd name="GluePoint5X" fmla="*/ 1332262 w 3168300"/>
                <a:gd name="GluePoint5Y" fmla="*/ 1285304 h 1952434"/>
                <a:gd name="GluePoint6X" fmla="*/ 1691259 w 3168300"/>
                <a:gd name="GluePoint6Y" fmla="*/ 1240060 h 1952434"/>
                <a:gd name="GluePoint7X" fmla="*/ 2010346 w 3168300"/>
                <a:gd name="GluePoint7Y" fmla="*/ 1141667 h 1952434"/>
                <a:gd name="GluePoint8X" fmla="*/ 2393252 w 3168300"/>
                <a:gd name="GluePoint8Y" fmla="*/ 1027271 h 1952434"/>
                <a:gd name="GluePoint9X" fmla="*/ 2582037 w 3168300"/>
                <a:gd name="GluePoint9Y" fmla="*/ 958120 h 1952434"/>
                <a:gd name="GluePoint10X" fmla="*/ 2760155 w 3168300"/>
                <a:gd name="GluePoint10Y" fmla="*/ 827723 h 1952434"/>
                <a:gd name="GluePoint11X" fmla="*/ 2914364 w 3168300"/>
                <a:gd name="GluePoint11Y" fmla="*/ 567023 h 1952434"/>
                <a:gd name="GluePoint12X" fmla="*/ 3168301 w 3168300"/>
                <a:gd name="GluePoint12Y" fmla="*/ 0 h 19524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Freeform: Shape 25"/>
            <p:cNvSpPr/>
            <p:nvPr/>
          </p:nvSpPr>
          <p:spPr>
            <a:xfrm>
              <a:off x="9136080" y="4664160"/>
              <a:ext cx="2990160" cy="2190960"/>
            </a:xfrm>
            <a:custGeom>
              <a:avLst/>
              <a:gdLst>
                <a:gd name="textAreaLeft" fmla="*/ 0 w 2990160"/>
                <a:gd name="textAreaRight" fmla="*/ 2990520 w 2990160"/>
                <a:gd name="textAreaTop" fmla="*/ 0 h 2190960"/>
                <a:gd name="textAreaBottom" fmla="*/ 2191320 h 2190960"/>
                <a:gd name="GluePoint1X" fmla="*/ 0 w 3356800"/>
                <a:gd name="GluePoint1Y" fmla="*/ 2452021 h 2452020"/>
                <a:gd name="GluePoint2X" fmla="*/ 130874 w 3356800"/>
                <a:gd name="GluePoint2Y" fmla="*/ 2247710 h 2452020"/>
                <a:gd name="GluePoint3X" fmla="*/ 437197 w 3356800"/>
                <a:gd name="GluePoint3Y" fmla="*/ 1941195 h 2452020"/>
                <a:gd name="GluePoint4X" fmla="*/ 737140 w 3356800"/>
                <a:gd name="GluePoint4Y" fmla="*/ 1736884 h 2452020"/>
                <a:gd name="GluePoint5X" fmla="*/ 1031843 w 3356800"/>
                <a:gd name="GluePoint5Y" fmla="*/ 1685068 h 2452020"/>
                <a:gd name="GluePoint6X" fmla="*/ 1287304 w 3356800"/>
                <a:gd name="GluePoint6Y" fmla="*/ 1655826 h 2452020"/>
                <a:gd name="GluePoint7X" fmla="*/ 1471994 w 3356800"/>
                <a:gd name="GluePoint7Y" fmla="*/ 1634300 h 2452020"/>
                <a:gd name="GluePoint8X" fmla="*/ 1898237 w 3356800"/>
                <a:gd name="GluePoint8Y" fmla="*/ 1512665 h 2452020"/>
                <a:gd name="GluePoint9X" fmla="*/ 2229136 w 3356800"/>
                <a:gd name="GluePoint9Y" fmla="*/ 1355598 h 2452020"/>
                <a:gd name="GluePoint10X" fmla="*/ 2512314 w 3356800"/>
                <a:gd name="GluePoint10Y" fmla="*/ 1238631 h 2452020"/>
                <a:gd name="GluePoint11X" fmla="*/ 2758535 w 3356800"/>
                <a:gd name="GluePoint11Y" fmla="*/ 1096994 h 2452020"/>
                <a:gd name="GluePoint12X" fmla="*/ 2935510 w 3356800"/>
                <a:gd name="GluePoint12Y" fmla="*/ 919925 h 2452020"/>
                <a:gd name="GluePoint13X" fmla="*/ 3081719 w 3356800"/>
                <a:gd name="GluePoint13Y" fmla="*/ 687419 h 2452020"/>
                <a:gd name="GluePoint14X" fmla="*/ 3356800 w 3356800"/>
                <a:gd name="GluePoint14Y" fmla="*/ 0 h 24520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Click to edit Master title style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ru-RU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ru-RU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Second level</a:t>
            </a:r>
            <a:endParaRPr lang="ru-RU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Third level</a:t>
            </a:r>
            <a:endParaRPr lang="ru-RU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Fourth level</a:t>
            </a:r>
            <a:endParaRPr lang="ru-RU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Fifth level</a:t>
            </a:r>
            <a:endParaRPr lang="ru-RU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ru-RU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ru-RU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Second level</a:t>
            </a:r>
            <a:endParaRPr lang="ru-RU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Third level</a:t>
            </a:r>
            <a:endParaRPr lang="ru-RU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Fourth level</a:t>
            </a:r>
            <a:endParaRPr lang="ru-RU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Fifth level</a:t>
            </a:r>
            <a:endParaRPr lang="ru-RU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PlaceHolder 8"/>
          <p:cNvSpPr>
            <a:spLocks noGrp="1"/>
          </p:cNvSpPr>
          <p:nvPr>
            <p:ph type="sldNum" idx="21"/>
          </p:nvPr>
        </p:nvSpPr>
        <p:spPr>
          <a:xfrm>
            <a:off x="9906120" y="6356520"/>
            <a:ext cx="1447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17D18F-3850-4565-98BF-9F05E1F7100D}" type="slidenum">
              <a: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6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2"/>
          </a:solidFill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venirNext LT Pro Medium"/>
            </a:endParaRPr>
          </a:p>
        </p:txBody>
      </p:sp>
      <p:sp>
        <p:nvSpPr>
          <p:cNvPr id="182" name="Freeform: Shape 7"/>
          <p:cNvSpPr/>
          <p:nvPr/>
        </p:nvSpPr>
        <p:spPr>
          <a:xfrm rot="10800000">
            <a:off x="693000" y="-2880"/>
            <a:ext cx="1325880" cy="597240"/>
          </a:xfrm>
          <a:custGeom>
            <a:avLst/>
            <a:gdLst>
              <a:gd name="textAreaLeft" fmla="*/ 0 w 1325880"/>
              <a:gd name="textAreaRight" fmla="*/ 1326240 w 1325880"/>
              <a:gd name="textAreaTop" fmla="*/ 0 h 597240"/>
              <a:gd name="textAreaBottom" fmla="*/ 597600 h 597240"/>
              <a:gd name="GluePoint1X" fmla="*/ 741051 w 1482102"/>
              <a:gd name="GluePoint1Y" fmla="*/ 0 h 679363"/>
              <a:gd name="GluePoint2X" fmla="*/ 1473822 w 1482102"/>
              <a:gd name="GluePoint2Y" fmla="*/ 597226 h 679363"/>
              <a:gd name="GluePoint3X" fmla="*/ 1482102 w 1482102"/>
              <a:gd name="GluePoint3Y" fmla="*/ 679363 h 679363"/>
              <a:gd name="GluePoint4X" fmla="*/ 0 w 1482102"/>
              <a:gd name="GluePoint4Y" fmla="*/ 679363 h 679363"/>
              <a:gd name="GluePoint5X" fmla="*/ 8280 w 1482102"/>
              <a:gd name="GluePoint5Y" fmla="*/ 597226 h 679363"/>
              <a:gd name="GluePoint6X" fmla="*/ 741051 w 1482102"/>
              <a:gd name="GluePoint6Y" fmla="*/ 0 h 6793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83" name="Freeform: Shape 8"/>
          <p:cNvSpPr/>
          <p:nvPr/>
        </p:nvSpPr>
        <p:spPr>
          <a:xfrm>
            <a:off x="10439280" y="6172200"/>
            <a:ext cx="1481760" cy="678960"/>
          </a:xfrm>
          <a:custGeom>
            <a:avLst/>
            <a:gdLst>
              <a:gd name="textAreaLeft" fmla="*/ 0 w 1481760"/>
              <a:gd name="textAreaRight" fmla="*/ 1482120 w 1481760"/>
              <a:gd name="textAreaTop" fmla="*/ 0 h 678960"/>
              <a:gd name="textAreaBottom" fmla="*/ 679320 h 678960"/>
              <a:gd name="GluePoint1X" fmla="*/ 741051 w 1482102"/>
              <a:gd name="GluePoint1Y" fmla="*/ 0 h 679363"/>
              <a:gd name="GluePoint2X" fmla="*/ 1473822 w 1482102"/>
              <a:gd name="GluePoint2Y" fmla="*/ 597226 h 679363"/>
              <a:gd name="GluePoint3X" fmla="*/ 1482102 w 1482102"/>
              <a:gd name="GluePoint3Y" fmla="*/ 679363 h 679363"/>
              <a:gd name="GluePoint4X" fmla="*/ 0 w 1482102"/>
              <a:gd name="GluePoint4Y" fmla="*/ 679363 h 679363"/>
              <a:gd name="GluePoint5X" fmla="*/ 8280 w 1482102"/>
              <a:gd name="GluePoint5Y" fmla="*/ 597226 h 679363"/>
              <a:gd name="GluePoint6X" fmla="*/ 741051 w 1482102"/>
              <a:gd name="GluePoint6Y" fmla="*/ 0 h 6793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84" name="Freeform: Shape 9"/>
          <p:cNvSpPr/>
          <p:nvPr/>
        </p:nvSpPr>
        <p:spPr>
          <a:xfrm>
            <a:off x="7977240" y="5197320"/>
            <a:ext cx="4211280" cy="1660320"/>
          </a:xfrm>
          <a:custGeom>
            <a:avLst/>
            <a:gdLst>
              <a:gd name="textAreaLeft" fmla="*/ 0 w 4211280"/>
              <a:gd name="textAreaRight" fmla="*/ 4211640 w 4211280"/>
              <a:gd name="textAreaTop" fmla="*/ 0 h 1660320"/>
              <a:gd name="textAreaBottom" fmla="*/ 1660680 h 1660320"/>
              <a:gd name="GluePoint1X" fmla="*/ 4211600 w 4211600"/>
              <a:gd name="GluePoint1Y" fmla="*/ 0 h 1660822"/>
              <a:gd name="GluePoint2X" fmla="*/ 4211600 w 4211600"/>
              <a:gd name="GluePoint2Y" fmla="*/ 58430 h 1660822"/>
              <a:gd name="GluePoint3X" fmla="*/ 4136524 w 4211600"/>
              <a:gd name="GluePoint3Y" fmla="*/ 208808 h 1660822"/>
              <a:gd name="GluePoint4X" fmla="*/ 3973354 w 4211600"/>
              <a:gd name="GluePoint4Y" fmla="*/ 437313 h 1660822"/>
              <a:gd name="GluePoint5X" fmla="*/ 3884746 w 4211600"/>
              <a:gd name="GluePoint5Y" fmla="*/ 553613 h 1660822"/>
              <a:gd name="GluePoint6X" fmla="*/ 3849435 w 4211600"/>
              <a:gd name="GluePoint6Y" fmla="*/ 603143 h 1660822"/>
              <a:gd name="GluePoint7X" fmla="*/ 3661849 w 4211600"/>
              <a:gd name="GluePoint7Y" fmla="*/ 819075 h 1660822"/>
              <a:gd name="GluePoint8X" fmla="*/ 3402589 w 4211600"/>
              <a:gd name="GluePoint8Y" fmla="*/ 952996 h 1660822"/>
              <a:gd name="GluePoint9X" fmla="*/ 3130202 w 4211600"/>
              <a:gd name="GluePoint9Y" fmla="*/ 1023386 h 1660822"/>
              <a:gd name="GluePoint10X" fmla="*/ 2914657 w 4211600"/>
              <a:gd name="GluePoint10Y" fmla="*/ 1068058 h 1660822"/>
              <a:gd name="GluePoint11X" fmla="*/ 2582149 w 4211600"/>
              <a:gd name="GluePoint11Y" fmla="*/ 1138924 h 1660822"/>
              <a:gd name="GluePoint12X" fmla="*/ 2483958 w 4211600"/>
              <a:gd name="GluePoint12Y" fmla="*/ 1162356 h 1660822"/>
              <a:gd name="GluePoint13X" fmla="*/ 2123750 w 4211600"/>
              <a:gd name="GluePoint13Y" fmla="*/ 1238651 h 1660822"/>
              <a:gd name="GluePoint14X" fmla="*/ 1761444 w 4211600"/>
              <a:gd name="GluePoint14Y" fmla="*/ 1273417 h 1660822"/>
              <a:gd name="GluePoint15X" fmla="*/ 1608382 w 4211600"/>
              <a:gd name="GluePoint15Y" fmla="*/ 1284466 h 1660822"/>
              <a:gd name="GluePoint16X" fmla="*/ 999942 w 4211600"/>
              <a:gd name="GluePoint16Y" fmla="*/ 1354284 h 1660822"/>
              <a:gd name="GluePoint17X" fmla="*/ 484705 w 4211600"/>
              <a:gd name="GluePoint17Y" fmla="*/ 1450487 h 1660822"/>
              <a:gd name="GluePoint18X" fmla="*/ 113310 w 4211600"/>
              <a:gd name="GluePoint18Y" fmla="*/ 1613700 h 1660822"/>
              <a:gd name="GluePoint19X" fmla="*/ 39668 w 4211600"/>
              <a:gd name="GluePoint19Y" fmla="*/ 1660822 h 1660822"/>
              <a:gd name="GluePoint20X" fmla="*/ 0 w 4211600"/>
              <a:gd name="GluePoint20Y" fmla="*/ 1660822 h 1660822"/>
              <a:gd name="GluePoint21X" fmla="*/ 96701 w 4211600"/>
              <a:gd name="GluePoint21Y" fmla="*/ 1598934 h 1660822"/>
              <a:gd name="GluePoint22X" fmla="*/ 474335 w 4211600"/>
              <a:gd name="GluePoint22Y" fmla="*/ 1433056 h 1660822"/>
              <a:gd name="GluePoint23X" fmla="*/ 994299 w 4211600"/>
              <a:gd name="GluePoint23Y" fmla="*/ 1335806 h 1660822"/>
              <a:gd name="GluePoint24X" fmla="*/ 1605231 w 4211600"/>
              <a:gd name="GluePoint24Y" fmla="*/ 1265702 h 1660822"/>
              <a:gd name="GluePoint25X" fmla="*/ 1758819 w 4211600"/>
              <a:gd name="GluePoint25Y" fmla="*/ 1254558 h 1660822"/>
              <a:gd name="GluePoint26X" fmla="*/ 2118106 w 4211600"/>
              <a:gd name="GluePoint26Y" fmla="*/ 1220077 h 1660822"/>
              <a:gd name="GluePoint27X" fmla="*/ 2475557 w 4211600"/>
              <a:gd name="GluePoint27Y" fmla="*/ 1144353 h 1660822"/>
              <a:gd name="GluePoint28X" fmla="*/ 2573878 w 4211600"/>
              <a:gd name="GluePoint28Y" fmla="*/ 1120827 h 1660822"/>
              <a:gd name="GluePoint29X" fmla="*/ 2907437 w 4211600"/>
              <a:gd name="GluePoint29Y" fmla="*/ 1049675 h 1660822"/>
              <a:gd name="GluePoint30X" fmla="*/ 3122589 w 4211600"/>
              <a:gd name="GluePoint30Y" fmla="*/ 1005098 h 1660822"/>
              <a:gd name="GluePoint31X" fmla="*/ 3391169 w 4211600"/>
              <a:gd name="GluePoint31Y" fmla="*/ 935756 h 1660822"/>
              <a:gd name="GluePoint32X" fmla="*/ 3642290 w 4211600"/>
              <a:gd name="GluePoint32Y" fmla="*/ 806216 h 1660822"/>
              <a:gd name="GluePoint33X" fmla="*/ 3825937 w 4211600"/>
              <a:gd name="GluePoint33Y" fmla="*/ 594475 h 1660822"/>
              <a:gd name="GluePoint34X" fmla="*/ 3861381 w 4211600"/>
              <a:gd name="GluePoint34Y" fmla="*/ 544755 h 1660822"/>
              <a:gd name="GluePoint35X" fmla="*/ 3950381 w 4211600"/>
              <a:gd name="GluePoint35Y" fmla="*/ 427978 h 1660822"/>
              <a:gd name="GluePoint36X" fmla="*/ 4112370 w 4211600"/>
              <a:gd name="GluePoint36Y" fmla="*/ 201378 h 1660822"/>
              <a:gd name="GluePoint37X" fmla="*/ 4195989 w 4211600"/>
              <a:gd name="GluePoint37Y" fmla="*/ 33834 h 166082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</a:cxnLst>
            <a:rect l="textAreaLeft" t="textAreaTop" r="textAreaRight" b="textAreaBottom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grpSp>
        <p:nvGrpSpPr>
          <p:cNvPr id="185" name="Graphic 141"/>
          <p:cNvGrpSpPr/>
          <p:nvPr/>
        </p:nvGrpSpPr>
        <p:grpSpPr>
          <a:xfrm>
            <a:off x="10800" y="15120"/>
            <a:ext cx="2198520" cy="3330720"/>
            <a:chOff x="10800" y="15120"/>
            <a:chExt cx="2198520" cy="3330720"/>
          </a:xfrm>
        </p:grpSpPr>
        <p:sp>
          <p:nvSpPr>
            <p:cNvPr id="186" name="Freeform: Shape 11"/>
            <p:cNvSpPr/>
            <p:nvPr/>
          </p:nvSpPr>
          <p:spPr>
            <a:xfrm>
              <a:off x="19440" y="15120"/>
              <a:ext cx="2189880" cy="3330720"/>
            </a:xfrm>
            <a:custGeom>
              <a:avLst/>
              <a:gdLst>
                <a:gd name="textAreaLeft" fmla="*/ 0 w 2189880"/>
                <a:gd name="textAreaRight" fmla="*/ 2190240 w 2189880"/>
                <a:gd name="textAreaTop" fmla="*/ 0 h 3330720"/>
                <a:gd name="textAreaBottom" fmla="*/ 3331080 h 3330720"/>
                <a:gd name="GluePoint1X" fmla="*/ 0 w 3296088"/>
                <a:gd name="GluePoint1Y" fmla="*/ 5012722 h 5012722"/>
                <a:gd name="GluePoint2X" fmla="*/ 244031 w 3296088"/>
                <a:gd name="GluePoint2Y" fmla="*/ 4820222 h 5012722"/>
                <a:gd name="GluePoint3X" fmla="*/ 729234 w 3296088"/>
                <a:gd name="GluePoint3Y" fmla="*/ 4360641 h 5012722"/>
                <a:gd name="GluePoint4X" fmla="*/ 881444 w 3296088"/>
                <a:gd name="GluePoint4Y" fmla="*/ 4173950 h 5012722"/>
                <a:gd name="GluePoint5X" fmla="*/ 1151287 w 3296088"/>
                <a:gd name="GluePoint5Y" fmla="*/ 3972877 h 5012722"/>
                <a:gd name="GluePoint6X" fmla="*/ 1498664 w 3296088"/>
                <a:gd name="GluePoint6Y" fmla="*/ 3786188 h 5012722"/>
                <a:gd name="GluePoint7X" fmla="*/ 1716881 w 3296088"/>
                <a:gd name="GluePoint7Y" fmla="*/ 3674174 h 5012722"/>
                <a:gd name="GluePoint8X" fmla="*/ 1913573 w 3296088"/>
                <a:gd name="GluePoint8Y" fmla="*/ 3477387 h 5012722"/>
                <a:gd name="GluePoint9X" fmla="*/ 2167700 w 3296088"/>
                <a:gd name="GluePoint9Y" fmla="*/ 3042190 h 5012722"/>
                <a:gd name="GluePoint10X" fmla="*/ 2273903 w 3296088"/>
                <a:gd name="GluePoint10Y" fmla="*/ 2775014 h 5012722"/>
                <a:gd name="GluePoint11X" fmla="*/ 2463356 w 3296088"/>
                <a:gd name="GluePoint11Y" fmla="*/ 2335530 h 5012722"/>
                <a:gd name="GluePoint12X" fmla="*/ 2741866 w 3296088"/>
                <a:gd name="GluePoint12Y" fmla="*/ 1982248 h 5012722"/>
                <a:gd name="GluePoint13X" fmla="*/ 2985897 w 3296088"/>
                <a:gd name="GluePoint13Y" fmla="*/ 1634681 h 5012722"/>
                <a:gd name="GluePoint14X" fmla="*/ 3212687 w 3296088"/>
                <a:gd name="GluePoint14Y" fmla="*/ 1226820 h 5012722"/>
                <a:gd name="GluePoint15X" fmla="*/ 3281553 w 3296088"/>
                <a:gd name="GluePoint15Y" fmla="*/ 959644 h 5012722"/>
                <a:gd name="GluePoint16X" fmla="*/ 3295936 w 3296088"/>
                <a:gd name="GluePoint16Y" fmla="*/ 701135 h 5012722"/>
                <a:gd name="GluePoint17X" fmla="*/ 3267266 w 3296088"/>
                <a:gd name="GluePoint17Y" fmla="*/ 436817 h 5012722"/>
                <a:gd name="GluePoint18X" fmla="*/ 3105341 w 3296088"/>
                <a:gd name="GluePoint18Y" fmla="*/ 0 h 50127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Freeform: Shape 12"/>
            <p:cNvSpPr/>
            <p:nvPr/>
          </p:nvSpPr>
          <p:spPr>
            <a:xfrm>
              <a:off x="10800" y="15120"/>
              <a:ext cx="1978200" cy="3074760"/>
            </a:xfrm>
            <a:custGeom>
              <a:avLst/>
              <a:gdLst>
                <a:gd name="textAreaLeft" fmla="*/ 0 w 1978200"/>
                <a:gd name="textAreaRight" fmla="*/ 1978560 w 1978200"/>
                <a:gd name="textAreaTop" fmla="*/ 0 h 3074760"/>
                <a:gd name="textAreaBottom" fmla="*/ 3075120 h 3074760"/>
                <a:gd name="GluePoint1X" fmla="*/ 0 w 2977477"/>
                <a:gd name="GluePoint1Y" fmla="*/ 4627150 h 4627149"/>
                <a:gd name="GluePoint2X" fmla="*/ 275082 w 2977477"/>
                <a:gd name="GluePoint2Y" fmla="*/ 4341590 h 4627149"/>
                <a:gd name="GluePoint3X" fmla="*/ 502825 w 2977477"/>
                <a:gd name="GluePoint3Y" fmla="*/ 4054126 h 4627149"/>
                <a:gd name="GluePoint4X" fmla="*/ 666179 w 2977477"/>
                <a:gd name="GluePoint4Y" fmla="*/ 3890677 h 4627149"/>
                <a:gd name="GluePoint5X" fmla="*/ 864203 w 2977477"/>
                <a:gd name="GluePoint5Y" fmla="*/ 3675983 h 4627149"/>
                <a:gd name="GluePoint6X" fmla="*/ 982599 w 2977477"/>
                <a:gd name="GluePoint6Y" fmla="*/ 3557492 h 4627149"/>
                <a:gd name="GluePoint7X" fmla="*/ 1188244 w 2977477"/>
                <a:gd name="GluePoint7Y" fmla="*/ 3329654 h 4627149"/>
                <a:gd name="GluePoint8X" fmla="*/ 1344740 w 2977477"/>
                <a:gd name="GluePoint8Y" fmla="*/ 3146774 h 4627149"/>
                <a:gd name="GluePoint9X" fmla="*/ 1470755 w 2977477"/>
                <a:gd name="GluePoint9Y" fmla="*/ 2984659 h 4627149"/>
                <a:gd name="GluePoint10X" fmla="*/ 1657636 w 2977477"/>
                <a:gd name="GluePoint10Y" fmla="*/ 2670239 h 4627149"/>
                <a:gd name="GluePoint11X" fmla="*/ 1762887 w 2977477"/>
                <a:gd name="GluePoint11Y" fmla="*/ 2473547 h 4627149"/>
                <a:gd name="GluePoint12X" fmla="*/ 1866710 w 2977477"/>
                <a:gd name="GluePoint12Y" fmla="*/ 2290667 h 4627149"/>
                <a:gd name="GluePoint13X" fmla="*/ 2106263 w 2977477"/>
                <a:gd name="GluePoint13Y" fmla="*/ 2030254 h 4627149"/>
                <a:gd name="GluePoint14X" fmla="*/ 2277237 w 2977477"/>
                <a:gd name="GluePoint14Y" fmla="*/ 1859185 h 4627149"/>
                <a:gd name="GluePoint15X" fmla="*/ 2499455 w 2977477"/>
                <a:gd name="GluePoint15Y" fmla="*/ 1656207 h 4627149"/>
                <a:gd name="GluePoint16X" fmla="*/ 2707100 w 2977477"/>
                <a:gd name="GluePoint16Y" fmla="*/ 1390269 h 4627149"/>
                <a:gd name="GluePoint17X" fmla="*/ 2812352 w 2977477"/>
                <a:gd name="GluePoint17Y" fmla="*/ 1230916 h 4627149"/>
                <a:gd name="GluePoint18X" fmla="*/ 2898172 w 2977477"/>
                <a:gd name="GluePoint18Y" fmla="*/ 1036987 h 4627149"/>
                <a:gd name="GluePoint19X" fmla="*/ 2963228 w 2977477"/>
                <a:gd name="GluePoint19Y" fmla="*/ 850011 h 4627149"/>
                <a:gd name="GluePoint20X" fmla="*/ 2977325 w 2977477"/>
                <a:gd name="GluePoint20Y" fmla="*/ 745427 h 4627149"/>
                <a:gd name="GluePoint21X" fmla="*/ 2929509 w 2977477"/>
                <a:gd name="GluePoint21Y" fmla="*/ 480155 h 4627149"/>
                <a:gd name="GluePoint22X" fmla="*/ 2563082 w 2977477"/>
                <a:gd name="GluePoint22Y" fmla="*/ 0 h 462714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textAreaLeft" t="textAreaTop" r="textAreaRight" b="textAreaBottom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Freeform: Shape 13"/>
            <p:cNvSpPr/>
            <p:nvPr/>
          </p:nvSpPr>
          <p:spPr>
            <a:xfrm>
              <a:off x="25200" y="15120"/>
              <a:ext cx="1565640" cy="2737080"/>
            </a:xfrm>
            <a:custGeom>
              <a:avLst/>
              <a:gdLst>
                <a:gd name="textAreaLeft" fmla="*/ 0 w 1565640"/>
                <a:gd name="textAreaRight" fmla="*/ 1566000 w 1565640"/>
                <a:gd name="textAreaTop" fmla="*/ 0 h 2737080"/>
                <a:gd name="textAreaBottom" fmla="*/ 2737440 h 2737080"/>
                <a:gd name="GluePoint1X" fmla="*/ 1707071 w 2356712"/>
                <a:gd name="GluePoint1Y" fmla="*/ 0 h 4118991"/>
                <a:gd name="GluePoint2X" fmla="*/ 1824514 w 2356712"/>
                <a:gd name="GluePoint2Y" fmla="*/ 244697 h 4118991"/>
                <a:gd name="GluePoint3X" fmla="*/ 1908715 w 2356712"/>
                <a:gd name="GluePoint3Y" fmla="*/ 328994 h 4118991"/>
                <a:gd name="GluePoint4X" fmla="*/ 2226469 w 2356712"/>
                <a:gd name="GluePoint4Y" fmla="*/ 603695 h 4118991"/>
                <a:gd name="GluePoint5X" fmla="*/ 2355628 w 2356712"/>
                <a:gd name="GluePoint5Y" fmla="*/ 900494 h 4118991"/>
                <a:gd name="GluePoint6X" fmla="*/ 2281428 w 2356712"/>
                <a:gd name="GluePoint6Y" fmla="*/ 1206913 h 4118991"/>
                <a:gd name="GluePoint7X" fmla="*/ 2092452 w 2356712"/>
                <a:gd name="GluePoint7Y" fmla="*/ 1460659 h 4118991"/>
                <a:gd name="GluePoint8X" fmla="*/ 1834039 w 2356712"/>
                <a:gd name="GluePoint8Y" fmla="*/ 1625822 h 4118991"/>
                <a:gd name="GluePoint9X" fmla="*/ 1558862 w 2356712"/>
                <a:gd name="GluePoint9Y" fmla="*/ 1743075 h 4118991"/>
                <a:gd name="GluePoint10X" fmla="*/ 1386554 w 2356712"/>
                <a:gd name="GluePoint10Y" fmla="*/ 1869948 h 4118991"/>
                <a:gd name="GluePoint11X" fmla="*/ 1271683 w 2356712"/>
                <a:gd name="GluePoint11Y" fmla="*/ 2073402 h 4118991"/>
                <a:gd name="GluePoint12X" fmla="*/ 1178338 w 2356712"/>
                <a:gd name="GluePoint12Y" fmla="*/ 2355914 h 4118991"/>
                <a:gd name="GluePoint13X" fmla="*/ 1113758 w 2356712"/>
                <a:gd name="GluePoint13Y" fmla="*/ 2578513 h 4118991"/>
                <a:gd name="GluePoint14X" fmla="*/ 1034796 w 2356712"/>
                <a:gd name="GluePoint14Y" fmla="*/ 2834640 h 4118991"/>
                <a:gd name="GluePoint15X" fmla="*/ 905637 w 2356712"/>
                <a:gd name="GluePoint15Y" fmla="*/ 3081242 h 4118991"/>
                <a:gd name="GluePoint16X" fmla="*/ 793147 w 2356712"/>
                <a:gd name="GluePoint16Y" fmla="*/ 3258407 h 4118991"/>
                <a:gd name="GluePoint17X" fmla="*/ 546735 w 2356712"/>
                <a:gd name="GluePoint17Y" fmla="*/ 3571970 h 4118991"/>
                <a:gd name="GluePoint18X" fmla="*/ 346996 w 2356712"/>
                <a:gd name="GluePoint18Y" fmla="*/ 3771900 h 4118991"/>
                <a:gd name="GluePoint19X" fmla="*/ 174689 w 2356712"/>
                <a:gd name="GluePoint19Y" fmla="*/ 3944207 h 4118991"/>
                <a:gd name="GluePoint20X" fmla="*/ 0 w 2356712"/>
                <a:gd name="GluePoint20Y" fmla="*/ 4118991 h 411899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Freeform: Shape 14"/>
            <p:cNvSpPr/>
            <p:nvPr/>
          </p:nvSpPr>
          <p:spPr>
            <a:xfrm>
              <a:off x="10800" y="15120"/>
              <a:ext cx="1368000" cy="2644560"/>
            </a:xfrm>
            <a:custGeom>
              <a:avLst/>
              <a:gdLst>
                <a:gd name="textAreaLeft" fmla="*/ 0 w 1368000"/>
                <a:gd name="textAreaRight" fmla="*/ 1368360 w 1368000"/>
                <a:gd name="textAreaTop" fmla="*/ 0 h 2644560"/>
                <a:gd name="textAreaBottom" fmla="*/ 2644920 h 2644560"/>
                <a:gd name="GluePoint1X" fmla="*/ 0 w 2059193"/>
                <a:gd name="GluePoint1Y" fmla="*/ 3980116 h 3980116"/>
                <a:gd name="GluePoint2X" fmla="*/ 471583 w 2059193"/>
                <a:gd name="GluePoint2Y" fmla="*/ 3515678 h 3980116"/>
                <a:gd name="GluePoint3X" fmla="*/ 758666 w 2059193"/>
                <a:gd name="GluePoint3Y" fmla="*/ 3163824 h 3980116"/>
                <a:gd name="GluePoint4X" fmla="*/ 940499 w 2059193"/>
                <a:gd name="GluePoint4Y" fmla="*/ 2780824 h 3980116"/>
                <a:gd name="GluePoint5X" fmla="*/ 1055370 w 2059193"/>
                <a:gd name="GluePoint5Y" fmla="*/ 2242185 h 3980116"/>
                <a:gd name="GluePoint6X" fmla="*/ 1136714 w 2059193"/>
                <a:gd name="GluePoint6Y" fmla="*/ 1878330 h 3980116"/>
                <a:gd name="GluePoint7X" fmla="*/ 1246727 w 2059193"/>
                <a:gd name="GluePoint7Y" fmla="*/ 1562386 h 3980116"/>
                <a:gd name="GluePoint8X" fmla="*/ 1378363 w 2059193"/>
                <a:gd name="GluePoint8Y" fmla="*/ 1430750 h 3980116"/>
                <a:gd name="GluePoint9X" fmla="*/ 1691831 w 2059193"/>
                <a:gd name="GluePoint9Y" fmla="*/ 1394841 h 3980116"/>
                <a:gd name="GluePoint10X" fmla="*/ 1914335 w 2059193"/>
                <a:gd name="GluePoint10Y" fmla="*/ 1323023 h 3980116"/>
                <a:gd name="GluePoint11X" fmla="*/ 2055495 w 2059193"/>
                <a:gd name="GluePoint11Y" fmla="*/ 1098042 h 3980116"/>
                <a:gd name="GluePoint12X" fmla="*/ 2033969 w 2059193"/>
                <a:gd name="GluePoint12Y" fmla="*/ 930497 h 3980116"/>
                <a:gd name="GluePoint13X" fmla="*/ 1885664 w 2059193"/>
                <a:gd name="GluePoint13Y" fmla="*/ 760571 h 3980116"/>
                <a:gd name="GluePoint14X" fmla="*/ 1636871 w 2059193"/>
                <a:gd name="GluePoint14Y" fmla="*/ 612172 h 3980116"/>
                <a:gd name="GluePoint15X" fmla="*/ 1335405 w 2059193"/>
                <a:gd name="GluePoint15Y" fmla="*/ 459010 h 3980116"/>
                <a:gd name="GluePoint16X" fmla="*/ 1234916 w 2059193"/>
                <a:gd name="GluePoint16Y" fmla="*/ 269939 h 3980116"/>
                <a:gd name="GluePoint17X" fmla="*/ 1386935 w 2059193"/>
                <a:gd name="GluePoint17Y" fmla="*/ 0 h 39801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Freeform: Shape 15"/>
            <p:cNvSpPr/>
            <p:nvPr/>
          </p:nvSpPr>
          <p:spPr>
            <a:xfrm>
              <a:off x="18720" y="543960"/>
              <a:ext cx="493920" cy="19051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0 h 1905120"/>
                <a:gd name="textAreaBottom" fmla="*/ 1905480 h 1905120"/>
                <a:gd name="GluePoint1X" fmla="*/ 11144 w 743796"/>
                <a:gd name="GluePoint1Y" fmla="*/ 0 h 2867501"/>
                <a:gd name="GluePoint2X" fmla="*/ 353663 w 743796"/>
                <a:gd name="GluePoint2Y" fmla="*/ 55245 h 2867501"/>
                <a:gd name="GluePoint3X" fmla="*/ 571405 w 743796"/>
                <a:gd name="GluePoint3Y" fmla="*/ 179737 h 2867501"/>
                <a:gd name="GluePoint4X" fmla="*/ 688658 w 743796"/>
                <a:gd name="GluePoint4Y" fmla="*/ 368808 h 2867501"/>
                <a:gd name="GluePoint5X" fmla="*/ 731711 w 743796"/>
                <a:gd name="GluePoint5Y" fmla="*/ 612934 h 2867501"/>
                <a:gd name="GluePoint6X" fmla="*/ 725233 w 743796"/>
                <a:gd name="GluePoint6Y" fmla="*/ 995648 h 2867501"/>
                <a:gd name="GluePoint7X" fmla="*/ 742855 w 743796"/>
                <a:gd name="GluePoint7Y" fmla="*/ 1499330 h 2867501"/>
                <a:gd name="GluePoint8X" fmla="*/ 707898 w 743796"/>
                <a:gd name="GluePoint8Y" fmla="*/ 1793081 h 2867501"/>
                <a:gd name="GluePoint9X" fmla="*/ 633222 w 743796"/>
                <a:gd name="GluePoint9Y" fmla="*/ 2073592 h 2867501"/>
                <a:gd name="GluePoint10X" fmla="*/ 404527 w 743796"/>
                <a:gd name="GluePoint10Y" fmla="*/ 2472404 h 2867501"/>
                <a:gd name="GluePoint11X" fmla="*/ 0 w 743796"/>
                <a:gd name="GluePoint11Y" fmla="*/ 2867501 h 286750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Freeform: Shape 16"/>
            <p:cNvSpPr/>
            <p:nvPr/>
          </p:nvSpPr>
          <p:spPr>
            <a:xfrm>
              <a:off x="10800" y="672120"/>
              <a:ext cx="396720" cy="1689840"/>
            </a:xfrm>
            <a:custGeom>
              <a:avLst/>
              <a:gdLst>
                <a:gd name="textAreaLeft" fmla="*/ 0 w 396720"/>
                <a:gd name="textAreaRight" fmla="*/ 397080 w 396720"/>
                <a:gd name="textAreaTop" fmla="*/ 0 h 1689840"/>
                <a:gd name="textAreaBottom" fmla="*/ 1690200 h 1689840"/>
                <a:gd name="GluePoint1X" fmla="*/ 16478 w 597294"/>
                <a:gd name="GluePoint1Y" fmla="*/ 2079 h 2543540"/>
                <a:gd name="GluePoint2X" fmla="*/ 299847 w 597294"/>
                <a:gd name="GluePoint2Y" fmla="*/ 53991 h 2543540"/>
                <a:gd name="GluePoint3X" fmla="*/ 503206 w 597294"/>
                <a:gd name="GluePoint3Y" fmla="*/ 291354 h 2543540"/>
                <a:gd name="GluePoint4X" fmla="*/ 525113 w 597294"/>
                <a:gd name="GluePoint4Y" fmla="*/ 724265 h 2543540"/>
                <a:gd name="GluePoint5X" fmla="*/ 578930 w 597294"/>
                <a:gd name="GluePoint5Y" fmla="*/ 1117267 h 2543540"/>
                <a:gd name="GluePoint6X" fmla="*/ 592931 w 597294"/>
                <a:gd name="GluePoint6Y" fmla="*/ 1476359 h 2543540"/>
                <a:gd name="GluePoint7X" fmla="*/ 503206 w 597294"/>
                <a:gd name="GluePoint7Y" fmla="*/ 1859359 h 2543540"/>
                <a:gd name="GluePoint8X" fmla="*/ 291846 w 597294"/>
                <a:gd name="GluePoint8Y" fmla="*/ 2250361 h 2543540"/>
                <a:gd name="GluePoint9X" fmla="*/ 0 w 597294"/>
                <a:gd name="GluePoint9Y" fmla="*/ 2543540 h 25435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Freeform: Shape 17"/>
            <p:cNvSpPr/>
            <p:nvPr/>
          </p:nvSpPr>
          <p:spPr>
            <a:xfrm>
              <a:off x="23040" y="881280"/>
              <a:ext cx="258480" cy="1336320"/>
            </a:xfrm>
            <a:custGeom>
              <a:avLst/>
              <a:gdLst>
                <a:gd name="textAreaLeft" fmla="*/ 0 w 258480"/>
                <a:gd name="textAreaRight" fmla="*/ 258840 w 258480"/>
                <a:gd name="textAreaTop" fmla="*/ 0 h 1336320"/>
                <a:gd name="textAreaBottom" fmla="*/ 1336680 h 1336320"/>
                <a:gd name="GluePoint1X" fmla="*/ 0 w 389425"/>
                <a:gd name="GluePoint1Y" fmla="*/ 33 h 2011236"/>
                <a:gd name="GluePoint2X" fmla="*/ 171260 w 389425"/>
                <a:gd name="GluePoint2Y" fmla="*/ 60326 h 2011236"/>
                <a:gd name="GluePoint3X" fmla="*/ 211455 w 389425"/>
                <a:gd name="GluePoint3Y" fmla="*/ 221204 h 2011236"/>
                <a:gd name="GluePoint4X" fmla="*/ 243078 w 389425"/>
                <a:gd name="GluePoint4Y" fmla="*/ 448089 h 2011236"/>
                <a:gd name="GluePoint5X" fmla="*/ 346424 w 389425"/>
                <a:gd name="GluePoint5Y" fmla="*/ 789941 h 2011236"/>
                <a:gd name="GluePoint6X" fmla="*/ 372237 w 389425"/>
                <a:gd name="GluePoint6Y" fmla="*/ 942151 h 2011236"/>
                <a:gd name="GluePoint7X" fmla="*/ 386620 w 389425"/>
                <a:gd name="GluePoint7Y" fmla="*/ 1272478 h 2011236"/>
                <a:gd name="GluePoint8X" fmla="*/ 280416 w 389425"/>
                <a:gd name="GluePoint8Y" fmla="*/ 1660241 h 2011236"/>
                <a:gd name="GluePoint9X" fmla="*/ 151257 w 389425"/>
                <a:gd name="GluePoint9Y" fmla="*/ 1844073 h 2011236"/>
                <a:gd name="GluePoint10X" fmla="*/ 1905 w 389425"/>
                <a:gd name="GluePoint10Y" fmla="*/ 2011237 h 20112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3" name="Graphic 157"/>
          <p:cNvGrpSpPr/>
          <p:nvPr/>
        </p:nvGrpSpPr>
        <p:grpSpPr>
          <a:xfrm>
            <a:off x="8610480" y="3276720"/>
            <a:ext cx="3529080" cy="3580920"/>
            <a:chOff x="8610480" y="3276720"/>
            <a:chExt cx="3529080" cy="3580920"/>
          </a:xfrm>
        </p:grpSpPr>
        <p:sp>
          <p:nvSpPr>
            <p:cNvPr id="194" name="Freeform: Shape 19"/>
            <p:cNvSpPr/>
            <p:nvPr/>
          </p:nvSpPr>
          <p:spPr>
            <a:xfrm>
              <a:off x="8610480" y="3276720"/>
              <a:ext cx="3515760" cy="3565080"/>
            </a:xfrm>
            <a:custGeom>
              <a:avLst/>
              <a:gdLst>
                <a:gd name="textAreaLeft" fmla="*/ 0 w 3515760"/>
                <a:gd name="textAreaRight" fmla="*/ 3516120 w 3515760"/>
                <a:gd name="textAreaTop" fmla="*/ 0 h 3565080"/>
                <a:gd name="textAreaBottom" fmla="*/ 3565440 h 3565080"/>
                <a:gd name="GluePoint1X" fmla="*/ 0 w 3946874"/>
                <a:gd name="GluePoint1Y" fmla="*/ 3989641 h 3989641"/>
                <a:gd name="GluePoint2X" fmla="*/ 79439 w 3946874"/>
                <a:gd name="GluePoint2Y" fmla="*/ 3891153 h 3989641"/>
                <a:gd name="GluePoint3X" fmla="*/ 297371 w 3946874"/>
                <a:gd name="GluePoint3Y" fmla="*/ 3626930 h 3989641"/>
                <a:gd name="GluePoint4X" fmla="*/ 454343 w 3946874"/>
                <a:gd name="GluePoint4Y" fmla="*/ 3440335 h 3989641"/>
                <a:gd name="GluePoint5X" fmla="*/ 622363 w 3946874"/>
                <a:gd name="GluePoint5Y" fmla="*/ 3290697 h 3989641"/>
                <a:gd name="GluePoint6X" fmla="*/ 927068 w 3946874"/>
                <a:gd name="GluePoint6Y" fmla="*/ 3087434 h 3989641"/>
                <a:gd name="GluePoint7X" fmla="*/ 1176338 w 3946874"/>
                <a:gd name="GluePoint7Y" fmla="*/ 2915603 h 3989641"/>
                <a:gd name="GluePoint8X" fmla="*/ 1394270 w 3946874"/>
                <a:gd name="GluePoint8Y" fmla="*/ 2780729 h 3989641"/>
                <a:gd name="GluePoint9X" fmla="*/ 1601057 w 3946874"/>
                <a:gd name="GluePoint9Y" fmla="*/ 2723483 h 3989641"/>
                <a:gd name="GluePoint10X" fmla="*/ 1756220 w 3946874"/>
                <a:gd name="GluePoint10Y" fmla="*/ 2743772 h 3989641"/>
                <a:gd name="GluePoint11X" fmla="*/ 1889189 w 3946874"/>
                <a:gd name="GluePoint11Y" fmla="*/ 2765965 h 3989641"/>
                <a:gd name="GluePoint12X" fmla="*/ 2007394 w 3946874"/>
                <a:gd name="GluePoint12Y" fmla="*/ 2765965 h 3989641"/>
                <a:gd name="GluePoint13X" fmla="*/ 2184654 w 3946874"/>
                <a:gd name="GluePoint13Y" fmla="*/ 2671763 h 3989641"/>
                <a:gd name="GluePoint14X" fmla="*/ 2372773 w 3946874"/>
                <a:gd name="GluePoint14Y" fmla="*/ 2538984 h 3989641"/>
                <a:gd name="GluePoint15X" fmla="*/ 2439543 w 3946874"/>
                <a:gd name="GluePoint15Y" fmla="*/ 2510504 h 3989641"/>
                <a:gd name="GluePoint16X" fmla="*/ 2650617 w 3946874"/>
                <a:gd name="GluePoint16Y" fmla="*/ 2434781 h 3989641"/>
                <a:gd name="GluePoint17X" fmla="*/ 2785110 w 3946874"/>
                <a:gd name="GluePoint17Y" fmla="*/ 2383060 h 3989641"/>
                <a:gd name="GluePoint18X" fmla="*/ 2897315 w 3946874"/>
                <a:gd name="GluePoint18Y" fmla="*/ 2318861 h 3989641"/>
                <a:gd name="GluePoint19X" fmla="*/ 2997994 w 3946874"/>
                <a:gd name="GluePoint19Y" fmla="*/ 2226183 h 3989641"/>
                <a:gd name="GluePoint20X" fmla="*/ 3061240 w 3946874"/>
                <a:gd name="GluePoint20Y" fmla="*/ 2141506 h 3989641"/>
                <a:gd name="GluePoint21X" fmla="*/ 3152108 w 3946874"/>
                <a:gd name="GluePoint21Y" fmla="*/ 2005203 h 3989641"/>
                <a:gd name="GluePoint22X" fmla="*/ 3274124 w 3946874"/>
                <a:gd name="GluePoint22Y" fmla="*/ 1871567 h 3989641"/>
                <a:gd name="GluePoint23X" fmla="*/ 3388138 w 3946874"/>
                <a:gd name="GluePoint23Y" fmla="*/ 1770888 h 3989641"/>
                <a:gd name="GluePoint24X" fmla="*/ 3466529 w 3946874"/>
                <a:gd name="GluePoint24Y" fmla="*/ 1679162 h 3989641"/>
                <a:gd name="GluePoint25X" fmla="*/ 3538633 w 3946874"/>
                <a:gd name="GluePoint25Y" fmla="*/ 1551718 h 3989641"/>
                <a:gd name="GluePoint26X" fmla="*/ 3588544 w 3946874"/>
                <a:gd name="GluePoint26Y" fmla="*/ 1376172 h 3989641"/>
                <a:gd name="GluePoint27X" fmla="*/ 3597402 w 3946874"/>
                <a:gd name="GluePoint27Y" fmla="*/ 1293305 h 3989641"/>
                <a:gd name="GluePoint28X" fmla="*/ 3721227 w 3946874"/>
                <a:gd name="GluePoint28Y" fmla="*/ 880491 h 3989641"/>
                <a:gd name="GluePoint29X" fmla="*/ 3761137 w 3946874"/>
                <a:gd name="GluePoint29Y" fmla="*/ 463677 h 3989641"/>
                <a:gd name="GluePoint30X" fmla="*/ 3946874 w 3946874"/>
                <a:gd name="GluePoint30Y" fmla="*/ 0 h 398964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Freeform: Shape 20"/>
            <p:cNvSpPr/>
            <p:nvPr/>
          </p:nvSpPr>
          <p:spPr>
            <a:xfrm>
              <a:off x="8861040" y="4186080"/>
              <a:ext cx="3265200" cy="2667600"/>
            </a:xfrm>
            <a:custGeom>
              <a:avLst/>
              <a:gdLst>
                <a:gd name="textAreaLeft" fmla="*/ 0 w 3265200"/>
                <a:gd name="textAreaRight" fmla="*/ 3265560 w 3265200"/>
                <a:gd name="textAreaTop" fmla="*/ 0 h 2667600"/>
                <a:gd name="textAreaBottom" fmla="*/ 2667960 h 2667600"/>
                <a:gd name="GluePoint1X" fmla="*/ 0 w 3665410"/>
                <a:gd name="GluePoint1Y" fmla="*/ 2985611 h 2985611"/>
                <a:gd name="GluePoint2X" fmla="*/ 166211 w 3665410"/>
                <a:gd name="GluePoint2Y" fmla="*/ 2699766 h 2985611"/>
                <a:gd name="GluePoint3X" fmla="*/ 397002 w 3665410"/>
                <a:gd name="GluePoint3Y" fmla="*/ 2414969 h 2985611"/>
                <a:gd name="GluePoint4X" fmla="*/ 620173 w 3665410"/>
                <a:gd name="GluePoint4Y" fmla="*/ 2237899 h 2985611"/>
                <a:gd name="GluePoint5X" fmla="*/ 823341 w 3665410"/>
                <a:gd name="GluePoint5Y" fmla="*/ 2085499 h 2985611"/>
                <a:gd name="GluePoint6X" fmla="*/ 1089565 w 3665410"/>
                <a:gd name="GluePoint6Y" fmla="*/ 1911477 h 2985611"/>
                <a:gd name="GluePoint7X" fmla="*/ 1145000 w 3665410"/>
                <a:gd name="GluePoint7Y" fmla="*/ 1886807 h 2985611"/>
                <a:gd name="GluePoint8X" fmla="*/ 1375791 w 3665410"/>
                <a:gd name="GluePoint8Y" fmla="*/ 1842135 h 2985611"/>
                <a:gd name="GluePoint9X" fmla="*/ 1486567 w 3665410"/>
                <a:gd name="GluePoint9Y" fmla="*/ 1857566 h 2985611"/>
                <a:gd name="GluePoint10X" fmla="*/ 1568101 w 3665410"/>
                <a:gd name="GluePoint10Y" fmla="*/ 1871377 h 2985611"/>
                <a:gd name="GluePoint11X" fmla="*/ 1810607 w 3665410"/>
                <a:gd name="GluePoint11Y" fmla="*/ 1871377 h 2985611"/>
                <a:gd name="GluePoint12X" fmla="*/ 1997964 w 3665410"/>
                <a:gd name="GluePoint12Y" fmla="*/ 1790605 h 2985611"/>
                <a:gd name="GluePoint13X" fmla="*/ 2109883 w 3665410"/>
                <a:gd name="GluePoint13Y" fmla="*/ 1702784 h 2985611"/>
                <a:gd name="GluePoint14X" fmla="*/ 2321433 w 3665410"/>
                <a:gd name="GluePoint14Y" fmla="*/ 1552384 h 2985611"/>
                <a:gd name="GluePoint15X" fmla="*/ 2558891 w 3665410"/>
                <a:gd name="GluePoint15Y" fmla="*/ 1453420 h 2985611"/>
                <a:gd name="GluePoint16X" fmla="*/ 2709767 w 3665410"/>
                <a:gd name="GluePoint16Y" fmla="*/ 1377887 h 2985611"/>
                <a:gd name="GluePoint17X" fmla="*/ 2885408 w 3665410"/>
                <a:gd name="GluePoint17Y" fmla="*/ 1237393 h 2985611"/>
                <a:gd name="GluePoint18X" fmla="*/ 3017711 w 3665410"/>
                <a:gd name="GluePoint18Y" fmla="*/ 1072229 h 2985611"/>
                <a:gd name="GluePoint19X" fmla="*/ 3150680 w 3665410"/>
                <a:gd name="GluePoint19Y" fmla="*/ 921830 h 2985611"/>
                <a:gd name="GluePoint20X" fmla="*/ 3255169 w 3665410"/>
                <a:gd name="GluePoint20Y" fmla="*/ 801815 h 2985611"/>
                <a:gd name="GluePoint21X" fmla="*/ 3339275 w 3665410"/>
                <a:gd name="GluePoint21Y" fmla="*/ 694182 h 2985611"/>
                <a:gd name="GluePoint22X" fmla="*/ 3409188 w 3665410"/>
                <a:gd name="GluePoint22Y" fmla="*/ 546926 h 2985611"/>
                <a:gd name="GluePoint23X" fmla="*/ 3464243 w 3665410"/>
                <a:gd name="GluePoint23Y" fmla="*/ 347663 h 2985611"/>
                <a:gd name="GluePoint24X" fmla="*/ 3665411 w 3665410"/>
                <a:gd name="GluePoint24Y" fmla="*/ 0 h 29856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</a:cxnLst>
              <a:rect l="textAreaLeft" t="textAreaTop" r="textAreaRight" b="textAreaBottom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Freeform: Shape 21"/>
            <p:cNvSpPr/>
            <p:nvPr/>
          </p:nvSpPr>
          <p:spPr>
            <a:xfrm>
              <a:off x="11885040" y="6677640"/>
              <a:ext cx="254520" cy="177480"/>
            </a:xfrm>
            <a:custGeom>
              <a:avLst/>
              <a:gdLst>
                <a:gd name="textAreaLeft" fmla="*/ 0 w 254520"/>
                <a:gd name="textAreaRight" fmla="*/ 254880 w 254520"/>
                <a:gd name="textAreaTop" fmla="*/ 0 h 177480"/>
                <a:gd name="textAreaBottom" fmla="*/ 177840 h 177480"/>
                <a:gd name="GluePoint1X" fmla="*/ 0 w 285940"/>
                <a:gd name="GluePoint1Y" fmla="*/ 199073 h 199072"/>
                <a:gd name="GluePoint2X" fmla="*/ 285940 w 285940"/>
                <a:gd name="GluePoint2Y" fmla="*/ 0 h 19907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Freeform: Shape 22"/>
            <p:cNvSpPr/>
            <p:nvPr/>
          </p:nvSpPr>
          <p:spPr>
            <a:xfrm>
              <a:off x="11531160" y="6516720"/>
              <a:ext cx="583920" cy="340200"/>
            </a:xfrm>
            <a:custGeom>
              <a:avLst/>
              <a:gdLst>
                <a:gd name="textAreaLeft" fmla="*/ 0 w 583920"/>
                <a:gd name="textAreaRight" fmla="*/ 584280 w 583920"/>
                <a:gd name="textAreaTop" fmla="*/ 0 h 340200"/>
                <a:gd name="textAreaBottom" fmla="*/ 340560 h 340200"/>
                <a:gd name="GluePoint1X" fmla="*/ 0 w 655796"/>
                <a:gd name="GluePoint1Y" fmla="*/ 381190 h 381190"/>
                <a:gd name="GluePoint2X" fmla="*/ 655796 w 655796"/>
                <a:gd name="GluePoint2Y" fmla="*/ 0 h 3811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Freeform: Shape 23"/>
            <p:cNvSpPr/>
            <p:nvPr/>
          </p:nvSpPr>
          <p:spPr>
            <a:xfrm>
              <a:off x="9536400" y="5460480"/>
              <a:ext cx="2589840" cy="1380240"/>
            </a:xfrm>
            <a:custGeom>
              <a:avLst/>
              <a:gdLst>
                <a:gd name="textAreaLeft" fmla="*/ 0 w 2589840"/>
                <a:gd name="textAreaRight" fmla="*/ 2590200 w 2589840"/>
                <a:gd name="textAreaTop" fmla="*/ 0 h 1380240"/>
                <a:gd name="textAreaBottom" fmla="*/ 1380600 h 1380240"/>
                <a:gd name="GluePoint1X" fmla="*/ 0 w 2907315"/>
                <a:gd name="GluePoint1Y" fmla="*/ 1544764 h 1544764"/>
                <a:gd name="GluePoint2X" fmla="*/ 201644 w 2907315"/>
                <a:gd name="GluePoint2Y" fmla="*/ 1352550 h 1544764"/>
                <a:gd name="GluePoint3X" fmla="*/ 423196 w 2907315"/>
                <a:gd name="GluePoint3Y" fmla="*/ 1196054 h 1544764"/>
                <a:gd name="GluePoint4X" fmla="*/ 782193 w 2907315"/>
                <a:gd name="GluePoint4Y" fmla="*/ 1099947 h 1544764"/>
                <a:gd name="GluePoint5X" fmla="*/ 1052513 w 2907315"/>
                <a:gd name="GluePoint5Y" fmla="*/ 1042321 h 1544764"/>
                <a:gd name="GluePoint6X" fmla="*/ 1311783 w 2907315"/>
                <a:gd name="GluePoint6Y" fmla="*/ 1056037 h 1544764"/>
                <a:gd name="GluePoint7X" fmla="*/ 1484662 w 2907315"/>
                <a:gd name="GluePoint7Y" fmla="*/ 1083469 h 1544764"/>
                <a:gd name="GluePoint8X" fmla="*/ 1788224 w 2907315"/>
                <a:gd name="GluePoint8Y" fmla="*/ 1023080 h 1544764"/>
                <a:gd name="GluePoint9X" fmla="*/ 2269045 w 2907315"/>
                <a:gd name="GluePoint9Y" fmla="*/ 734758 h 1544764"/>
                <a:gd name="GluePoint10X" fmla="*/ 2534984 w 2907315"/>
                <a:gd name="GluePoint10Y" fmla="*/ 572738 h 1544764"/>
                <a:gd name="GluePoint11X" fmla="*/ 2907316 w 2907315"/>
                <a:gd name="GluePoint11Y" fmla="*/ 0 h 15447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Freeform: Shape 24"/>
            <p:cNvSpPr/>
            <p:nvPr/>
          </p:nvSpPr>
          <p:spPr>
            <a:xfrm>
              <a:off x="9317160" y="5113080"/>
              <a:ext cx="2822040" cy="1744560"/>
            </a:xfrm>
            <a:custGeom>
              <a:avLst/>
              <a:gdLst>
                <a:gd name="textAreaLeft" fmla="*/ 0 w 2822040"/>
                <a:gd name="textAreaRight" fmla="*/ 2822400 w 2822040"/>
                <a:gd name="textAreaTop" fmla="*/ 0 h 1744560"/>
                <a:gd name="textAreaBottom" fmla="*/ 1744920 h 1744560"/>
                <a:gd name="GluePoint1X" fmla="*/ 0 w 3168300"/>
                <a:gd name="GluePoint1Y" fmla="*/ 1952435 h 1952434"/>
                <a:gd name="GluePoint2X" fmla="*/ 202121 w 3168300"/>
                <a:gd name="GluePoint2Y" fmla="*/ 1687068 h 1952434"/>
                <a:gd name="GluePoint3X" fmla="*/ 545116 w 3168300"/>
                <a:gd name="GluePoint3Y" fmla="*/ 1450277 h 1952434"/>
                <a:gd name="GluePoint4X" fmla="*/ 906780 w 3168300"/>
                <a:gd name="GluePoint4Y" fmla="*/ 1354455 h 1952434"/>
                <a:gd name="GluePoint5X" fmla="*/ 1332262 w 3168300"/>
                <a:gd name="GluePoint5Y" fmla="*/ 1285304 h 1952434"/>
                <a:gd name="GluePoint6X" fmla="*/ 1691259 w 3168300"/>
                <a:gd name="GluePoint6Y" fmla="*/ 1240060 h 1952434"/>
                <a:gd name="GluePoint7X" fmla="*/ 2010346 w 3168300"/>
                <a:gd name="GluePoint7Y" fmla="*/ 1141667 h 1952434"/>
                <a:gd name="GluePoint8X" fmla="*/ 2393252 w 3168300"/>
                <a:gd name="GluePoint8Y" fmla="*/ 1027271 h 1952434"/>
                <a:gd name="GluePoint9X" fmla="*/ 2582037 w 3168300"/>
                <a:gd name="GluePoint9Y" fmla="*/ 958120 h 1952434"/>
                <a:gd name="GluePoint10X" fmla="*/ 2760155 w 3168300"/>
                <a:gd name="GluePoint10Y" fmla="*/ 827723 h 1952434"/>
                <a:gd name="GluePoint11X" fmla="*/ 2914364 w 3168300"/>
                <a:gd name="GluePoint11Y" fmla="*/ 567023 h 1952434"/>
                <a:gd name="GluePoint12X" fmla="*/ 3168301 w 3168300"/>
                <a:gd name="GluePoint12Y" fmla="*/ 0 h 19524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Freeform: Shape 25"/>
            <p:cNvSpPr/>
            <p:nvPr/>
          </p:nvSpPr>
          <p:spPr>
            <a:xfrm>
              <a:off x="9136080" y="4664160"/>
              <a:ext cx="2990160" cy="2190960"/>
            </a:xfrm>
            <a:custGeom>
              <a:avLst/>
              <a:gdLst>
                <a:gd name="textAreaLeft" fmla="*/ 0 w 2990160"/>
                <a:gd name="textAreaRight" fmla="*/ 2990520 w 2990160"/>
                <a:gd name="textAreaTop" fmla="*/ 0 h 2190960"/>
                <a:gd name="textAreaBottom" fmla="*/ 2191320 h 2190960"/>
                <a:gd name="GluePoint1X" fmla="*/ 0 w 3356800"/>
                <a:gd name="GluePoint1Y" fmla="*/ 2452021 h 2452020"/>
                <a:gd name="GluePoint2X" fmla="*/ 130874 w 3356800"/>
                <a:gd name="GluePoint2Y" fmla="*/ 2247710 h 2452020"/>
                <a:gd name="GluePoint3X" fmla="*/ 437197 w 3356800"/>
                <a:gd name="GluePoint3Y" fmla="*/ 1941195 h 2452020"/>
                <a:gd name="GluePoint4X" fmla="*/ 737140 w 3356800"/>
                <a:gd name="GluePoint4Y" fmla="*/ 1736884 h 2452020"/>
                <a:gd name="GluePoint5X" fmla="*/ 1031843 w 3356800"/>
                <a:gd name="GluePoint5Y" fmla="*/ 1685068 h 2452020"/>
                <a:gd name="GluePoint6X" fmla="*/ 1287304 w 3356800"/>
                <a:gd name="GluePoint6Y" fmla="*/ 1655826 h 2452020"/>
                <a:gd name="GluePoint7X" fmla="*/ 1471994 w 3356800"/>
                <a:gd name="GluePoint7Y" fmla="*/ 1634300 h 2452020"/>
                <a:gd name="GluePoint8X" fmla="*/ 1898237 w 3356800"/>
                <a:gd name="GluePoint8Y" fmla="*/ 1512665 h 2452020"/>
                <a:gd name="GluePoint9X" fmla="*/ 2229136 w 3356800"/>
                <a:gd name="GluePoint9Y" fmla="*/ 1355598 h 2452020"/>
                <a:gd name="GluePoint10X" fmla="*/ 2512314 w 3356800"/>
                <a:gd name="GluePoint10Y" fmla="*/ 1238631 h 2452020"/>
                <a:gd name="GluePoint11X" fmla="*/ 2758535 w 3356800"/>
                <a:gd name="GluePoint11Y" fmla="*/ 1096994 h 2452020"/>
                <a:gd name="GluePoint12X" fmla="*/ 2935510 w 3356800"/>
                <a:gd name="GluePoint12Y" fmla="*/ 919925 h 2452020"/>
                <a:gd name="GluePoint13X" fmla="*/ 3081719 w 3356800"/>
                <a:gd name="GluePoint13Y" fmla="*/ 687419 h 2452020"/>
                <a:gd name="GluePoint14X" fmla="*/ 3356800 w 3356800"/>
                <a:gd name="GluePoint14Y" fmla="*/ 0 h 24520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Click to edit Master title style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sldNum" idx="24"/>
          </p:nvPr>
        </p:nvSpPr>
        <p:spPr>
          <a:xfrm>
            <a:off x="9906120" y="6356520"/>
            <a:ext cx="1447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BAAC2F-3B0D-43AC-AA5A-FADA28DC8831}" type="slidenum">
              <a: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6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2"/>
          </a:solidFill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venirNext LT Pro Medium"/>
            </a:endParaRPr>
          </a:p>
        </p:txBody>
      </p:sp>
      <p:sp>
        <p:nvSpPr>
          <p:cNvPr id="206" name="Freeform: Shape 7"/>
          <p:cNvSpPr/>
          <p:nvPr/>
        </p:nvSpPr>
        <p:spPr>
          <a:xfrm rot="10800000">
            <a:off x="693000" y="-2880"/>
            <a:ext cx="1325880" cy="597240"/>
          </a:xfrm>
          <a:custGeom>
            <a:avLst/>
            <a:gdLst>
              <a:gd name="textAreaLeft" fmla="*/ 0 w 1325880"/>
              <a:gd name="textAreaRight" fmla="*/ 1326240 w 1325880"/>
              <a:gd name="textAreaTop" fmla="*/ 0 h 597240"/>
              <a:gd name="textAreaBottom" fmla="*/ 597600 h 597240"/>
              <a:gd name="GluePoint1X" fmla="*/ 741051 w 1482102"/>
              <a:gd name="GluePoint1Y" fmla="*/ 0 h 679363"/>
              <a:gd name="GluePoint2X" fmla="*/ 1473822 w 1482102"/>
              <a:gd name="GluePoint2Y" fmla="*/ 597226 h 679363"/>
              <a:gd name="GluePoint3X" fmla="*/ 1482102 w 1482102"/>
              <a:gd name="GluePoint3Y" fmla="*/ 679363 h 679363"/>
              <a:gd name="GluePoint4X" fmla="*/ 0 w 1482102"/>
              <a:gd name="GluePoint4Y" fmla="*/ 679363 h 679363"/>
              <a:gd name="GluePoint5X" fmla="*/ 8280 w 1482102"/>
              <a:gd name="GluePoint5Y" fmla="*/ 597226 h 679363"/>
              <a:gd name="GluePoint6X" fmla="*/ 741051 w 1482102"/>
              <a:gd name="GluePoint6Y" fmla="*/ 0 h 6793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07" name="Freeform: Shape 8"/>
          <p:cNvSpPr/>
          <p:nvPr/>
        </p:nvSpPr>
        <p:spPr>
          <a:xfrm>
            <a:off x="10439280" y="6172200"/>
            <a:ext cx="1481760" cy="678960"/>
          </a:xfrm>
          <a:custGeom>
            <a:avLst/>
            <a:gdLst>
              <a:gd name="textAreaLeft" fmla="*/ 0 w 1481760"/>
              <a:gd name="textAreaRight" fmla="*/ 1482120 w 1481760"/>
              <a:gd name="textAreaTop" fmla="*/ 0 h 678960"/>
              <a:gd name="textAreaBottom" fmla="*/ 679320 h 678960"/>
              <a:gd name="GluePoint1X" fmla="*/ 741051 w 1482102"/>
              <a:gd name="GluePoint1Y" fmla="*/ 0 h 679363"/>
              <a:gd name="GluePoint2X" fmla="*/ 1473822 w 1482102"/>
              <a:gd name="GluePoint2Y" fmla="*/ 597226 h 679363"/>
              <a:gd name="GluePoint3X" fmla="*/ 1482102 w 1482102"/>
              <a:gd name="GluePoint3Y" fmla="*/ 679363 h 679363"/>
              <a:gd name="GluePoint4X" fmla="*/ 0 w 1482102"/>
              <a:gd name="GluePoint4Y" fmla="*/ 679363 h 679363"/>
              <a:gd name="GluePoint5X" fmla="*/ 8280 w 1482102"/>
              <a:gd name="GluePoint5Y" fmla="*/ 597226 h 679363"/>
              <a:gd name="GluePoint6X" fmla="*/ 741051 w 1482102"/>
              <a:gd name="GluePoint6Y" fmla="*/ 0 h 6793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08" name="Freeform: Shape 9"/>
          <p:cNvSpPr/>
          <p:nvPr/>
        </p:nvSpPr>
        <p:spPr>
          <a:xfrm>
            <a:off x="7977240" y="5197320"/>
            <a:ext cx="4211280" cy="1660320"/>
          </a:xfrm>
          <a:custGeom>
            <a:avLst/>
            <a:gdLst>
              <a:gd name="textAreaLeft" fmla="*/ 0 w 4211280"/>
              <a:gd name="textAreaRight" fmla="*/ 4211640 w 4211280"/>
              <a:gd name="textAreaTop" fmla="*/ 0 h 1660320"/>
              <a:gd name="textAreaBottom" fmla="*/ 1660680 h 1660320"/>
              <a:gd name="GluePoint1X" fmla="*/ 4211600 w 4211600"/>
              <a:gd name="GluePoint1Y" fmla="*/ 0 h 1660822"/>
              <a:gd name="GluePoint2X" fmla="*/ 4211600 w 4211600"/>
              <a:gd name="GluePoint2Y" fmla="*/ 58430 h 1660822"/>
              <a:gd name="GluePoint3X" fmla="*/ 4136524 w 4211600"/>
              <a:gd name="GluePoint3Y" fmla="*/ 208808 h 1660822"/>
              <a:gd name="GluePoint4X" fmla="*/ 3973354 w 4211600"/>
              <a:gd name="GluePoint4Y" fmla="*/ 437313 h 1660822"/>
              <a:gd name="GluePoint5X" fmla="*/ 3884746 w 4211600"/>
              <a:gd name="GluePoint5Y" fmla="*/ 553613 h 1660822"/>
              <a:gd name="GluePoint6X" fmla="*/ 3849435 w 4211600"/>
              <a:gd name="GluePoint6Y" fmla="*/ 603143 h 1660822"/>
              <a:gd name="GluePoint7X" fmla="*/ 3661849 w 4211600"/>
              <a:gd name="GluePoint7Y" fmla="*/ 819075 h 1660822"/>
              <a:gd name="GluePoint8X" fmla="*/ 3402589 w 4211600"/>
              <a:gd name="GluePoint8Y" fmla="*/ 952996 h 1660822"/>
              <a:gd name="GluePoint9X" fmla="*/ 3130202 w 4211600"/>
              <a:gd name="GluePoint9Y" fmla="*/ 1023386 h 1660822"/>
              <a:gd name="GluePoint10X" fmla="*/ 2914657 w 4211600"/>
              <a:gd name="GluePoint10Y" fmla="*/ 1068058 h 1660822"/>
              <a:gd name="GluePoint11X" fmla="*/ 2582149 w 4211600"/>
              <a:gd name="GluePoint11Y" fmla="*/ 1138924 h 1660822"/>
              <a:gd name="GluePoint12X" fmla="*/ 2483958 w 4211600"/>
              <a:gd name="GluePoint12Y" fmla="*/ 1162356 h 1660822"/>
              <a:gd name="GluePoint13X" fmla="*/ 2123750 w 4211600"/>
              <a:gd name="GluePoint13Y" fmla="*/ 1238651 h 1660822"/>
              <a:gd name="GluePoint14X" fmla="*/ 1761444 w 4211600"/>
              <a:gd name="GluePoint14Y" fmla="*/ 1273417 h 1660822"/>
              <a:gd name="GluePoint15X" fmla="*/ 1608382 w 4211600"/>
              <a:gd name="GluePoint15Y" fmla="*/ 1284466 h 1660822"/>
              <a:gd name="GluePoint16X" fmla="*/ 999942 w 4211600"/>
              <a:gd name="GluePoint16Y" fmla="*/ 1354284 h 1660822"/>
              <a:gd name="GluePoint17X" fmla="*/ 484705 w 4211600"/>
              <a:gd name="GluePoint17Y" fmla="*/ 1450487 h 1660822"/>
              <a:gd name="GluePoint18X" fmla="*/ 113310 w 4211600"/>
              <a:gd name="GluePoint18Y" fmla="*/ 1613700 h 1660822"/>
              <a:gd name="GluePoint19X" fmla="*/ 39668 w 4211600"/>
              <a:gd name="GluePoint19Y" fmla="*/ 1660822 h 1660822"/>
              <a:gd name="GluePoint20X" fmla="*/ 0 w 4211600"/>
              <a:gd name="GluePoint20Y" fmla="*/ 1660822 h 1660822"/>
              <a:gd name="GluePoint21X" fmla="*/ 96701 w 4211600"/>
              <a:gd name="GluePoint21Y" fmla="*/ 1598934 h 1660822"/>
              <a:gd name="GluePoint22X" fmla="*/ 474335 w 4211600"/>
              <a:gd name="GluePoint22Y" fmla="*/ 1433056 h 1660822"/>
              <a:gd name="GluePoint23X" fmla="*/ 994299 w 4211600"/>
              <a:gd name="GluePoint23Y" fmla="*/ 1335806 h 1660822"/>
              <a:gd name="GluePoint24X" fmla="*/ 1605231 w 4211600"/>
              <a:gd name="GluePoint24Y" fmla="*/ 1265702 h 1660822"/>
              <a:gd name="GluePoint25X" fmla="*/ 1758819 w 4211600"/>
              <a:gd name="GluePoint25Y" fmla="*/ 1254558 h 1660822"/>
              <a:gd name="GluePoint26X" fmla="*/ 2118106 w 4211600"/>
              <a:gd name="GluePoint26Y" fmla="*/ 1220077 h 1660822"/>
              <a:gd name="GluePoint27X" fmla="*/ 2475557 w 4211600"/>
              <a:gd name="GluePoint27Y" fmla="*/ 1144353 h 1660822"/>
              <a:gd name="GluePoint28X" fmla="*/ 2573878 w 4211600"/>
              <a:gd name="GluePoint28Y" fmla="*/ 1120827 h 1660822"/>
              <a:gd name="GluePoint29X" fmla="*/ 2907437 w 4211600"/>
              <a:gd name="GluePoint29Y" fmla="*/ 1049675 h 1660822"/>
              <a:gd name="GluePoint30X" fmla="*/ 3122589 w 4211600"/>
              <a:gd name="GluePoint30Y" fmla="*/ 1005098 h 1660822"/>
              <a:gd name="GluePoint31X" fmla="*/ 3391169 w 4211600"/>
              <a:gd name="GluePoint31Y" fmla="*/ 935756 h 1660822"/>
              <a:gd name="GluePoint32X" fmla="*/ 3642290 w 4211600"/>
              <a:gd name="GluePoint32Y" fmla="*/ 806216 h 1660822"/>
              <a:gd name="GluePoint33X" fmla="*/ 3825937 w 4211600"/>
              <a:gd name="GluePoint33Y" fmla="*/ 594475 h 1660822"/>
              <a:gd name="GluePoint34X" fmla="*/ 3861381 w 4211600"/>
              <a:gd name="GluePoint34Y" fmla="*/ 544755 h 1660822"/>
              <a:gd name="GluePoint35X" fmla="*/ 3950381 w 4211600"/>
              <a:gd name="GluePoint35Y" fmla="*/ 427978 h 1660822"/>
              <a:gd name="GluePoint36X" fmla="*/ 4112370 w 4211600"/>
              <a:gd name="GluePoint36Y" fmla="*/ 201378 h 1660822"/>
              <a:gd name="GluePoint37X" fmla="*/ 4195989 w 4211600"/>
              <a:gd name="GluePoint37Y" fmla="*/ 33834 h 166082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</a:cxnLst>
            <a:rect l="textAreaLeft" t="textAreaTop" r="textAreaRight" b="textAreaBottom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grpSp>
        <p:nvGrpSpPr>
          <p:cNvPr id="209" name="Graphic 141"/>
          <p:cNvGrpSpPr/>
          <p:nvPr/>
        </p:nvGrpSpPr>
        <p:grpSpPr>
          <a:xfrm>
            <a:off x="10800" y="15120"/>
            <a:ext cx="2198520" cy="3330720"/>
            <a:chOff x="10800" y="15120"/>
            <a:chExt cx="2198520" cy="3330720"/>
          </a:xfrm>
        </p:grpSpPr>
        <p:sp>
          <p:nvSpPr>
            <p:cNvPr id="210" name="Freeform: Shape 11"/>
            <p:cNvSpPr/>
            <p:nvPr/>
          </p:nvSpPr>
          <p:spPr>
            <a:xfrm>
              <a:off x="19440" y="15120"/>
              <a:ext cx="2189880" cy="3330720"/>
            </a:xfrm>
            <a:custGeom>
              <a:avLst/>
              <a:gdLst>
                <a:gd name="textAreaLeft" fmla="*/ 0 w 2189880"/>
                <a:gd name="textAreaRight" fmla="*/ 2190240 w 2189880"/>
                <a:gd name="textAreaTop" fmla="*/ 0 h 3330720"/>
                <a:gd name="textAreaBottom" fmla="*/ 3331080 h 3330720"/>
                <a:gd name="GluePoint1X" fmla="*/ 0 w 3296088"/>
                <a:gd name="GluePoint1Y" fmla="*/ 5012722 h 5012722"/>
                <a:gd name="GluePoint2X" fmla="*/ 244031 w 3296088"/>
                <a:gd name="GluePoint2Y" fmla="*/ 4820222 h 5012722"/>
                <a:gd name="GluePoint3X" fmla="*/ 729234 w 3296088"/>
                <a:gd name="GluePoint3Y" fmla="*/ 4360641 h 5012722"/>
                <a:gd name="GluePoint4X" fmla="*/ 881444 w 3296088"/>
                <a:gd name="GluePoint4Y" fmla="*/ 4173950 h 5012722"/>
                <a:gd name="GluePoint5X" fmla="*/ 1151287 w 3296088"/>
                <a:gd name="GluePoint5Y" fmla="*/ 3972877 h 5012722"/>
                <a:gd name="GluePoint6X" fmla="*/ 1498664 w 3296088"/>
                <a:gd name="GluePoint6Y" fmla="*/ 3786188 h 5012722"/>
                <a:gd name="GluePoint7X" fmla="*/ 1716881 w 3296088"/>
                <a:gd name="GluePoint7Y" fmla="*/ 3674174 h 5012722"/>
                <a:gd name="GluePoint8X" fmla="*/ 1913573 w 3296088"/>
                <a:gd name="GluePoint8Y" fmla="*/ 3477387 h 5012722"/>
                <a:gd name="GluePoint9X" fmla="*/ 2167700 w 3296088"/>
                <a:gd name="GluePoint9Y" fmla="*/ 3042190 h 5012722"/>
                <a:gd name="GluePoint10X" fmla="*/ 2273903 w 3296088"/>
                <a:gd name="GluePoint10Y" fmla="*/ 2775014 h 5012722"/>
                <a:gd name="GluePoint11X" fmla="*/ 2463356 w 3296088"/>
                <a:gd name="GluePoint11Y" fmla="*/ 2335530 h 5012722"/>
                <a:gd name="GluePoint12X" fmla="*/ 2741866 w 3296088"/>
                <a:gd name="GluePoint12Y" fmla="*/ 1982248 h 5012722"/>
                <a:gd name="GluePoint13X" fmla="*/ 2985897 w 3296088"/>
                <a:gd name="GluePoint13Y" fmla="*/ 1634681 h 5012722"/>
                <a:gd name="GluePoint14X" fmla="*/ 3212687 w 3296088"/>
                <a:gd name="GluePoint14Y" fmla="*/ 1226820 h 5012722"/>
                <a:gd name="GluePoint15X" fmla="*/ 3281553 w 3296088"/>
                <a:gd name="GluePoint15Y" fmla="*/ 959644 h 5012722"/>
                <a:gd name="GluePoint16X" fmla="*/ 3295936 w 3296088"/>
                <a:gd name="GluePoint16Y" fmla="*/ 701135 h 5012722"/>
                <a:gd name="GluePoint17X" fmla="*/ 3267266 w 3296088"/>
                <a:gd name="GluePoint17Y" fmla="*/ 436817 h 5012722"/>
                <a:gd name="GluePoint18X" fmla="*/ 3105341 w 3296088"/>
                <a:gd name="GluePoint18Y" fmla="*/ 0 h 50127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Freeform: Shape 12"/>
            <p:cNvSpPr/>
            <p:nvPr/>
          </p:nvSpPr>
          <p:spPr>
            <a:xfrm>
              <a:off x="10800" y="15120"/>
              <a:ext cx="1978200" cy="3074760"/>
            </a:xfrm>
            <a:custGeom>
              <a:avLst/>
              <a:gdLst>
                <a:gd name="textAreaLeft" fmla="*/ 0 w 1978200"/>
                <a:gd name="textAreaRight" fmla="*/ 1978560 w 1978200"/>
                <a:gd name="textAreaTop" fmla="*/ 0 h 3074760"/>
                <a:gd name="textAreaBottom" fmla="*/ 3075120 h 3074760"/>
                <a:gd name="GluePoint1X" fmla="*/ 0 w 2977477"/>
                <a:gd name="GluePoint1Y" fmla="*/ 4627150 h 4627149"/>
                <a:gd name="GluePoint2X" fmla="*/ 275082 w 2977477"/>
                <a:gd name="GluePoint2Y" fmla="*/ 4341590 h 4627149"/>
                <a:gd name="GluePoint3X" fmla="*/ 502825 w 2977477"/>
                <a:gd name="GluePoint3Y" fmla="*/ 4054126 h 4627149"/>
                <a:gd name="GluePoint4X" fmla="*/ 666179 w 2977477"/>
                <a:gd name="GluePoint4Y" fmla="*/ 3890677 h 4627149"/>
                <a:gd name="GluePoint5X" fmla="*/ 864203 w 2977477"/>
                <a:gd name="GluePoint5Y" fmla="*/ 3675983 h 4627149"/>
                <a:gd name="GluePoint6X" fmla="*/ 982599 w 2977477"/>
                <a:gd name="GluePoint6Y" fmla="*/ 3557492 h 4627149"/>
                <a:gd name="GluePoint7X" fmla="*/ 1188244 w 2977477"/>
                <a:gd name="GluePoint7Y" fmla="*/ 3329654 h 4627149"/>
                <a:gd name="GluePoint8X" fmla="*/ 1344740 w 2977477"/>
                <a:gd name="GluePoint8Y" fmla="*/ 3146774 h 4627149"/>
                <a:gd name="GluePoint9X" fmla="*/ 1470755 w 2977477"/>
                <a:gd name="GluePoint9Y" fmla="*/ 2984659 h 4627149"/>
                <a:gd name="GluePoint10X" fmla="*/ 1657636 w 2977477"/>
                <a:gd name="GluePoint10Y" fmla="*/ 2670239 h 4627149"/>
                <a:gd name="GluePoint11X" fmla="*/ 1762887 w 2977477"/>
                <a:gd name="GluePoint11Y" fmla="*/ 2473547 h 4627149"/>
                <a:gd name="GluePoint12X" fmla="*/ 1866710 w 2977477"/>
                <a:gd name="GluePoint12Y" fmla="*/ 2290667 h 4627149"/>
                <a:gd name="GluePoint13X" fmla="*/ 2106263 w 2977477"/>
                <a:gd name="GluePoint13Y" fmla="*/ 2030254 h 4627149"/>
                <a:gd name="GluePoint14X" fmla="*/ 2277237 w 2977477"/>
                <a:gd name="GluePoint14Y" fmla="*/ 1859185 h 4627149"/>
                <a:gd name="GluePoint15X" fmla="*/ 2499455 w 2977477"/>
                <a:gd name="GluePoint15Y" fmla="*/ 1656207 h 4627149"/>
                <a:gd name="GluePoint16X" fmla="*/ 2707100 w 2977477"/>
                <a:gd name="GluePoint16Y" fmla="*/ 1390269 h 4627149"/>
                <a:gd name="GluePoint17X" fmla="*/ 2812352 w 2977477"/>
                <a:gd name="GluePoint17Y" fmla="*/ 1230916 h 4627149"/>
                <a:gd name="GluePoint18X" fmla="*/ 2898172 w 2977477"/>
                <a:gd name="GluePoint18Y" fmla="*/ 1036987 h 4627149"/>
                <a:gd name="GluePoint19X" fmla="*/ 2963228 w 2977477"/>
                <a:gd name="GluePoint19Y" fmla="*/ 850011 h 4627149"/>
                <a:gd name="GluePoint20X" fmla="*/ 2977325 w 2977477"/>
                <a:gd name="GluePoint20Y" fmla="*/ 745427 h 4627149"/>
                <a:gd name="GluePoint21X" fmla="*/ 2929509 w 2977477"/>
                <a:gd name="GluePoint21Y" fmla="*/ 480155 h 4627149"/>
                <a:gd name="GluePoint22X" fmla="*/ 2563082 w 2977477"/>
                <a:gd name="GluePoint22Y" fmla="*/ 0 h 462714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textAreaLeft" t="textAreaTop" r="textAreaRight" b="textAreaBottom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Freeform: Shape 13"/>
            <p:cNvSpPr/>
            <p:nvPr/>
          </p:nvSpPr>
          <p:spPr>
            <a:xfrm>
              <a:off x="25200" y="15120"/>
              <a:ext cx="1565640" cy="2737080"/>
            </a:xfrm>
            <a:custGeom>
              <a:avLst/>
              <a:gdLst>
                <a:gd name="textAreaLeft" fmla="*/ 0 w 1565640"/>
                <a:gd name="textAreaRight" fmla="*/ 1566000 w 1565640"/>
                <a:gd name="textAreaTop" fmla="*/ 0 h 2737080"/>
                <a:gd name="textAreaBottom" fmla="*/ 2737440 h 2737080"/>
                <a:gd name="GluePoint1X" fmla="*/ 1707071 w 2356712"/>
                <a:gd name="GluePoint1Y" fmla="*/ 0 h 4118991"/>
                <a:gd name="GluePoint2X" fmla="*/ 1824514 w 2356712"/>
                <a:gd name="GluePoint2Y" fmla="*/ 244697 h 4118991"/>
                <a:gd name="GluePoint3X" fmla="*/ 1908715 w 2356712"/>
                <a:gd name="GluePoint3Y" fmla="*/ 328994 h 4118991"/>
                <a:gd name="GluePoint4X" fmla="*/ 2226469 w 2356712"/>
                <a:gd name="GluePoint4Y" fmla="*/ 603695 h 4118991"/>
                <a:gd name="GluePoint5X" fmla="*/ 2355628 w 2356712"/>
                <a:gd name="GluePoint5Y" fmla="*/ 900494 h 4118991"/>
                <a:gd name="GluePoint6X" fmla="*/ 2281428 w 2356712"/>
                <a:gd name="GluePoint6Y" fmla="*/ 1206913 h 4118991"/>
                <a:gd name="GluePoint7X" fmla="*/ 2092452 w 2356712"/>
                <a:gd name="GluePoint7Y" fmla="*/ 1460659 h 4118991"/>
                <a:gd name="GluePoint8X" fmla="*/ 1834039 w 2356712"/>
                <a:gd name="GluePoint8Y" fmla="*/ 1625822 h 4118991"/>
                <a:gd name="GluePoint9X" fmla="*/ 1558862 w 2356712"/>
                <a:gd name="GluePoint9Y" fmla="*/ 1743075 h 4118991"/>
                <a:gd name="GluePoint10X" fmla="*/ 1386554 w 2356712"/>
                <a:gd name="GluePoint10Y" fmla="*/ 1869948 h 4118991"/>
                <a:gd name="GluePoint11X" fmla="*/ 1271683 w 2356712"/>
                <a:gd name="GluePoint11Y" fmla="*/ 2073402 h 4118991"/>
                <a:gd name="GluePoint12X" fmla="*/ 1178338 w 2356712"/>
                <a:gd name="GluePoint12Y" fmla="*/ 2355914 h 4118991"/>
                <a:gd name="GluePoint13X" fmla="*/ 1113758 w 2356712"/>
                <a:gd name="GluePoint13Y" fmla="*/ 2578513 h 4118991"/>
                <a:gd name="GluePoint14X" fmla="*/ 1034796 w 2356712"/>
                <a:gd name="GluePoint14Y" fmla="*/ 2834640 h 4118991"/>
                <a:gd name="GluePoint15X" fmla="*/ 905637 w 2356712"/>
                <a:gd name="GluePoint15Y" fmla="*/ 3081242 h 4118991"/>
                <a:gd name="GluePoint16X" fmla="*/ 793147 w 2356712"/>
                <a:gd name="GluePoint16Y" fmla="*/ 3258407 h 4118991"/>
                <a:gd name="GluePoint17X" fmla="*/ 546735 w 2356712"/>
                <a:gd name="GluePoint17Y" fmla="*/ 3571970 h 4118991"/>
                <a:gd name="GluePoint18X" fmla="*/ 346996 w 2356712"/>
                <a:gd name="GluePoint18Y" fmla="*/ 3771900 h 4118991"/>
                <a:gd name="GluePoint19X" fmla="*/ 174689 w 2356712"/>
                <a:gd name="GluePoint19Y" fmla="*/ 3944207 h 4118991"/>
                <a:gd name="GluePoint20X" fmla="*/ 0 w 2356712"/>
                <a:gd name="GluePoint20Y" fmla="*/ 4118991 h 411899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Freeform: Shape 14"/>
            <p:cNvSpPr/>
            <p:nvPr/>
          </p:nvSpPr>
          <p:spPr>
            <a:xfrm>
              <a:off x="10800" y="15120"/>
              <a:ext cx="1368000" cy="2644560"/>
            </a:xfrm>
            <a:custGeom>
              <a:avLst/>
              <a:gdLst>
                <a:gd name="textAreaLeft" fmla="*/ 0 w 1368000"/>
                <a:gd name="textAreaRight" fmla="*/ 1368360 w 1368000"/>
                <a:gd name="textAreaTop" fmla="*/ 0 h 2644560"/>
                <a:gd name="textAreaBottom" fmla="*/ 2644920 h 2644560"/>
                <a:gd name="GluePoint1X" fmla="*/ 0 w 2059193"/>
                <a:gd name="GluePoint1Y" fmla="*/ 3980116 h 3980116"/>
                <a:gd name="GluePoint2X" fmla="*/ 471583 w 2059193"/>
                <a:gd name="GluePoint2Y" fmla="*/ 3515678 h 3980116"/>
                <a:gd name="GluePoint3X" fmla="*/ 758666 w 2059193"/>
                <a:gd name="GluePoint3Y" fmla="*/ 3163824 h 3980116"/>
                <a:gd name="GluePoint4X" fmla="*/ 940499 w 2059193"/>
                <a:gd name="GluePoint4Y" fmla="*/ 2780824 h 3980116"/>
                <a:gd name="GluePoint5X" fmla="*/ 1055370 w 2059193"/>
                <a:gd name="GluePoint5Y" fmla="*/ 2242185 h 3980116"/>
                <a:gd name="GluePoint6X" fmla="*/ 1136714 w 2059193"/>
                <a:gd name="GluePoint6Y" fmla="*/ 1878330 h 3980116"/>
                <a:gd name="GluePoint7X" fmla="*/ 1246727 w 2059193"/>
                <a:gd name="GluePoint7Y" fmla="*/ 1562386 h 3980116"/>
                <a:gd name="GluePoint8X" fmla="*/ 1378363 w 2059193"/>
                <a:gd name="GluePoint8Y" fmla="*/ 1430750 h 3980116"/>
                <a:gd name="GluePoint9X" fmla="*/ 1691831 w 2059193"/>
                <a:gd name="GluePoint9Y" fmla="*/ 1394841 h 3980116"/>
                <a:gd name="GluePoint10X" fmla="*/ 1914335 w 2059193"/>
                <a:gd name="GluePoint10Y" fmla="*/ 1323023 h 3980116"/>
                <a:gd name="GluePoint11X" fmla="*/ 2055495 w 2059193"/>
                <a:gd name="GluePoint11Y" fmla="*/ 1098042 h 3980116"/>
                <a:gd name="GluePoint12X" fmla="*/ 2033969 w 2059193"/>
                <a:gd name="GluePoint12Y" fmla="*/ 930497 h 3980116"/>
                <a:gd name="GluePoint13X" fmla="*/ 1885664 w 2059193"/>
                <a:gd name="GluePoint13Y" fmla="*/ 760571 h 3980116"/>
                <a:gd name="GluePoint14X" fmla="*/ 1636871 w 2059193"/>
                <a:gd name="GluePoint14Y" fmla="*/ 612172 h 3980116"/>
                <a:gd name="GluePoint15X" fmla="*/ 1335405 w 2059193"/>
                <a:gd name="GluePoint15Y" fmla="*/ 459010 h 3980116"/>
                <a:gd name="GluePoint16X" fmla="*/ 1234916 w 2059193"/>
                <a:gd name="GluePoint16Y" fmla="*/ 269939 h 3980116"/>
                <a:gd name="GluePoint17X" fmla="*/ 1386935 w 2059193"/>
                <a:gd name="GluePoint17Y" fmla="*/ 0 h 39801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Freeform: Shape 15"/>
            <p:cNvSpPr/>
            <p:nvPr/>
          </p:nvSpPr>
          <p:spPr>
            <a:xfrm>
              <a:off x="18720" y="543960"/>
              <a:ext cx="493920" cy="19051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0 h 1905120"/>
                <a:gd name="textAreaBottom" fmla="*/ 1905480 h 1905120"/>
                <a:gd name="GluePoint1X" fmla="*/ 11144 w 743796"/>
                <a:gd name="GluePoint1Y" fmla="*/ 0 h 2867501"/>
                <a:gd name="GluePoint2X" fmla="*/ 353663 w 743796"/>
                <a:gd name="GluePoint2Y" fmla="*/ 55245 h 2867501"/>
                <a:gd name="GluePoint3X" fmla="*/ 571405 w 743796"/>
                <a:gd name="GluePoint3Y" fmla="*/ 179737 h 2867501"/>
                <a:gd name="GluePoint4X" fmla="*/ 688658 w 743796"/>
                <a:gd name="GluePoint4Y" fmla="*/ 368808 h 2867501"/>
                <a:gd name="GluePoint5X" fmla="*/ 731711 w 743796"/>
                <a:gd name="GluePoint5Y" fmla="*/ 612934 h 2867501"/>
                <a:gd name="GluePoint6X" fmla="*/ 725233 w 743796"/>
                <a:gd name="GluePoint6Y" fmla="*/ 995648 h 2867501"/>
                <a:gd name="GluePoint7X" fmla="*/ 742855 w 743796"/>
                <a:gd name="GluePoint7Y" fmla="*/ 1499330 h 2867501"/>
                <a:gd name="GluePoint8X" fmla="*/ 707898 w 743796"/>
                <a:gd name="GluePoint8Y" fmla="*/ 1793081 h 2867501"/>
                <a:gd name="GluePoint9X" fmla="*/ 633222 w 743796"/>
                <a:gd name="GluePoint9Y" fmla="*/ 2073592 h 2867501"/>
                <a:gd name="GluePoint10X" fmla="*/ 404527 w 743796"/>
                <a:gd name="GluePoint10Y" fmla="*/ 2472404 h 2867501"/>
                <a:gd name="GluePoint11X" fmla="*/ 0 w 743796"/>
                <a:gd name="GluePoint11Y" fmla="*/ 2867501 h 286750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Freeform: Shape 16"/>
            <p:cNvSpPr/>
            <p:nvPr/>
          </p:nvSpPr>
          <p:spPr>
            <a:xfrm>
              <a:off x="10800" y="672120"/>
              <a:ext cx="396720" cy="1689840"/>
            </a:xfrm>
            <a:custGeom>
              <a:avLst/>
              <a:gdLst>
                <a:gd name="textAreaLeft" fmla="*/ 0 w 396720"/>
                <a:gd name="textAreaRight" fmla="*/ 397080 w 396720"/>
                <a:gd name="textAreaTop" fmla="*/ 0 h 1689840"/>
                <a:gd name="textAreaBottom" fmla="*/ 1690200 h 1689840"/>
                <a:gd name="GluePoint1X" fmla="*/ 16478 w 597294"/>
                <a:gd name="GluePoint1Y" fmla="*/ 2079 h 2543540"/>
                <a:gd name="GluePoint2X" fmla="*/ 299847 w 597294"/>
                <a:gd name="GluePoint2Y" fmla="*/ 53991 h 2543540"/>
                <a:gd name="GluePoint3X" fmla="*/ 503206 w 597294"/>
                <a:gd name="GluePoint3Y" fmla="*/ 291354 h 2543540"/>
                <a:gd name="GluePoint4X" fmla="*/ 525113 w 597294"/>
                <a:gd name="GluePoint4Y" fmla="*/ 724265 h 2543540"/>
                <a:gd name="GluePoint5X" fmla="*/ 578930 w 597294"/>
                <a:gd name="GluePoint5Y" fmla="*/ 1117267 h 2543540"/>
                <a:gd name="GluePoint6X" fmla="*/ 592931 w 597294"/>
                <a:gd name="GluePoint6Y" fmla="*/ 1476359 h 2543540"/>
                <a:gd name="GluePoint7X" fmla="*/ 503206 w 597294"/>
                <a:gd name="GluePoint7Y" fmla="*/ 1859359 h 2543540"/>
                <a:gd name="GluePoint8X" fmla="*/ 291846 w 597294"/>
                <a:gd name="GluePoint8Y" fmla="*/ 2250361 h 2543540"/>
                <a:gd name="GluePoint9X" fmla="*/ 0 w 597294"/>
                <a:gd name="GluePoint9Y" fmla="*/ 2543540 h 25435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Freeform: Shape 17"/>
            <p:cNvSpPr/>
            <p:nvPr/>
          </p:nvSpPr>
          <p:spPr>
            <a:xfrm>
              <a:off x="23040" y="881280"/>
              <a:ext cx="258480" cy="1336320"/>
            </a:xfrm>
            <a:custGeom>
              <a:avLst/>
              <a:gdLst>
                <a:gd name="textAreaLeft" fmla="*/ 0 w 258480"/>
                <a:gd name="textAreaRight" fmla="*/ 258840 w 258480"/>
                <a:gd name="textAreaTop" fmla="*/ 0 h 1336320"/>
                <a:gd name="textAreaBottom" fmla="*/ 1336680 h 1336320"/>
                <a:gd name="GluePoint1X" fmla="*/ 0 w 389425"/>
                <a:gd name="GluePoint1Y" fmla="*/ 33 h 2011236"/>
                <a:gd name="GluePoint2X" fmla="*/ 171260 w 389425"/>
                <a:gd name="GluePoint2Y" fmla="*/ 60326 h 2011236"/>
                <a:gd name="GluePoint3X" fmla="*/ 211455 w 389425"/>
                <a:gd name="GluePoint3Y" fmla="*/ 221204 h 2011236"/>
                <a:gd name="GluePoint4X" fmla="*/ 243078 w 389425"/>
                <a:gd name="GluePoint4Y" fmla="*/ 448089 h 2011236"/>
                <a:gd name="GluePoint5X" fmla="*/ 346424 w 389425"/>
                <a:gd name="GluePoint5Y" fmla="*/ 789941 h 2011236"/>
                <a:gd name="GluePoint6X" fmla="*/ 372237 w 389425"/>
                <a:gd name="GluePoint6Y" fmla="*/ 942151 h 2011236"/>
                <a:gd name="GluePoint7X" fmla="*/ 386620 w 389425"/>
                <a:gd name="GluePoint7Y" fmla="*/ 1272478 h 2011236"/>
                <a:gd name="GluePoint8X" fmla="*/ 280416 w 389425"/>
                <a:gd name="GluePoint8Y" fmla="*/ 1660241 h 2011236"/>
                <a:gd name="GluePoint9X" fmla="*/ 151257 w 389425"/>
                <a:gd name="GluePoint9Y" fmla="*/ 1844073 h 2011236"/>
                <a:gd name="GluePoint10X" fmla="*/ 1905 w 389425"/>
                <a:gd name="GluePoint10Y" fmla="*/ 2011237 h 20112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7" name="Graphic 157"/>
          <p:cNvGrpSpPr/>
          <p:nvPr/>
        </p:nvGrpSpPr>
        <p:grpSpPr>
          <a:xfrm>
            <a:off x="8610480" y="3276720"/>
            <a:ext cx="3529080" cy="3580920"/>
            <a:chOff x="8610480" y="3276720"/>
            <a:chExt cx="3529080" cy="3580920"/>
          </a:xfrm>
        </p:grpSpPr>
        <p:sp>
          <p:nvSpPr>
            <p:cNvPr id="218" name="Freeform: Shape 19"/>
            <p:cNvSpPr/>
            <p:nvPr/>
          </p:nvSpPr>
          <p:spPr>
            <a:xfrm>
              <a:off x="8610480" y="3276720"/>
              <a:ext cx="3515760" cy="3565080"/>
            </a:xfrm>
            <a:custGeom>
              <a:avLst/>
              <a:gdLst>
                <a:gd name="textAreaLeft" fmla="*/ 0 w 3515760"/>
                <a:gd name="textAreaRight" fmla="*/ 3516120 w 3515760"/>
                <a:gd name="textAreaTop" fmla="*/ 0 h 3565080"/>
                <a:gd name="textAreaBottom" fmla="*/ 3565440 h 3565080"/>
                <a:gd name="GluePoint1X" fmla="*/ 0 w 3946874"/>
                <a:gd name="GluePoint1Y" fmla="*/ 3989641 h 3989641"/>
                <a:gd name="GluePoint2X" fmla="*/ 79439 w 3946874"/>
                <a:gd name="GluePoint2Y" fmla="*/ 3891153 h 3989641"/>
                <a:gd name="GluePoint3X" fmla="*/ 297371 w 3946874"/>
                <a:gd name="GluePoint3Y" fmla="*/ 3626930 h 3989641"/>
                <a:gd name="GluePoint4X" fmla="*/ 454343 w 3946874"/>
                <a:gd name="GluePoint4Y" fmla="*/ 3440335 h 3989641"/>
                <a:gd name="GluePoint5X" fmla="*/ 622363 w 3946874"/>
                <a:gd name="GluePoint5Y" fmla="*/ 3290697 h 3989641"/>
                <a:gd name="GluePoint6X" fmla="*/ 927068 w 3946874"/>
                <a:gd name="GluePoint6Y" fmla="*/ 3087434 h 3989641"/>
                <a:gd name="GluePoint7X" fmla="*/ 1176338 w 3946874"/>
                <a:gd name="GluePoint7Y" fmla="*/ 2915603 h 3989641"/>
                <a:gd name="GluePoint8X" fmla="*/ 1394270 w 3946874"/>
                <a:gd name="GluePoint8Y" fmla="*/ 2780729 h 3989641"/>
                <a:gd name="GluePoint9X" fmla="*/ 1601057 w 3946874"/>
                <a:gd name="GluePoint9Y" fmla="*/ 2723483 h 3989641"/>
                <a:gd name="GluePoint10X" fmla="*/ 1756220 w 3946874"/>
                <a:gd name="GluePoint10Y" fmla="*/ 2743772 h 3989641"/>
                <a:gd name="GluePoint11X" fmla="*/ 1889189 w 3946874"/>
                <a:gd name="GluePoint11Y" fmla="*/ 2765965 h 3989641"/>
                <a:gd name="GluePoint12X" fmla="*/ 2007394 w 3946874"/>
                <a:gd name="GluePoint12Y" fmla="*/ 2765965 h 3989641"/>
                <a:gd name="GluePoint13X" fmla="*/ 2184654 w 3946874"/>
                <a:gd name="GluePoint13Y" fmla="*/ 2671763 h 3989641"/>
                <a:gd name="GluePoint14X" fmla="*/ 2372773 w 3946874"/>
                <a:gd name="GluePoint14Y" fmla="*/ 2538984 h 3989641"/>
                <a:gd name="GluePoint15X" fmla="*/ 2439543 w 3946874"/>
                <a:gd name="GluePoint15Y" fmla="*/ 2510504 h 3989641"/>
                <a:gd name="GluePoint16X" fmla="*/ 2650617 w 3946874"/>
                <a:gd name="GluePoint16Y" fmla="*/ 2434781 h 3989641"/>
                <a:gd name="GluePoint17X" fmla="*/ 2785110 w 3946874"/>
                <a:gd name="GluePoint17Y" fmla="*/ 2383060 h 3989641"/>
                <a:gd name="GluePoint18X" fmla="*/ 2897315 w 3946874"/>
                <a:gd name="GluePoint18Y" fmla="*/ 2318861 h 3989641"/>
                <a:gd name="GluePoint19X" fmla="*/ 2997994 w 3946874"/>
                <a:gd name="GluePoint19Y" fmla="*/ 2226183 h 3989641"/>
                <a:gd name="GluePoint20X" fmla="*/ 3061240 w 3946874"/>
                <a:gd name="GluePoint20Y" fmla="*/ 2141506 h 3989641"/>
                <a:gd name="GluePoint21X" fmla="*/ 3152108 w 3946874"/>
                <a:gd name="GluePoint21Y" fmla="*/ 2005203 h 3989641"/>
                <a:gd name="GluePoint22X" fmla="*/ 3274124 w 3946874"/>
                <a:gd name="GluePoint22Y" fmla="*/ 1871567 h 3989641"/>
                <a:gd name="GluePoint23X" fmla="*/ 3388138 w 3946874"/>
                <a:gd name="GluePoint23Y" fmla="*/ 1770888 h 3989641"/>
                <a:gd name="GluePoint24X" fmla="*/ 3466529 w 3946874"/>
                <a:gd name="GluePoint24Y" fmla="*/ 1679162 h 3989641"/>
                <a:gd name="GluePoint25X" fmla="*/ 3538633 w 3946874"/>
                <a:gd name="GluePoint25Y" fmla="*/ 1551718 h 3989641"/>
                <a:gd name="GluePoint26X" fmla="*/ 3588544 w 3946874"/>
                <a:gd name="GluePoint26Y" fmla="*/ 1376172 h 3989641"/>
                <a:gd name="GluePoint27X" fmla="*/ 3597402 w 3946874"/>
                <a:gd name="GluePoint27Y" fmla="*/ 1293305 h 3989641"/>
                <a:gd name="GluePoint28X" fmla="*/ 3721227 w 3946874"/>
                <a:gd name="GluePoint28Y" fmla="*/ 880491 h 3989641"/>
                <a:gd name="GluePoint29X" fmla="*/ 3761137 w 3946874"/>
                <a:gd name="GluePoint29Y" fmla="*/ 463677 h 3989641"/>
                <a:gd name="GluePoint30X" fmla="*/ 3946874 w 3946874"/>
                <a:gd name="GluePoint30Y" fmla="*/ 0 h 398964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Freeform: Shape 20"/>
            <p:cNvSpPr/>
            <p:nvPr/>
          </p:nvSpPr>
          <p:spPr>
            <a:xfrm>
              <a:off x="8861040" y="4186080"/>
              <a:ext cx="3265200" cy="2667600"/>
            </a:xfrm>
            <a:custGeom>
              <a:avLst/>
              <a:gdLst>
                <a:gd name="textAreaLeft" fmla="*/ 0 w 3265200"/>
                <a:gd name="textAreaRight" fmla="*/ 3265560 w 3265200"/>
                <a:gd name="textAreaTop" fmla="*/ 0 h 2667600"/>
                <a:gd name="textAreaBottom" fmla="*/ 2667960 h 2667600"/>
                <a:gd name="GluePoint1X" fmla="*/ 0 w 3665410"/>
                <a:gd name="GluePoint1Y" fmla="*/ 2985611 h 2985611"/>
                <a:gd name="GluePoint2X" fmla="*/ 166211 w 3665410"/>
                <a:gd name="GluePoint2Y" fmla="*/ 2699766 h 2985611"/>
                <a:gd name="GluePoint3X" fmla="*/ 397002 w 3665410"/>
                <a:gd name="GluePoint3Y" fmla="*/ 2414969 h 2985611"/>
                <a:gd name="GluePoint4X" fmla="*/ 620173 w 3665410"/>
                <a:gd name="GluePoint4Y" fmla="*/ 2237899 h 2985611"/>
                <a:gd name="GluePoint5X" fmla="*/ 823341 w 3665410"/>
                <a:gd name="GluePoint5Y" fmla="*/ 2085499 h 2985611"/>
                <a:gd name="GluePoint6X" fmla="*/ 1089565 w 3665410"/>
                <a:gd name="GluePoint6Y" fmla="*/ 1911477 h 2985611"/>
                <a:gd name="GluePoint7X" fmla="*/ 1145000 w 3665410"/>
                <a:gd name="GluePoint7Y" fmla="*/ 1886807 h 2985611"/>
                <a:gd name="GluePoint8X" fmla="*/ 1375791 w 3665410"/>
                <a:gd name="GluePoint8Y" fmla="*/ 1842135 h 2985611"/>
                <a:gd name="GluePoint9X" fmla="*/ 1486567 w 3665410"/>
                <a:gd name="GluePoint9Y" fmla="*/ 1857566 h 2985611"/>
                <a:gd name="GluePoint10X" fmla="*/ 1568101 w 3665410"/>
                <a:gd name="GluePoint10Y" fmla="*/ 1871377 h 2985611"/>
                <a:gd name="GluePoint11X" fmla="*/ 1810607 w 3665410"/>
                <a:gd name="GluePoint11Y" fmla="*/ 1871377 h 2985611"/>
                <a:gd name="GluePoint12X" fmla="*/ 1997964 w 3665410"/>
                <a:gd name="GluePoint12Y" fmla="*/ 1790605 h 2985611"/>
                <a:gd name="GluePoint13X" fmla="*/ 2109883 w 3665410"/>
                <a:gd name="GluePoint13Y" fmla="*/ 1702784 h 2985611"/>
                <a:gd name="GluePoint14X" fmla="*/ 2321433 w 3665410"/>
                <a:gd name="GluePoint14Y" fmla="*/ 1552384 h 2985611"/>
                <a:gd name="GluePoint15X" fmla="*/ 2558891 w 3665410"/>
                <a:gd name="GluePoint15Y" fmla="*/ 1453420 h 2985611"/>
                <a:gd name="GluePoint16X" fmla="*/ 2709767 w 3665410"/>
                <a:gd name="GluePoint16Y" fmla="*/ 1377887 h 2985611"/>
                <a:gd name="GluePoint17X" fmla="*/ 2885408 w 3665410"/>
                <a:gd name="GluePoint17Y" fmla="*/ 1237393 h 2985611"/>
                <a:gd name="GluePoint18X" fmla="*/ 3017711 w 3665410"/>
                <a:gd name="GluePoint18Y" fmla="*/ 1072229 h 2985611"/>
                <a:gd name="GluePoint19X" fmla="*/ 3150680 w 3665410"/>
                <a:gd name="GluePoint19Y" fmla="*/ 921830 h 2985611"/>
                <a:gd name="GluePoint20X" fmla="*/ 3255169 w 3665410"/>
                <a:gd name="GluePoint20Y" fmla="*/ 801815 h 2985611"/>
                <a:gd name="GluePoint21X" fmla="*/ 3339275 w 3665410"/>
                <a:gd name="GluePoint21Y" fmla="*/ 694182 h 2985611"/>
                <a:gd name="GluePoint22X" fmla="*/ 3409188 w 3665410"/>
                <a:gd name="GluePoint22Y" fmla="*/ 546926 h 2985611"/>
                <a:gd name="GluePoint23X" fmla="*/ 3464243 w 3665410"/>
                <a:gd name="GluePoint23Y" fmla="*/ 347663 h 2985611"/>
                <a:gd name="GluePoint24X" fmla="*/ 3665411 w 3665410"/>
                <a:gd name="GluePoint24Y" fmla="*/ 0 h 29856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</a:cxnLst>
              <a:rect l="textAreaLeft" t="textAreaTop" r="textAreaRight" b="textAreaBottom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Freeform: Shape 21"/>
            <p:cNvSpPr/>
            <p:nvPr/>
          </p:nvSpPr>
          <p:spPr>
            <a:xfrm>
              <a:off x="11885040" y="6677640"/>
              <a:ext cx="254520" cy="177480"/>
            </a:xfrm>
            <a:custGeom>
              <a:avLst/>
              <a:gdLst>
                <a:gd name="textAreaLeft" fmla="*/ 0 w 254520"/>
                <a:gd name="textAreaRight" fmla="*/ 254880 w 254520"/>
                <a:gd name="textAreaTop" fmla="*/ 0 h 177480"/>
                <a:gd name="textAreaBottom" fmla="*/ 177840 h 177480"/>
                <a:gd name="GluePoint1X" fmla="*/ 0 w 285940"/>
                <a:gd name="GluePoint1Y" fmla="*/ 199073 h 199072"/>
                <a:gd name="GluePoint2X" fmla="*/ 285940 w 285940"/>
                <a:gd name="GluePoint2Y" fmla="*/ 0 h 19907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Freeform: Shape 22"/>
            <p:cNvSpPr/>
            <p:nvPr/>
          </p:nvSpPr>
          <p:spPr>
            <a:xfrm>
              <a:off x="11531160" y="6516720"/>
              <a:ext cx="583920" cy="340200"/>
            </a:xfrm>
            <a:custGeom>
              <a:avLst/>
              <a:gdLst>
                <a:gd name="textAreaLeft" fmla="*/ 0 w 583920"/>
                <a:gd name="textAreaRight" fmla="*/ 584280 w 583920"/>
                <a:gd name="textAreaTop" fmla="*/ 0 h 340200"/>
                <a:gd name="textAreaBottom" fmla="*/ 340560 h 340200"/>
                <a:gd name="GluePoint1X" fmla="*/ 0 w 655796"/>
                <a:gd name="GluePoint1Y" fmla="*/ 381190 h 381190"/>
                <a:gd name="GluePoint2X" fmla="*/ 655796 w 655796"/>
                <a:gd name="GluePoint2Y" fmla="*/ 0 h 3811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Freeform: Shape 23"/>
            <p:cNvSpPr/>
            <p:nvPr/>
          </p:nvSpPr>
          <p:spPr>
            <a:xfrm>
              <a:off x="9536400" y="5460480"/>
              <a:ext cx="2589840" cy="1380240"/>
            </a:xfrm>
            <a:custGeom>
              <a:avLst/>
              <a:gdLst>
                <a:gd name="textAreaLeft" fmla="*/ 0 w 2589840"/>
                <a:gd name="textAreaRight" fmla="*/ 2590200 w 2589840"/>
                <a:gd name="textAreaTop" fmla="*/ 0 h 1380240"/>
                <a:gd name="textAreaBottom" fmla="*/ 1380600 h 1380240"/>
                <a:gd name="GluePoint1X" fmla="*/ 0 w 2907315"/>
                <a:gd name="GluePoint1Y" fmla="*/ 1544764 h 1544764"/>
                <a:gd name="GluePoint2X" fmla="*/ 201644 w 2907315"/>
                <a:gd name="GluePoint2Y" fmla="*/ 1352550 h 1544764"/>
                <a:gd name="GluePoint3X" fmla="*/ 423196 w 2907315"/>
                <a:gd name="GluePoint3Y" fmla="*/ 1196054 h 1544764"/>
                <a:gd name="GluePoint4X" fmla="*/ 782193 w 2907315"/>
                <a:gd name="GluePoint4Y" fmla="*/ 1099947 h 1544764"/>
                <a:gd name="GluePoint5X" fmla="*/ 1052513 w 2907315"/>
                <a:gd name="GluePoint5Y" fmla="*/ 1042321 h 1544764"/>
                <a:gd name="GluePoint6X" fmla="*/ 1311783 w 2907315"/>
                <a:gd name="GluePoint6Y" fmla="*/ 1056037 h 1544764"/>
                <a:gd name="GluePoint7X" fmla="*/ 1484662 w 2907315"/>
                <a:gd name="GluePoint7Y" fmla="*/ 1083469 h 1544764"/>
                <a:gd name="GluePoint8X" fmla="*/ 1788224 w 2907315"/>
                <a:gd name="GluePoint8Y" fmla="*/ 1023080 h 1544764"/>
                <a:gd name="GluePoint9X" fmla="*/ 2269045 w 2907315"/>
                <a:gd name="GluePoint9Y" fmla="*/ 734758 h 1544764"/>
                <a:gd name="GluePoint10X" fmla="*/ 2534984 w 2907315"/>
                <a:gd name="GluePoint10Y" fmla="*/ 572738 h 1544764"/>
                <a:gd name="GluePoint11X" fmla="*/ 2907316 w 2907315"/>
                <a:gd name="GluePoint11Y" fmla="*/ 0 h 15447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Freeform: Shape 24"/>
            <p:cNvSpPr/>
            <p:nvPr/>
          </p:nvSpPr>
          <p:spPr>
            <a:xfrm>
              <a:off x="9317160" y="5113080"/>
              <a:ext cx="2822040" cy="1744560"/>
            </a:xfrm>
            <a:custGeom>
              <a:avLst/>
              <a:gdLst>
                <a:gd name="textAreaLeft" fmla="*/ 0 w 2822040"/>
                <a:gd name="textAreaRight" fmla="*/ 2822400 w 2822040"/>
                <a:gd name="textAreaTop" fmla="*/ 0 h 1744560"/>
                <a:gd name="textAreaBottom" fmla="*/ 1744920 h 1744560"/>
                <a:gd name="GluePoint1X" fmla="*/ 0 w 3168300"/>
                <a:gd name="GluePoint1Y" fmla="*/ 1952435 h 1952434"/>
                <a:gd name="GluePoint2X" fmla="*/ 202121 w 3168300"/>
                <a:gd name="GluePoint2Y" fmla="*/ 1687068 h 1952434"/>
                <a:gd name="GluePoint3X" fmla="*/ 545116 w 3168300"/>
                <a:gd name="GluePoint3Y" fmla="*/ 1450277 h 1952434"/>
                <a:gd name="GluePoint4X" fmla="*/ 906780 w 3168300"/>
                <a:gd name="GluePoint4Y" fmla="*/ 1354455 h 1952434"/>
                <a:gd name="GluePoint5X" fmla="*/ 1332262 w 3168300"/>
                <a:gd name="GluePoint5Y" fmla="*/ 1285304 h 1952434"/>
                <a:gd name="GluePoint6X" fmla="*/ 1691259 w 3168300"/>
                <a:gd name="GluePoint6Y" fmla="*/ 1240060 h 1952434"/>
                <a:gd name="GluePoint7X" fmla="*/ 2010346 w 3168300"/>
                <a:gd name="GluePoint7Y" fmla="*/ 1141667 h 1952434"/>
                <a:gd name="GluePoint8X" fmla="*/ 2393252 w 3168300"/>
                <a:gd name="GluePoint8Y" fmla="*/ 1027271 h 1952434"/>
                <a:gd name="GluePoint9X" fmla="*/ 2582037 w 3168300"/>
                <a:gd name="GluePoint9Y" fmla="*/ 958120 h 1952434"/>
                <a:gd name="GluePoint10X" fmla="*/ 2760155 w 3168300"/>
                <a:gd name="GluePoint10Y" fmla="*/ 827723 h 1952434"/>
                <a:gd name="GluePoint11X" fmla="*/ 2914364 w 3168300"/>
                <a:gd name="GluePoint11Y" fmla="*/ 567023 h 1952434"/>
                <a:gd name="GluePoint12X" fmla="*/ 3168301 w 3168300"/>
                <a:gd name="GluePoint12Y" fmla="*/ 0 h 19524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Freeform: Shape 25"/>
            <p:cNvSpPr/>
            <p:nvPr/>
          </p:nvSpPr>
          <p:spPr>
            <a:xfrm>
              <a:off x="9136080" y="4664160"/>
              <a:ext cx="2990160" cy="2190960"/>
            </a:xfrm>
            <a:custGeom>
              <a:avLst/>
              <a:gdLst>
                <a:gd name="textAreaLeft" fmla="*/ 0 w 2990160"/>
                <a:gd name="textAreaRight" fmla="*/ 2990520 w 2990160"/>
                <a:gd name="textAreaTop" fmla="*/ 0 h 2190960"/>
                <a:gd name="textAreaBottom" fmla="*/ 2191320 h 2190960"/>
                <a:gd name="GluePoint1X" fmla="*/ 0 w 3356800"/>
                <a:gd name="GluePoint1Y" fmla="*/ 2452021 h 2452020"/>
                <a:gd name="GluePoint2X" fmla="*/ 130874 w 3356800"/>
                <a:gd name="GluePoint2Y" fmla="*/ 2247710 h 2452020"/>
                <a:gd name="GluePoint3X" fmla="*/ 437197 w 3356800"/>
                <a:gd name="GluePoint3Y" fmla="*/ 1941195 h 2452020"/>
                <a:gd name="GluePoint4X" fmla="*/ 737140 w 3356800"/>
                <a:gd name="GluePoint4Y" fmla="*/ 1736884 h 2452020"/>
                <a:gd name="GluePoint5X" fmla="*/ 1031843 w 3356800"/>
                <a:gd name="GluePoint5Y" fmla="*/ 1685068 h 2452020"/>
                <a:gd name="GluePoint6X" fmla="*/ 1287304 w 3356800"/>
                <a:gd name="GluePoint6Y" fmla="*/ 1655826 h 2452020"/>
                <a:gd name="GluePoint7X" fmla="*/ 1471994 w 3356800"/>
                <a:gd name="GluePoint7Y" fmla="*/ 1634300 h 2452020"/>
                <a:gd name="GluePoint8X" fmla="*/ 1898237 w 3356800"/>
                <a:gd name="GluePoint8Y" fmla="*/ 1512665 h 2452020"/>
                <a:gd name="GluePoint9X" fmla="*/ 2229136 w 3356800"/>
                <a:gd name="GluePoint9Y" fmla="*/ 1355598 h 2452020"/>
                <a:gd name="GluePoint10X" fmla="*/ 2512314 w 3356800"/>
                <a:gd name="GluePoint10Y" fmla="*/ 1238631 h 2452020"/>
                <a:gd name="GluePoint11X" fmla="*/ 2758535 w 3356800"/>
                <a:gd name="GluePoint11Y" fmla="*/ 1096994 h 2452020"/>
                <a:gd name="GluePoint12X" fmla="*/ 2935510 w 3356800"/>
                <a:gd name="GluePoint12Y" fmla="*/ 919925 h 2452020"/>
                <a:gd name="GluePoint13X" fmla="*/ 3081719 w 3356800"/>
                <a:gd name="GluePoint13Y" fmla="*/ 687419 h 2452020"/>
                <a:gd name="GluePoint14X" fmla="*/ 3356800 w 3356800"/>
                <a:gd name="GluePoint14Y" fmla="*/ 0 h 24520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27"/>
          </p:nvPr>
        </p:nvSpPr>
        <p:spPr>
          <a:xfrm>
            <a:off x="9906120" y="6356520"/>
            <a:ext cx="1447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EAA61F-9F76-4B5C-A999-F743D5248248}" type="slidenum">
              <a: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6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2"/>
          </a:solidFill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venirNext LT Pro Medium"/>
            </a:endParaRPr>
          </a:p>
        </p:txBody>
      </p:sp>
      <p:sp>
        <p:nvSpPr>
          <p:cNvPr id="229" name="Freeform: Shape 7"/>
          <p:cNvSpPr/>
          <p:nvPr/>
        </p:nvSpPr>
        <p:spPr>
          <a:xfrm rot="10800000">
            <a:off x="693000" y="-2880"/>
            <a:ext cx="1325880" cy="597240"/>
          </a:xfrm>
          <a:custGeom>
            <a:avLst/>
            <a:gdLst>
              <a:gd name="textAreaLeft" fmla="*/ 0 w 1325880"/>
              <a:gd name="textAreaRight" fmla="*/ 1326240 w 1325880"/>
              <a:gd name="textAreaTop" fmla="*/ 0 h 597240"/>
              <a:gd name="textAreaBottom" fmla="*/ 597600 h 597240"/>
              <a:gd name="GluePoint1X" fmla="*/ 741051 w 1482102"/>
              <a:gd name="GluePoint1Y" fmla="*/ 0 h 679363"/>
              <a:gd name="GluePoint2X" fmla="*/ 1473822 w 1482102"/>
              <a:gd name="GluePoint2Y" fmla="*/ 597226 h 679363"/>
              <a:gd name="GluePoint3X" fmla="*/ 1482102 w 1482102"/>
              <a:gd name="GluePoint3Y" fmla="*/ 679363 h 679363"/>
              <a:gd name="GluePoint4X" fmla="*/ 0 w 1482102"/>
              <a:gd name="GluePoint4Y" fmla="*/ 679363 h 679363"/>
              <a:gd name="GluePoint5X" fmla="*/ 8280 w 1482102"/>
              <a:gd name="GluePoint5Y" fmla="*/ 597226 h 679363"/>
              <a:gd name="GluePoint6X" fmla="*/ 741051 w 1482102"/>
              <a:gd name="GluePoint6Y" fmla="*/ 0 h 6793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30" name="Freeform: Shape 8"/>
          <p:cNvSpPr/>
          <p:nvPr/>
        </p:nvSpPr>
        <p:spPr>
          <a:xfrm>
            <a:off x="10439280" y="6172200"/>
            <a:ext cx="1481760" cy="678960"/>
          </a:xfrm>
          <a:custGeom>
            <a:avLst/>
            <a:gdLst>
              <a:gd name="textAreaLeft" fmla="*/ 0 w 1481760"/>
              <a:gd name="textAreaRight" fmla="*/ 1482120 w 1481760"/>
              <a:gd name="textAreaTop" fmla="*/ 0 h 678960"/>
              <a:gd name="textAreaBottom" fmla="*/ 679320 h 678960"/>
              <a:gd name="GluePoint1X" fmla="*/ 741051 w 1482102"/>
              <a:gd name="GluePoint1Y" fmla="*/ 0 h 679363"/>
              <a:gd name="GluePoint2X" fmla="*/ 1473822 w 1482102"/>
              <a:gd name="GluePoint2Y" fmla="*/ 597226 h 679363"/>
              <a:gd name="GluePoint3X" fmla="*/ 1482102 w 1482102"/>
              <a:gd name="GluePoint3Y" fmla="*/ 679363 h 679363"/>
              <a:gd name="GluePoint4X" fmla="*/ 0 w 1482102"/>
              <a:gd name="GluePoint4Y" fmla="*/ 679363 h 679363"/>
              <a:gd name="GluePoint5X" fmla="*/ 8280 w 1482102"/>
              <a:gd name="GluePoint5Y" fmla="*/ 597226 h 679363"/>
              <a:gd name="GluePoint6X" fmla="*/ 741051 w 1482102"/>
              <a:gd name="GluePoint6Y" fmla="*/ 0 h 6793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31" name="Freeform: Shape 9"/>
          <p:cNvSpPr/>
          <p:nvPr/>
        </p:nvSpPr>
        <p:spPr>
          <a:xfrm>
            <a:off x="7977240" y="5197320"/>
            <a:ext cx="4211280" cy="1660320"/>
          </a:xfrm>
          <a:custGeom>
            <a:avLst/>
            <a:gdLst>
              <a:gd name="textAreaLeft" fmla="*/ 0 w 4211280"/>
              <a:gd name="textAreaRight" fmla="*/ 4211640 w 4211280"/>
              <a:gd name="textAreaTop" fmla="*/ 0 h 1660320"/>
              <a:gd name="textAreaBottom" fmla="*/ 1660680 h 1660320"/>
              <a:gd name="GluePoint1X" fmla="*/ 4211600 w 4211600"/>
              <a:gd name="GluePoint1Y" fmla="*/ 0 h 1660822"/>
              <a:gd name="GluePoint2X" fmla="*/ 4211600 w 4211600"/>
              <a:gd name="GluePoint2Y" fmla="*/ 58430 h 1660822"/>
              <a:gd name="GluePoint3X" fmla="*/ 4136524 w 4211600"/>
              <a:gd name="GluePoint3Y" fmla="*/ 208808 h 1660822"/>
              <a:gd name="GluePoint4X" fmla="*/ 3973354 w 4211600"/>
              <a:gd name="GluePoint4Y" fmla="*/ 437313 h 1660822"/>
              <a:gd name="GluePoint5X" fmla="*/ 3884746 w 4211600"/>
              <a:gd name="GluePoint5Y" fmla="*/ 553613 h 1660822"/>
              <a:gd name="GluePoint6X" fmla="*/ 3849435 w 4211600"/>
              <a:gd name="GluePoint6Y" fmla="*/ 603143 h 1660822"/>
              <a:gd name="GluePoint7X" fmla="*/ 3661849 w 4211600"/>
              <a:gd name="GluePoint7Y" fmla="*/ 819075 h 1660822"/>
              <a:gd name="GluePoint8X" fmla="*/ 3402589 w 4211600"/>
              <a:gd name="GluePoint8Y" fmla="*/ 952996 h 1660822"/>
              <a:gd name="GluePoint9X" fmla="*/ 3130202 w 4211600"/>
              <a:gd name="GluePoint9Y" fmla="*/ 1023386 h 1660822"/>
              <a:gd name="GluePoint10X" fmla="*/ 2914657 w 4211600"/>
              <a:gd name="GluePoint10Y" fmla="*/ 1068058 h 1660822"/>
              <a:gd name="GluePoint11X" fmla="*/ 2582149 w 4211600"/>
              <a:gd name="GluePoint11Y" fmla="*/ 1138924 h 1660822"/>
              <a:gd name="GluePoint12X" fmla="*/ 2483958 w 4211600"/>
              <a:gd name="GluePoint12Y" fmla="*/ 1162356 h 1660822"/>
              <a:gd name="GluePoint13X" fmla="*/ 2123750 w 4211600"/>
              <a:gd name="GluePoint13Y" fmla="*/ 1238651 h 1660822"/>
              <a:gd name="GluePoint14X" fmla="*/ 1761444 w 4211600"/>
              <a:gd name="GluePoint14Y" fmla="*/ 1273417 h 1660822"/>
              <a:gd name="GluePoint15X" fmla="*/ 1608382 w 4211600"/>
              <a:gd name="GluePoint15Y" fmla="*/ 1284466 h 1660822"/>
              <a:gd name="GluePoint16X" fmla="*/ 999942 w 4211600"/>
              <a:gd name="GluePoint16Y" fmla="*/ 1354284 h 1660822"/>
              <a:gd name="GluePoint17X" fmla="*/ 484705 w 4211600"/>
              <a:gd name="GluePoint17Y" fmla="*/ 1450487 h 1660822"/>
              <a:gd name="GluePoint18X" fmla="*/ 113310 w 4211600"/>
              <a:gd name="GluePoint18Y" fmla="*/ 1613700 h 1660822"/>
              <a:gd name="GluePoint19X" fmla="*/ 39668 w 4211600"/>
              <a:gd name="GluePoint19Y" fmla="*/ 1660822 h 1660822"/>
              <a:gd name="GluePoint20X" fmla="*/ 0 w 4211600"/>
              <a:gd name="GluePoint20Y" fmla="*/ 1660822 h 1660822"/>
              <a:gd name="GluePoint21X" fmla="*/ 96701 w 4211600"/>
              <a:gd name="GluePoint21Y" fmla="*/ 1598934 h 1660822"/>
              <a:gd name="GluePoint22X" fmla="*/ 474335 w 4211600"/>
              <a:gd name="GluePoint22Y" fmla="*/ 1433056 h 1660822"/>
              <a:gd name="GluePoint23X" fmla="*/ 994299 w 4211600"/>
              <a:gd name="GluePoint23Y" fmla="*/ 1335806 h 1660822"/>
              <a:gd name="GluePoint24X" fmla="*/ 1605231 w 4211600"/>
              <a:gd name="GluePoint24Y" fmla="*/ 1265702 h 1660822"/>
              <a:gd name="GluePoint25X" fmla="*/ 1758819 w 4211600"/>
              <a:gd name="GluePoint25Y" fmla="*/ 1254558 h 1660822"/>
              <a:gd name="GluePoint26X" fmla="*/ 2118106 w 4211600"/>
              <a:gd name="GluePoint26Y" fmla="*/ 1220077 h 1660822"/>
              <a:gd name="GluePoint27X" fmla="*/ 2475557 w 4211600"/>
              <a:gd name="GluePoint27Y" fmla="*/ 1144353 h 1660822"/>
              <a:gd name="GluePoint28X" fmla="*/ 2573878 w 4211600"/>
              <a:gd name="GluePoint28Y" fmla="*/ 1120827 h 1660822"/>
              <a:gd name="GluePoint29X" fmla="*/ 2907437 w 4211600"/>
              <a:gd name="GluePoint29Y" fmla="*/ 1049675 h 1660822"/>
              <a:gd name="GluePoint30X" fmla="*/ 3122589 w 4211600"/>
              <a:gd name="GluePoint30Y" fmla="*/ 1005098 h 1660822"/>
              <a:gd name="GluePoint31X" fmla="*/ 3391169 w 4211600"/>
              <a:gd name="GluePoint31Y" fmla="*/ 935756 h 1660822"/>
              <a:gd name="GluePoint32X" fmla="*/ 3642290 w 4211600"/>
              <a:gd name="GluePoint32Y" fmla="*/ 806216 h 1660822"/>
              <a:gd name="GluePoint33X" fmla="*/ 3825937 w 4211600"/>
              <a:gd name="GluePoint33Y" fmla="*/ 594475 h 1660822"/>
              <a:gd name="GluePoint34X" fmla="*/ 3861381 w 4211600"/>
              <a:gd name="GluePoint34Y" fmla="*/ 544755 h 1660822"/>
              <a:gd name="GluePoint35X" fmla="*/ 3950381 w 4211600"/>
              <a:gd name="GluePoint35Y" fmla="*/ 427978 h 1660822"/>
              <a:gd name="GluePoint36X" fmla="*/ 4112370 w 4211600"/>
              <a:gd name="GluePoint36Y" fmla="*/ 201378 h 1660822"/>
              <a:gd name="GluePoint37X" fmla="*/ 4195989 w 4211600"/>
              <a:gd name="GluePoint37Y" fmla="*/ 33834 h 166082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</a:cxnLst>
            <a:rect l="textAreaLeft" t="textAreaTop" r="textAreaRight" b="textAreaBottom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grpSp>
        <p:nvGrpSpPr>
          <p:cNvPr id="232" name="Graphic 141"/>
          <p:cNvGrpSpPr/>
          <p:nvPr/>
        </p:nvGrpSpPr>
        <p:grpSpPr>
          <a:xfrm>
            <a:off x="10800" y="15120"/>
            <a:ext cx="2198520" cy="3330720"/>
            <a:chOff x="10800" y="15120"/>
            <a:chExt cx="2198520" cy="3330720"/>
          </a:xfrm>
        </p:grpSpPr>
        <p:sp>
          <p:nvSpPr>
            <p:cNvPr id="233" name="Freeform: Shape 11"/>
            <p:cNvSpPr/>
            <p:nvPr/>
          </p:nvSpPr>
          <p:spPr>
            <a:xfrm>
              <a:off x="19440" y="15120"/>
              <a:ext cx="2189880" cy="3330720"/>
            </a:xfrm>
            <a:custGeom>
              <a:avLst/>
              <a:gdLst>
                <a:gd name="textAreaLeft" fmla="*/ 0 w 2189880"/>
                <a:gd name="textAreaRight" fmla="*/ 2190240 w 2189880"/>
                <a:gd name="textAreaTop" fmla="*/ 0 h 3330720"/>
                <a:gd name="textAreaBottom" fmla="*/ 3331080 h 3330720"/>
                <a:gd name="GluePoint1X" fmla="*/ 0 w 3296088"/>
                <a:gd name="GluePoint1Y" fmla="*/ 5012722 h 5012722"/>
                <a:gd name="GluePoint2X" fmla="*/ 244031 w 3296088"/>
                <a:gd name="GluePoint2Y" fmla="*/ 4820222 h 5012722"/>
                <a:gd name="GluePoint3X" fmla="*/ 729234 w 3296088"/>
                <a:gd name="GluePoint3Y" fmla="*/ 4360641 h 5012722"/>
                <a:gd name="GluePoint4X" fmla="*/ 881444 w 3296088"/>
                <a:gd name="GluePoint4Y" fmla="*/ 4173950 h 5012722"/>
                <a:gd name="GluePoint5X" fmla="*/ 1151287 w 3296088"/>
                <a:gd name="GluePoint5Y" fmla="*/ 3972877 h 5012722"/>
                <a:gd name="GluePoint6X" fmla="*/ 1498664 w 3296088"/>
                <a:gd name="GluePoint6Y" fmla="*/ 3786188 h 5012722"/>
                <a:gd name="GluePoint7X" fmla="*/ 1716881 w 3296088"/>
                <a:gd name="GluePoint7Y" fmla="*/ 3674174 h 5012722"/>
                <a:gd name="GluePoint8X" fmla="*/ 1913573 w 3296088"/>
                <a:gd name="GluePoint8Y" fmla="*/ 3477387 h 5012722"/>
                <a:gd name="GluePoint9X" fmla="*/ 2167700 w 3296088"/>
                <a:gd name="GluePoint9Y" fmla="*/ 3042190 h 5012722"/>
                <a:gd name="GluePoint10X" fmla="*/ 2273903 w 3296088"/>
                <a:gd name="GluePoint10Y" fmla="*/ 2775014 h 5012722"/>
                <a:gd name="GluePoint11X" fmla="*/ 2463356 w 3296088"/>
                <a:gd name="GluePoint11Y" fmla="*/ 2335530 h 5012722"/>
                <a:gd name="GluePoint12X" fmla="*/ 2741866 w 3296088"/>
                <a:gd name="GluePoint12Y" fmla="*/ 1982248 h 5012722"/>
                <a:gd name="GluePoint13X" fmla="*/ 2985897 w 3296088"/>
                <a:gd name="GluePoint13Y" fmla="*/ 1634681 h 5012722"/>
                <a:gd name="GluePoint14X" fmla="*/ 3212687 w 3296088"/>
                <a:gd name="GluePoint14Y" fmla="*/ 1226820 h 5012722"/>
                <a:gd name="GluePoint15X" fmla="*/ 3281553 w 3296088"/>
                <a:gd name="GluePoint15Y" fmla="*/ 959644 h 5012722"/>
                <a:gd name="GluePoint16X" fmla="*/ 3295936 w 3296088"/>
                <a:gd name="GluePoint16Y" fmla="*/ 701135 h 5012722"/>
                <a:gd name="GluePoint17X" fmla="*/ 3267266 w 3296088"/>
                <a:gd name="GluePoint17Y" fmla="*/ 436817 h 5012722"/>
                <a:gd name="GluePoint18X" fmla="*/ 3105341 w 3296088"/>
                <a:gd name="GluePoint18Y" fmla="*/ 0 h 50127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" name="Freeform: Shape 12"/>
            <p:cNvSpPr/>
            <p:nvPr/>
          </p:nvSpPr>
          <p:spPr>
            <a:xfrm>
              <a:off x="10800" y="15120"/>
              <a:ext cx="1978200" cy="3074760"/>
            </a:xfrm>
            <a:custGeom>
              <a:avLst/>
              <a:gdLst>
                <a:gd name="textAreaLeft" fmla="*/ 0 w 1978200"/>
                <a:gd name="textAreaRight" fmla="*/ 1978560 w 1978200"/>
                <a:gd name="textAreaTop" fmla="*/ 0 h 3074760"/>
                <a:gd name="textAreaBottom" fmla="*/ 3075120 h 3074760"/>
                <a:gd name="GluePoint1X" fmla="*/ 0 w 2977477"/>
                <a:gd name="GluePoint1Y" fmla="*/ 4627150 h 4627149"/>
                <a:gd name="GluePoint2X" fmla="*/ 275082 w 2977477"/>
                <a:gd name="GluePoint2Y" fmla="*/ 4341590 h 4627149"/>
                <a:gd name="GluePoint3X" fmla="*/ 502825 w 2977477"/>
                <a:gd name="GluePoint3Y" fmla="*/ 4054126 h 4627149"/>
                <a:gd name="GluePoint4X" fmla="*/ 666179 w 2977477"/>
                <a:gd name="GluePoint4Y" fmla="*/ 3890677 h 4627149"/>
                <a:gd name="GluePoint5X" fmla="*/ 864203 w 2977477"/>
                <a:gd name="GluePoint5Y" fmla="*/ 3675983 h 4627149"/>
                <a:gd name="GluePoint6X" fmla="*/ 982599 w 2977477"/>
                <a:gd name="GluePoint6Y" fmla="*/ 3557492 h 4627149"/>
                <a:gd name="GluePoint7X" fmla="*/ 1188244 w 2977477"/>
                <a:gd name="GluePoint7Y" fmla="*/ 3329654 h 4627149"/>
                <a:gd name="GluePoint8X" fmla="*/ 1344740 w 2977477"/>
                <a:gd name="GluePoint8Y" fmla="*/ 3146774 h 4627149"/>
                <a:gd name="GluePoint9X" fmla="*/ 1470755 w 2977477"/>
                <a:gd name="GluePoint9Y" fmla="*/ 2984659 h 4627149"/>
                <a:gd name="GluePoint10X" fmla="*/ 1657636 w 2977477"/>
                <a:gd name="GluePoint10Y" fmla="*/ 2670239 h 4627149"/>
                <a:gd name="GluePoint11X" fmla="*/ 1762887 w 2977477"/>
                <a:gd name="GluePoint11Y" fmla="*/ 2473547 h 4627149"/>
                <a:gd name="GluePoint12X" fmla="*/ 1866710 w 2977477"/>
                <a:gd name="GluePoint12Y" fmla="*/ 2290667 h 4627149"/>
                <a:gd name="GluePoint13X" fmla="*/ 2106263 w 2977477"/>
                <a:gd name="GluePoint13Y" fmla="*/ 2030254 h 4627149"/>
                <a:gd name="GluePoint14X" fmla="*/ 2277237 w 2977477"/>
                <a:gd name="GluePoint14Y" fmla="*/ 1859185 h 4627149"/>
                <a:gd name="GluePoint15X" fmla="*/ 2499455 w 2977477"/>
                <a:gd name="GluePoint15Y" fmla="*/ 1656207 h 4627149"/>
                <a:gd name="GluePoint16X" fmla="*/ 2707100 w 2977477"/>
                <a:gd name="GluePoint16Y" fmla="*/ 1390269 h 4627149"/>
                <a:gd name="GluePoint17X" fmla="*/ 2812352 w 2977477"/>
                <a:gd name="GluePoint17Y" fmla="*/ 1230916 h 4627149"/>
                <a:gd name="GluePoint18X" fmla="*/ 2898172 w 2977477"/>
                <a:gd name="GluePoint18Y" fmla="*/ 1036987 h 4627149"/>
                <a:gd name="GluePoint19X" fmla="*/ 2963228 w 2977477"/>
                <a:gd name="GluePoint19Y" fmla="*/ 850011 h 4627149"/>
                <a:gd name="GluePoint20X" fmla="*/ 2977325 w 2977477"/>
                <a:gd name="GluePoint20Y" fmla="*/ 745427 h 4627149"/>
                <a:gd name="GluePoint21X" fmla="*/ 2929509 w 2977477"/>
                <a:gd name="GluePoint21Y" fmla="*/ 480155 h 4627149"/>
                <a:gd name="GluePoint22X" fmla="*/ 2563082 w 2977477"/>
                <a:gd name="GluePoint22Y" fmla="*/ 0 h 462714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textAreaLeft" t="textAreaTop" r="textAreaRight" b="textAreaBottom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Freeform: Shape 13"/>
            <p:cNvSpPr/>
            <p:nvPr/>
          </p:nvSpPr>
          <p:spPr>
            <a:xfrm>
              <a:off x="25200" y="15120"/>
              <a:ext cx="1565640" cy="2737080"/>
            </a:xfrm>
            <a:custGeom>
              <a:avLst/>
              <a:gdLst>
                <a:gd name="textAreaLeft" fmla="*/ 0 w 1565640"/>
                <a:gd name="textAreaRight" fmla="*/ 1566000 w 1565640"/>
                <a:gd name="textAreaTop" fmla="*/ 0 h 2737080"/>
                <a:gd name="textAreaBottom" fmla="*/ 2737440 h 2737080"/>
                <a:gd name="GluePoint1X" fmla="*/ 1707071 w 2356712"/>
                <a:gd name="GluePoint1Y" fmla="*/ 0 h 4118991"/>
                <a:gd name="GluePoint2X" fmla="*/ 1824514 w 2356712"/>
                <a:gd name="GluePoint2Y" fmla="*/ 244697 h 4118991"/>
                <a:gd name="GluePoint3X" fmla="*/ 1908715 w 2356712"/>
                <a:gd name="GluePoint3Y" fmla="*/ 328994 h 4118991"/>
                <a:gd name="GluePoint4X" fmla="*/ 2226469 w 2356712"/>
                <a:gd name="GluePoint4Y" fmla="*/ 603695 h 4118991"/>
                <a:gd name="GluePoint5X" fmla="*/ 2355628 w 2356712"/>
                <a:gd name="GluePoint5Y" fmla="*/ 900494 h 4118991"/>
                <a:gd name="GluePoint6X" fmla="*/ 2281428 w 2356712"/>
                <a:gd name="GluePoint6Y" fmla="*/ 1206913 h 4118991"/>
                <a:gd name="GluePoint7X" fmla="*/ 2092452 w 2356712"/>
                <a:gd name="GluePoint7Y" fmla="*/ 1460659 h 4118991"/>
                <a:gd name="GluePoint8X" fmla="*/ 1834039 w 2356712"/>
                <a:gd name="GluePoint8Y" fmla="*/ 1625822 h 4118991"/>
                <a:gd name="GluePoint9X" fmla="*/ 1558862 w 2356712"/>
                <a:gd name="GluePoint9Y" fmla="*/ 1743075 h 4118991"/>
                <a:gd name="GluePoint10X" fmla="*/ 1386554 w 2356712"/>
                <a:gd name="GluePoint10Y" fmla="*/ 1869948 h 4118991"/>
                <a:gd name="GluePoint11X" fmla="*/ 1271683 w 2356712"/>
                <a:gd name="GluePoint11Y" fmla="*/ 2073402 h 4118991"/>
                <a:gd name="GluePoint12X" fmla="*/ 1178338 w 2356712"/>
                <a:gd name="GluePoint12Y" fmla="*/ 2355914 h 4118991"/>
                <a:gd name="GluePoint13X" fmla="*/ 1113758 w 2356712"/>
                <a:gd name="GluePoint13Y" fmla="*/ 2578513 h 4118991"/>
                <a:gd name="GluePoint14X" fmla="*/ 1034796 w 2356712"/>
                <a:gd name="GluePoint14Y" fmla="*/ 2834640 h 4118991"/>
                <a:gd name="GluePoint15X" fmla="*/ 905637 w 2356712"/>
                <a:gd name="GluePoint15Y" fmla="*/ 3081242 h 4118991"/>
                <a:gd name="GluePoint16X" fmla="*/ 793147 w 2356712"/>
                <a:gd name="GluePoint16Y" fmla="*/ 3258407 h 4118991"/>
                <a:gd name="GluePoint17X" fmla="*/ 546735 w 2356712"/>
                <a:gd name="GluePoint17Y" fmla="*/ 3571970 h 4118991"/>
                <a:gd name="GluePoint18X" fmla="*/ 346996 w 2356712"/>
                <a:gd name="GluePoint18Y" fmla="*/ 3771900 h 4118991"/>
                <a:gd name="GluePoint19X" fmla="*/ 174689 w 2356712"/>
                <a:gd name="GluePoint19Y" fmla="*/ 3944207 h 4118991"/>
                <a:gd name="GluePoint20X" fmla="*/ 0 w 2356712"/>
                <a:gd name="GluePoint20Y" fmla="*/ 4118991 h 411899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Freeform: Shape 14"/>
            <p:cNvSpPr/>
            <p:nvPr/>
          </p:nvSpPr>
          <p:spPr>
            <a:xfrm>
              <a:off x="10800" y="15120"/>
              <a:ext cx="1368000" cy="2644560"/>
            </a:xfrm>
            <a:custGeom>
              <a:avLst/>
              <a:gdLst>
                <a:gd name="textAreaLeft" fmla="*/ 0 w 1368000"/>
                <a:gd name="textAreaRight" fmla="*/ 1368360 w 1368000"/>
                <a:gd name="textAreaTop" fmla="*/ 0 h 2644560"/>
                <a:gd name="textAreaBottom" fmla="*/ 2644920 h 2644560"/>
                <a:gd name="GluePoint1X" fmla="*/ 0 w 2059193"/>
                <a:gd name="GluePoint1Y" fmla="*/ 3980116 h 3980116"/>
                <a:gd name="GluePoint2X" fmla="*/ 471583 w 2059193"/>
                <a:gd name="GluePoint2Y" fmla="*/ 3515678 h 3980116"/>
                <a:gd name="GluePoint3X" fmla="*/ 758666 w 2059193"/>
                <a:gd name="GluePoint3Y" fmla="*/ 3163824 h 3980116"/>
                <a:gd name="GluePoint4X" fmla="*/ 940499 w 2059193"/>
                <a:gd name="GluePoint4Y" fmla="*/ 2780824 h 3980116"/>
                <a:gd name="GluePoint5X" fmla="*/ 1055370 w 2059193"/>
                <a:gd name="GluePoint5Y" fmla="*/ 2242185 h 3980116"/>
                <a:gd name="GluePoint6X" fmla="*/ 1136714 w 2059193"/>
                <a:gd name="GluePoint6Y" fmla="*/ 1878330 h 3980116"/>
                <a:gd name="GluePoint7X" fmla="*/ 1246727 w 2059193"/>
                <a:gd name="GluePoint7Y" fmla="*/ 1562386 h 3980116"/>
                <a:gd name="GluePoint8X" fmla="*/ 1378363 w 2059193"/>
                <a:gd name="GluePoint8Y" fmla="*/ 1430750 h 3980116"/>
                <a:gd name="GluePoint9X" fmla="*/ 1691831 w 2059193"/>
                <a:gd name="GluePoint9Y" fmla="*/ 1394841 h 3980116"/>
                <a:gd name="GluePoint10X" fmla="*/ 1914335 w 2059193"/>
                <a:gd name="GluePoint10Y" fmla="*/ 1323023 h 3980116"/>
                <a:gd name="GluePoint11X" fmla="*/ 2055495 w 2059193"/>
                <a:gd name="GluePoint11Y" fmla="*/ 1098042 h 3980116"/>
                <a:gd name="GluePoint12X" fmla="*/ 2033969 w 2059193"/>
                <a:gd name="GluePoint12Y" fmla="*/ 930497 h 3980116"/>
                <a:gd name="GluePoint13X" fmla="*/ 1885664 w 2059193"/>
                <a:gd name="GluePoint13Y" fmla="*/ 760571 h 3980116"/>
                <a:gd name="GluePoint14X" fmla="*/ 1636871 w 2059193"/>
                <a:gd name="GluePoint14Y" fmla="*/ 612172 h 3980116"/>
                <a:gd name="GluePoint15X" fmla="*/ 1335405 w 2059193"/>
                <a:gd name="GluePoint15Y" fmla="*/ 459010 h 3980116"/>
                <a:gd name="GluePoint16X" fmla="*/ 1234916 w 2059193"/>
                <a:gd name="GluePoint16Y" fmla="*/ 269939 h 3980116"/>
                <a:gd name="GluePoint17X" fmla="*/ 1386935 w 2059193"/>
                <a:gd name="GluePoint17Y" fmla="*/ 0 h 39801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Freeform: Shape 15"/>
            <p:cNvSpPr/>
            <p:nvPr/>
          </p:nvSpPr>
          <p:spPr>
            <a:xfrm>
              <a:off x="18720" y="543960"/>
              <a:ext cx="493920" cy="19051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0 h 1905120"/>
                <a:gd name="textAreaBottom" fmla="*/ 1905480 h 1905120"/>
                <a:gd name="GluePoint1X" fmla="*/ 11144 w 743796"/>
                <a:gd name="GluePoint1Y" fmla="*/ 0 h 2867501"/>
                <a:gd name="GluePoint2X" fmla="*/ 353663 w 743796"/>
                <a:gd name="GluePoint2Y" fmla="*/ 55245 h 2867501"/>
                <a:gd name="GluePoint3X" fmla="*/ 571405 w 743796"/>
                <a:gd name="GluePoint3Y" fmla="*/ 179737 h 2867501"/>
                <a:gd name="GluePoint4X" fmla="*/ 688658 w 743796"/>
                <a:gd name="GluePoint4Y" fmla="*/ 368808 h 2867501"/>
                <a:gd name="GluePoint5X" fmla="*/ 731711 w 743796"/>
                <a:gd name="GluePoint5Y" fmla="*/ 612934 h 2867501"/>
                <a:gd name="GluePoint6X" fmla="*/ 725233 w 743796"/>
                <a:gd name="GluePoint6Y" fmla="*/ 995648 h 2867501"/>
                <a:gd name="GluePoint7X" fmla="*/ 742855 w 743796"/>
                <a:gd name="GluePoint7Y" fmla="*/ 1499330 h 2867501"/>
                <a:gd name="GluePoint8X" fmla="*/ 707898 w 743796"/>
                <a:gd name="GluePoint8Y" fmla="*/ 1793081 h 2867501"/>
                <a:gd name="GluePoint9X" fmla="*/ 633222 w 743796"/>
                <a:gd name="GluePoint9Y" fmla="*/ 2073592 h 2867501"/>
                <a:gd name="GluePoint10X" fmla="*/ 404527 w 743796"/>
                <a:gd name="GluePoint10Y" fmla="*/ 2472404 h 2867501"/>
                <a:gd name="GluePoint11X" fmla="*/ 0 w 743796"/>
                <a:gd name="GluePoint11Y" fmla="*/ 2867501 h 286750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Freeform: Shape 16"/>
            <p:cNvSpPr/>
            <p:nvPr/>
          </p:nvSpPr>
          <p:spPr>
            <a:xfrm>
              <a:off x="10800" y="672120"/>
              <a:ext cx="396720" cy="1689840"/>
            </a:xfrm>
            <a:custGeom>
              <a:avLst/>
              <a:gdLst>
                <a:gd name="textAreaLeft" fmla="*/ 0 w 396720"/>
                <a:gd name="textAreaRight" fmla="*/ 397080 w 396720"/>
                <a:gd name="textAreaTop" fmla="*/ 0 h 1689840"/>
                <a:gd name="textAreaBottom" fmla="*/ 1690200 h 1689840"/>
                <a:gd name="GluePoint1X" fmla="*/ 16478 w 597294"/>
                <a:gd name="GluePoint1Y" fmla="*/ 2079 h 2543540"/>
                <a:gd name="GluePoint2X" fmla="*/ 299847 w 597294"/>
                <a:gd name="GluePoint2Y" fmla="*/ 53991 h 2543540"/>
                <a:gd name="GluePoint3X" fmla="*/ 503206 w 597294"/>
                <a:gd name="GluePoint3Y" fmla="*/ 291354 h 2543540"/>
                <a:gd name="GluePoint4X" fmla="*/ 525113 w 597294"/>
                <a:gd name="GluePoint4Y" fmla="*/ 724265 h 2543540"/>
                <a:gd name="GluePoint5X" fmla="*/ 578930 w 597294"/>
                <a:gd name="GluePoint5Y" fmla="*/ 1117267 h 2543540"/>
                <a:gd name="GluePoint6X" fmla="*/ 592931 w 597294"/>
                <a:gd name="GluePoint6Y" fmla="*/ 1476359 h 2543540"/>
                <a:gd name="GluePoint7X" fmla="*/ 503206 w 597294"/>
                <a:gd name="GluePoint7Y" fmla="*/ 1859359 h 2543540"/>
                <a:gd name="GluePoint8X" fmla="*/ 291846 w 597294"/>
                <a:gd name="GluePoint8Y" fmla="*/ 2250361 h 2543540"/>
                <a:gd name="GluePoint9X" fmla="*/ 0 w 597294"/>
                <a:gd name="GluePoint9Y" fmla="*/ 2543540 h 25435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Freeform: Shape 17"/>
            <p:cNvSpPr/>
            <p:nvPr/>
          </p:nvSpPr>
          <p:spPr>
            <a:xfrm>
              <a:off x="23040" y="881280"/>
              <a:ext cx="258480" cy="1336320"/>
            </a:xfrm>
            <a:custGeom>
              <a:avLst/>
              <a:gdLst>
                <a:gd name="textAreaLeft" fmla="*/ 0 w 258480"/>
                <a:gd name="textAreaRight" fmla="*/ 258840 w 258480"/>
                <a:gd name="textAreaTop" fmla="*/ 0 h 1336320"/>
                <a:gd name="textAreaBottom" fmla="*/ 1336680 h 1336320"/>
                <a:gd name="GluePoint1X" fmla="*/ 0 w 389425"/>
                <a:gd name="GluePoint1Y" fmla="*/ 33 h 2011236"/>
                <a:gd name="GluePoint2X" fmla="*/ 171260 w 389425"/>
                <a:gd name="GluePoint2Y" fmla="*/ 60326 h 2011236"/>
                <a:gd name="GluePoint3X" fmla="*/ 211455 w 389425"/>
                <a:gd name="GluePoint3Y" fmla="*/ 221204 h 2011236"/>
                <a:gd name="GluePoint4X" fmla="*/ 243078 w 389425"/>
                <a:gd name="GluePoint4Y" fmla="*/ 448089 h 2011236"/>
                <a:gd name="GluePoint5X" fmla="*/ 346424 w 389425"/>
                <a:gd name="GluePoint5Y" fmla="*/ 789941 h 2011236"/>
                <a:gd name="GluePoint6X" fmla="*/ 372237 w 389425"/>
                <a:gd name="GluePoint6Y" fmla="*/ 942151 h 2011236"/>
                <a:gd name="GluePoint7X" fmla="*/ 386620 w 389425"/>
                <a:gd name="GluePoint7Y" fmla="*/ 1272478 h 2011236"/>
                <a:gd name="GluePoint8X" fmla="*/ 280416 w 389425"/>
                <a:gd name="GluePoint8Y" fmla="*/ 1660241 h 2011236"/>
                <a:gd name="GluePoint9X" fmla="*/ 151257 w 389425"/>
                <a:gd name="GluePoint9Y" fmla="*/ 1844073 h 2011236"/>
                <a:gd name="GluePoint10X" fmla="*/ 1905 w 389425"/>
                <a:gd name="GluePoint10Y" fmla="*/ 2011237 h 20112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0" name="Graphic 157"/>
          <p:cNvGrpSpPr/>
          <p:nvPr/>
        </p:nvGrpSpPr>
        <p:grpSpPr>
          <a:xfrm>
            <a:off x="8610480" y="3276720"/>
            <a:ext cx="3529080" cy="3580920"/>
            <a:chOff x="8610480" y="3276720"/>
            <a:chExt cx="3529080" cy="3580920"/>
          </a:xfrm>
        </p:grpSpPr>
        <p:sp>
          <p:nvSpPr>
            <p:cNvPr id="241" name="Freeform: Shape 19"/>
            <p:cNvSpPr/>
            <p:nvPr/>
          </p:nvSpPr>
          <p:spPr>
            <a:xfrm>
              <a:off x="8610480" y="3276720"/>
              <a:ext cx="3515760" cy="3565080"/>
            </a:xfrm>
            <a:custGeom>
              <a:avLst/>
              <a:gdLst>
                <a:gd name="textAreaLeft" fmla="*/ 0 w 3515760"/>
                <a:gd name="textAreaRight" fmla="*/ 3516120 w 3515760"/>
                <a:gd name="textAreaTop" fmla="*/ 0 h 3565080"/>
                <a:gd name="textAreaBottom" fmla="*/ 3565440 h 3565080"/>
                <a:gd name="GluePoint1X" fmla="*/ 0 w 3946874"/>
                <a:gd name="GluePoint1Y" fmla="*/ 3989641 h 3989641"/>
                <a:gd name="GluePoint2X" fmla="*/ 79439 w 3946874"/>
                <a:gd name="GluePoint2Y" fmla="*/ 3891153 h 3989641"/>
                <a:gd name="GluePoint3X" fmla="*/ 297371 w 3946874"/>
                <a:gd name="GluePoint3Y" fmla="*/ 3626930 h 3989641"/>
                <a:gd name="GluePoint4X" fmla="*/ 454343 w 3946874"/>
                <a:gd name="GluePoint4Y" fmla="*/ 3440335 h 3989641"/>
                <a:gd name="GluePoint5X" fmla="*/ 622363 w 3946874"/>
                <a:gd name="GluePoint5Y" fmla="*/ 3290697 h 3989641"/>
                <a:gd name="GluePoint6X" fmla="*/ 927068 w 3946874"/>
                <a:gd name="GluePoint6Y" fmla="*/ 3087434 h 3989641"/>
                <a:gd name="GluePoint7X" fmla="*/ 1176338 w 3946874"/>
                <a:gd name="GluePoint7Y" fmla="*/ 2915603 h 3989641"/>
                <a:gd name="GluePoint8X" fmla="*/ 1394270 w 3946874"/>
                <a:gd name="GluePoint8Y" fmla="*/ 2780729 h 3989641"/>
                <a:gd name="GluePoint9X" fmla="*/ 1601057 w 3946874"/>
                <a:gd name="GluePoint9Y" fmla="*/ 2723483 h 3989641"/>
                <a:gd name="GluePoint10X" fmla="*/ 1756220 w 3946874"/>
                <a:gd name="GluePoint10Y" fmla="*/ 2743772 h 3989641"/>
                <a:gd name="GluePoint11X" fmla="*/ 1889189 w 3946874"/>
                <a:gd name="GluePoint11Y" fmla="*/ 2765965 h 3989641"/>
                <a:gd name="GluePoint12X" fmla="*/ 2007394 w 3946874"/>
                <a:gd name="GluePoint12Y" fmla="*/ 2765965 h 3989641"/>
                <a:gd name="GluePoint13X" fmla="*/ 2184654 w 3946874"/>
                <a:gd name="GluePoint13Y" fmla="*/ 2671763 h 3989641"/>
                <a:gd name="GluePoint14X" fmla="*/ 2372773 w 3946874"/>
                <a:gd name="GluePoint14Y" fmla="*/ 2538984 h 3989641"/>
                <a:gd name="GluePoint15X" fmla="*/ 2439543 w 3946874"/>
                <a:gd name="GluePoint15Y" fmla="*/ 2510504 h 3989641"/>
                <a:gd name="GluePoint16X" fmla="*/ 2650617 w 3946874"/>
                <a:gd name="GluePoint16Y" fmla="*/ 2434781 h 3989641"/>
                <a:gd name="GluePoint17X" fmla="*/ 2785110 w 3946874"/>
                <a:gd name="GluePoint17Y" fmla="*/ 2383060 h 3989641"/>
                <a:gd name="GluePoint18X" fmla="*/ 2897315 w 3946874"/>
                <a:gd name="GluePoint18Y" fmla="*/ 2318861 h 3989641"/>
                <a:gd name="GluePoint19X" fmla="*/ 2997994 w 3946874"/>
                <a:gd name="GluePoint19Y" fmla="*/ 2226183 h 3989641"/>
                <a:gd name="GluePoint20X" fmla="*/ 3061240 w 3946874"/>
                <a:gd name="GluePoint20Y" fmla="*/ 2141506 h 3989641"/>
                <a:gd name="GluePoint21X" fmla="*/ 3152108 w 3946874"/>
                <a:gd name="GluePoint21Y" fmla="*/ 2005203 h 3989641"/>
                <a:gd name="GluePoint22X" fmla="*/ 3274124 w 3946874"/>
                <a:gd name="GluePoint22Y" fmla="*/ 1871567 h 3989641"/>
                <a:gd name="GluePoint23X" fmla="*/ 3388138 w 3946874"/>
                <a:gd name="GluePoint23Y" fmla="*/ 1770888 h 3989641"/>
                <a:gd name="GluePoint24X" fmla="*/ 3466529 w 3946874"/>
                <a:gd name="GluePoint24Y" fmla="*/ 1679162 h 3989641"/>
                <a:gd name="GluePoint25X" fmla="*/ 3538633 w 3946874"/>
                <a:gd name="GluePoint25Y" fmla="*/ 1551718 h 3989641"/>
                <a:gd name="GluePoint26X" fmla="*/ 3588544 w 3946874"/>
                <a:gd name="GluePoint26Y" fmla="*/ 1376172 h 3989641"/>
                <a:gd name="GluePoint27X" fmla="*/ 3597402 w 3946874"/>
                <a:gd name="GluePoint27Y" fmla="*/ 1293305 h 3989641"/>
                <a:gd name="GluePoint28X" fmla="*/ 3721227 w 3946874"/>
                <a:gd name="GluePoint28Y" fmla="*/ 880491 h 3989641"/>
                <a:gd name="GluePoint29X" fmla="*/ 3761137 w 3946874"/>
                <a:gd name="GluePoint29Y" fmla="*/ 463677 h 3989641"/>
                <a:gd name="GluePoint30X" fmla="*/ 3946874 w 3946874"/>
                <a:gd name="GluePoint30Y" fmla="*/ 0 h 398964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Freeform: Shape 20"/>
            <p:cNvSpPr/>
            <p:nvPr/>
          </p:nvSpPr>
          <p:spPr>
            <a:xfrm>
              <a:off x="8861040" y="4186080"/>
              <a:ext cx="3265200" cy="2667600"/>
            </a:xfrm>
            <a:custGeom>
              <a:avLst/>
              <a:gdLst>
                <a:gd name="textAreaLeft" fmla="*/ 0 w 3265200"/>
                <a:gd name="textAreaRight" fmla="*/ 3265560 w 3265200"/>
                <a:gd name="textAreaTop" fmla="*/ 0 h 2667600"/>
                <a:gd name="textAreaBottom" fmla="*/ 2667960 h 2667600"/>
                <a:gd name="GluePoint1X" fmla="*/ 0 w 3665410"/>
                <a:gd name="GluePoint1Y" fmla="*/ 2985611 h 2985611"/>
                <a:gd name="GluePoint2X" fmla="*/ 166211 w 3665410"/>
                <a:gd name="GluePoint2Y" fmla="*/ 2699766 h 2985611"/>
                <a:gd name="GluePoint3X" fmla="*/ 397002 w 3665410"/>
                <a:gd name="GluePoint3Y" fmla="*/ 2414969 h 2985611"/>
                <a:gd name="GluePoint4X" fmla="*/ 620173 w 3665410"/>
                <a:gd name="GluePoint4Y" fmla="*/ 2237899 h 2985611"/>
                <a:gd name="GluePoint5X" fmla="*/ 823341 w 3665410"/>
                <a:gd name="GluePoint5Y" fmla="*/ 2085499 h 2985611"/>
                <a:gd name="GluePoint6X" fmla="*/ 1089565 w 3665410"/>
                <a:gd name="GluePoint6Y" fmla="*/ 1911477 h 2985611"/>
                <a:gd name="GluePoint7X" fmla="*/ 1145000 w 3665410"/>
                <a:gd name="GluePoint7Y" fmla="*/ 1886807 h 2985611"/>
                <a:gd name="GluePoint8X" fmla="*/ 1375791 w 3665410"/>
                <a:gd name="GluePoint8Y" fmla="*/ 1842135 h 2985611"/>
                <a:gd name="GluePoint9X" fmla="*/ 1486567 w 3665410"/>
                <a:gd name="GluePoint9Y" fmla="*/ 1857566 h 2985611"/>
                <a:gd name="GluePoint10X" fmla="*/ 1568101 w 3665410"/>
                <a:gd name="GluePoint10Y" fmla="*/ 1871377 h 2985611"/>
                <a:gd name="GluePoint11X" fmla="*/ 1810607 w 3665410"/>
                <a:gd name="GluePoint11Y" fmla="*/ 1871377 h 2985611"/>
                <a:gd name="GluePoint12X" fmla="*/ 1997964 w 3665410"/>
                <a:gd name="GluePoint12Y" fmla="*/ 1790605 h 2985611"/>
                <a:gd name="GluePoint13X" fmla="*/ 2109883 w 3665410"/>
                <a:gd name="GluePoint13Y" fmla="*/ 1702784 h 2985611"/>
                <a:gd name="GluePoint14X" fmla="*/ 2321433 w 3665410"/>
                <a:gd name="GluePoint14Y" fmla="*/ 1552384 h 2985611"/>
                <a:gd name="GluePoint15X" fmla="*/ 2558891 w 3665410"/>
                <a:gd name="GluePoint15Y" fmla="*/ 1453420 h 2985611"/>
                <a:gd name="GluePoint16X" fmla="*/ 2709767 w 3665410"/>
                <a:gd name="GluePoint16Y" fmla="*/ 1377887 h 2985611"/>
                <a:gd name="GluePoint17X" fmla="*/ 2885408 w 3665410"/>
                <a:gd name="GluePoint17Y" fmla="*/ 1237393 h 2985611"/>
                <a:gd name="GluePoint18X" fmla="*/ 3017711 w 3665410"/>
                <a:gd name="GluePoint18Y" fmla="*/ 1072229 h 2985611"/>
                <a:gd name="GluePoint19X" fmla="*/ 3150680 w 3665410"/>
                <a:gd name="GluePoint19Y" fmla="*/ 921830 h 2985611"/>
                <a:gd name="GluePoint20X" fmla="*/ 3255169 w 3665410"/>
                <a:gd name="GluePoint20Y" fmla="*/ 801815 h 2985611"/>
                <a:gd name="GluePoint21X" fmla="*/ 3339275 w 3665410"/>
                <a:gd name="GluePoint21Y" fmla="*/ 694182 h 2985611"/>
                <a:gd name="GluePoint22X" fmla="*/ 3409188 w 3665410"/>
                <a:gd name="GluePoint22Y" fmla="*/ 546926 h 2985611"/>
                <a:gd name="GluePoint23X" fmla="*/ 3464243 w 3665410"/>
                <a:gd name="GluePoint23Y" fmla="*/ 347663 h 2985611"/>
                <a:gd name="GluePoint24X" fmla="*/ 3665411 w 3665410"/>
                <a:gd name="GluePoint24Y" fmla="*/ 0 h 29856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</a:cxnLst>
              <a:rect l="textAreaLeft" t="textAreaTop" r="textAreaRight" b="textAreaBottom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Freeform: Shape 21"/>
            <p:cNvSpPr/>
            <p:nvPr/>
          </p:nvSpPr>
          <p:spPr>
            <a:xfrm>
              <a:off x="11885040" y="6677640"/>
              <a:ext cx="254520" cy="177480"/>
            </a:xfrm>
            <a:custGeom>
              <a:avLst/>
              <a:gdLst>
                <a:gd name="textAreaLeft" fmla="*/ 0 w 254520"/>
                <a:gd name="textAreaRight" fmla="*/ 254880 w 254520"/>
                <a:gd name="textAreaTop" fmla="*/ 0 h 177480"/>
                <a:gd name="textAreaBottom" fmla="*/ 177840 h 177480"/>
                <a:gd name="GluePoint1X" fmla="*/ 0 w 285940"/>
                <a:gd name="GluePoint1Y" fmla="*/ 199073 h 199072"/>
                <a:gd name="GluePoint2X" fmla="*/ 285940 w 285940"/>
                <a:gd name="GluePoint2Y" fmla="*/ 0 h 19907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Freeform: Shape 22"/>
            <p:cNvSpPr/>
            <p:nvPr/>
          </p:nvSpPr>
          <p:spPr>
            <a:xfrm>
              <a:off x="11531160" y="6516720"/>
              <a:ext cx="583920" cy="340200"/>
            </a:xfrm>
            <a:custGeom>
              <a:avLst/>
              <a:gdLst>
                <a:gd name="textAreaLeft" fmla="*/ 0 w 583920"/>
                <a:gd name="textAreaRight" fmla="*/ 584280 w 583920"/>
                <a:gd name="textAreaTop" fmla="*/ 0 h 340200"/>
                <a:gd name="textAreaBottom" fmla="*/ 340560 h 340200"/>
                <a:gd name="GluePoint1X" fmla="*/ 0 w 655796"/>
                <a:gd name="GluePoint1Y" fmla="*/ 381190 h 381190"/>
                <a:gd name="GluePoint2X" fmla="*/ 655796 w 655796"/>
                <a:gd name="GluePoint2Y" fmla="*/ 0 h 3811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Freeform: Shape 23"/>
            <p:cNvSpPr/>
            <p:nvPr/>
          </p:nvSpPr>
          <p:spPr>
            <a:xfrm>
              <a:off x="9536400" y="5460480"/>
              <a:ext cx="2589840" cy="1380240"/>
            </a:xfrm>
            <a:custGeom>
              <a:avLst/>
              <a:gdLst>
                <a:gd name="textAreaLeft" fmla="*/ 0 w 2589840"/>
                <a:gd name="textAreaRight" fmla="*/ 2590200 w 2589840"/>
                <a:gd name="textAreaTop" fmla="*/ 0 h 1380240"/>
                <a:gd name="textAreaBottom" fmla="*/ 1380600 h 1380240"/>
                <a:gd name="GluePoint1X" fmla="*/ 0 w 2907315"/>
                <a:gd name="GluePoint1Y" fmla="*/ 1544764 h 1544764"/>
                <a:gd name="GluePoint2X" fmla="*/ 201644 w 2907315"/>
                <a:gd name="GluePoint2Y" fmla="*/ 1352550 h 1544764"/>
                <a:gd name="GluePoint3X" fmla="*/ 423196 w 2907315"/>
                <a:gd name="GluePoint3Y" fmla="*/ 1196054 h 1544764"/>
                <a:gd name="GluePoint4X" fmla="*/ 782193 w 2907315"/>
                <a:gd name="GluePoint4Y" fmla="*/ 1099947 h 1544764"/>
                <a:gd name="GluePoint5X" fmla="*/ 1052513 w 2907315"/>
                <a:gd name="GluePoint5Y" fmla="*/ 1042321 h 1544764"/>
                <a:gd name="GluePoint6X" fmla="*/ 1311783 w 2907315"/>
                <a:gd name="GluePoint6Y" fmla="*/ 1056037 h 1544764"/>
                <a:gd name="GluePoint7X" fmla="*/ 1484662 w 2907315"/>
                <a:gd name="GluePoint7Y" fmla="*/ 1083469 h 1544764"/>
                <a:gd name="GluePoint8X" fmla="*/ 1788224 w 2907315"/>
                <a:gd name="GluePoint8Y" fmla="*/ 1023080 h 1544764"/>
                <a:gd name="GluePoint9X" fmla="*/ 2269045 w 2907315"/>
                <a:gd name="GluePoint9Y" fmla="*/ 734758 h 1544764"/>
                <a:gd name="GluePoint10X" fmla="*/ 2534984 w 2907315"/>
                <a:gd name="GluePoint10Y" fmla="*/ 572738 h 1544764"/>
                <a:gd name="GluePoint11X" fmla="*/ 2907316 w 2907315"/>
                <a:gd name="GluePoint11Y" fmla="*/ 0 h 15447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Freeform: Shape 24"/>
            <p:cNvSpPr/>
            <p:nvPr/>
          </p:nvSpPr>
          <p:spPr>
            <a:xfrm>
              <a:off x="9317160" y="5113080"/>
              <a:ext cx="2822040" cy="1744560"/>
            </a:xfrm>
            <a:custGeom>
              <a:avLst/>
              <a:gdLst>
                <a:gd name="textAreaLeft" fmla="*/ 0 w 2822040"/>
                <a:gd name="textAreaRight" fmla="*/ 2822400 w 2822040"/>
                <a:gd name="textAreaTop" fmla="*/ 0 h 1744560"/>
                <a:gd name="textAreaBottom" fmla="*/ 1744920 h 1744560"/>
                <a:gd name="GluePoint1X" fmla="*/ 0 w 3168300"/>
                <a:gd name="GluePoint1Y" fmla="*/ 1952435 h 1952434"/>
                <a:gd name="GluePoint2X" fmla="*/ 202121 w 3168300"/>
                <a:gd name="GluePoint2Y" fmla="*/ 1687068 h 1952434"/>
                <a:gd name="GluePoint3X" fmla="*/ 545116 w 3168300"/>
                <a:gd name="GluePoint3Y" fmla="*/ 1450277 h 1952434"/>
                <a:gd name="GluePoint4X" fmla="*/ 906780 w 3168300"/>
                <a:gd name="GluePoint4Y" fmla="*/ 1354455 h 1952434"/>
                <a:gd name="GluePoint5X" fmla="*/ 1332262 w 3168300"/>
                <a:gd name="GluePoint5Y" fmla="*/ 1285304 h 1952434"/>
                <a:gd name="GluePoint6X" fmla="*/ 1691259 w 3168300"/>
                <a:gd name="GluePoint6Y" fmla="*/ 1240060 h 1952434"/>
                <a:gd name="GluePoint7X" fmla="*/ 2010346 w 3168300"/>
                <a:gd name="GluePoint7Y" fmla="*/ 1141667 h 1952434"/>
                <a:gd name="GluePoint8X" fmla="*/ 2393252 w 3168300"/>
                <a:gd name="GluePoint8Y" fmla="*/ 1027271 h 1952434"/>
                <a:gd name="GluePoint9X" fmla="*/ 2582037 w 3168300"/>
                <a:gd name="GluePoint9Y" fmla="*/ 958120 h 1952434"/>
                <a:gd name="GluePoint10X" fmla="*/ 2760155 w 3168300"/>
                <a:gd name="GluePoint10Y" fmla="*/ 827723 h 1952434"/>
                <a:gd name="GluePoint11X" fmla="*/ 2914364 w 3168300"/>
                <a:gd name="GluePoint11Y" fmla="*/ 567023 h 1952434"/>
                <a:gd name="GluePoint12X" fmla="*/ 3168301 w 3168300"/>
                <a:gd name="GluePoint12Y" fmla="*/ 0 h 19524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Freeform: Shape 25"/>
            <p:cNvSpPr/>
            <p:nvPr/>
          </p:nvSpPr>
          <p:spPr>
            <a:xfrm>
              <a:off x="9136080" y="4664160"/>
              <a:ext cx="2990160" cy="2190960"/>
            </a:xfrm>
            <a:custGeom>
              <a:avLst/>
              <a:gdLst>
                <a:gd name="textAreaLeft" fmla="*/ 0 w 2990160"/>
                <a:gd name="textAreaRight" fmla="*/ 2990520 w 2990160"/>
                <a:gd name="textAreaTop" fmla="*/ 0 h 2190960"/>
                <a:gd name="textAreaBottom" fmla="*/ 2191320 h 2190960"/>
                <a:gd name="GluePoint1X" fmla="*/ 0 w 3356800"/>
                <a:gd name="GluePoint1Y" fmla="*/ 2452021 h 2452020"/>
                <a:gd name="GluePoint2X" fmla="*/ 130874 w 3356800"/>
                <a:gd name="GluePoint2Y" fmla="*/ 2247710 h 2452020"/>
                <a:gd name="GluePoint3X" fmla="*/ 437197 w 3356800"/>
                <a:gd name="GluePoint3Y" fmla="*/ 1941195 h 2452020"/>
                <a:gd name="GluePoint4X" fmla="*/ 737140 w 3356800"/>
                <a:gd name="GluePoint4Y" fmla="*/ 1736884 h 2452020"/>
                <a:gd name="GluePoint5X" fmla="*/ 1031843 w 3356800"/>
                <a:gd name="GluePoint5Y" fmla="*/ 1685068 h 2452020"/>
                <a:gd name="GluePoint6X" fmla="*/ 1287304 w 3356800"/>
                <a:gd name="GluePoint6Y" fmla="*/ 1655826 h 2452020"/>
                <a:gd name="GluePoint7X" fmla="*/ 1471994 w 3356800"/>
                <a:gd name="GluePoint7Y" fmla="*/ 1634300 h 2452020"/>
                <a:gd name="GluePoint8X" fmla="*/ 1898237 w 3356800"/>
                <a:gd name="GluePoint8Y" fmla="*/ 1512665 h 2452020"/>
                <a:gd name="GluePoint9X" fmla="*/ 2229136 w 3356800"/>
                <a:gd name="GluePoint9Y" fmla="*/ 1355598 h 2452020"/>
                <a:gd name="GluePoint10X" fmla="*/ 2512314 w 3356800"/>
                <a:gd name="GluePoint10Y" fmla="*/ 1238631 h 2452020"/>
                <a:gd name="GluePoint11X" fmla="*/ 2758535 w 3356800"/>
                <a:gd name="GluePoint11Y" fmla="*/ 1096994 h 2452020"/>
                <a:gd name="GluePoint12X" fmla="*/ 2935510 w 3356800"/>
                <a:gd name="GluePoint12Y" fmla="*/ 919925 h 2452020"/>
                <a:gd name="GluePoint13X" fmla="*/ 3081719 w 3356800"/>
                <a:gd name="GluePoint13Y" fmla="*/ 687419 h 2452020"/>
                <a:gd name="GluePoint14X" fmla="*/ 3356800 w 3356800"/>
                <a:gd name="GluePoint14Y" fmla="*/ 0 h 24520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en-US" sz="32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Click to edit Master title style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3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ru-RU" sz="32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Second level</a:t>
            </a:r>
            <a:endParaRPr lang="ru-RU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Third level</a:t>
            </a:r>
            <a:endParaRPr lang="ru-RU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Fourth level</a:t>
            </a:r>
            <a:endParaRPr lang="ru-RU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10000"/>
              </a:lnSpc>
              <a:spcBef>
                <a:spcPts val="499"/>
              </a:spcBef>
              <a:buClr>
                <a:srgbClr val="7162fe"/>
              </a:buClr>
              <a:buFont typeface="Avenir Next LT Pro"/>
              <a:buChar char="+"/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Fifth level</a:t>
            </a:r>
            <a:endParaRPr lang="ru-RU" sz="20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ru-RU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PlaceHolder 6"/>
          <p:cNvSpPr>
            <a:spLocks noGrp="1"/>
          </p:cNvSpPr>
          <p:nvPr>
            <p:ph type="sldNum" idx="30"/>
          </p:nvPr>
        </p:nvSpPr>
        <p:spPr>
          <a:xfrm>
            <a:off x="9906120" y="6356520"/>
            <a:ext cx="1447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1C80D7-6E5E-4D5A-8C8E-CBF76F863C75}" type="slidenum">
              <a: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Rectangle 6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2"/>
          </a:solidFill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venirNext LT Pro Medium"/>
            </a:endParaRPr>
          </a:p>
        </p:txBody>
      </p:sp>
      <p:sp>
        <p:nvSpPr>
          <p:cNvPr id="255" name="Freeform: Shape 7"/>
          <p:cNvSpPr/>
          <p:nvPr/>
        </p:nvSpPr>
        <p:spPr>
          <a:xfrm rot="10800000">
            <a:off x="693000" y="-2880"/>
            <a:ext cx="1325880" cy="597240"/>
          </a:xfrm>
          <a:custGeom>
            <a:avLst/>
            <a:gdLst>
              <a:gd name="textAreaLeft" fmla="*/ 0 w 1325880"/>
              <a:gd name="textAreaRight" fmla="*/ 1326240 w 1325880"/>
              <a:gd name="textAreaTop" fmla="*/ 0 h 597240"/>
              <a:gd name="textAreaBottom" fmla="*/ 597600 h 597240"/>
              <a:gd name="GluePoint1X" fmla="*/ 741051 w 1482102"/>
              <a:gd name="GluePoint1Y" fmla="*/ 0 h 679363"/>
              <a:gd name="GluePoint2X" fmla="*/ 1473822 w 1482102"/>
              <a:gd name="GluePoint2Y" fmla="*/ 597226 h 679363"/>
              <a:gd name="GluePoint3X" fmla="*/ 1482102 w 1482102"/>
              <a:gd name="GluePoint3Y" fmla="*/ 679363 h 679363"/>
              <a:gd name="GluePoint4X" fmla="*/ 0 w 1482102"/>
              <a:gd name="GluePoint4Y" fmla="*/ 679363 h 679363"/>
              <a:gd name="GluePoint5X" fmla="*/ 8280 w 1482102"/>
              <a:gd name="GluePoint5Y" fmla="*/ 597226 h 679363"/>
              <a:gd name="GluePoint6X" fmla="*/ 741051 w 1482102"/>
              <a:gd name="GluePoint6Y" fmla="*/ 0 h 6793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56" name="Freeform: Shape 8"/>
          <p:cNvSpPr/>
          <p:nvPr/>
        </p:nvSpPr>
        <p:spPr>
          <a:xfrm>
            <a:off x="10439280" y="6172200"/>
            <a:ext cx="1481760" cy="678960"/>
          </a:xfrm>
          <a:custGeom>
            <a:avLst/>
            <a:gdLst>
              <a:gd name="textAreaLeft" fmla="*/ 0 w 1481760"/>
              <a:gd name="textAreaRight" fmla="*/ 1482120 w 1481760"/>
              <a:gd name="textAreaTop" fmla="*/ 0 h 678960"/>
              <a:gd name="textAreaBottom" fmla="*/ 679320 h 678960"/>
              <a:gd name="GluePoint1X" fmla="*/ 741051 w 1482102"/>
              <a:gd name="GluePoint1Y" fmla="*/ 0 h 679363"/>
              <a:gd name="GluePoint2X" fmla="*/ 1473822 w 1482102"/>
              <a:gd name="GluePoint2Y" fmla="*/ 597226 h 679363"/>
              <a:gd name="GluePoint3X" fmla="*/ 1482102 w 1482102"/>
              <a:gd name="GluePoint3Y" fmla="*/ 679363 h 679363"/>
              <a:gd name="GluePoint4X" fmla="*/ 0 w 1482102"/>
              <a:gd name="GluePoint4Y" fmla="*/ 679363 h 679363"/>
              <a:gd name="GluePoint5X" fmla="*/ 8280 w 1482102"/>
              <a:gd name="GluePoint5Y" fmla="*/ 597226 h 679363"/>
              <a:gd name="GluePoint6X" fmla="*/ 741051 w 1482102"/>
              <a:gd name="GluePoint6Y" fmla="*/ 0 h 6793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57" name="Freeform: Shape 9"/>
          <p:cNvSpPr/>
          <p:nvPr/>
        </p:nvSpPr>
        <p:spPr>
          <a:xfrm>
            <a:off x="7977240" y="5197320"/>
            <a:ext cx="4211280" cy="1660320"/>
          </a:xfrm>
          <a:custGeom>
            <a:avLst/>
            <a:gdLst>
              <a:gd name="textAreaLeft" fmla="*/ 0 w 4211280"/>
              <a:gd name="textAreaRight" fmla="*/ 4211640 w 4211280"/>
              <a:gd name="textAreaTop" fmla="*/ 0 h 1660320"/>
              <a:gd name="textAreaBottom" fmla="*/ 1660680 h 1660320"/>
              <a:gd name="GluePoint1X" fmla="*/ 4211600 w 4211600"/>
              <a:gd name="GluePoint1Y" fmla="*/ 0 h 1660822"/>
              <a:gd name="GluePoint2X" fmla="*/ 4211600 w 4211600"/>
              <a:gd name="GluePoint2Y" fmla="*/ 58430 h 1660822"/>
              <a:gd name="GluePoint3X" fmla="*/ 4136524 w 4211600"/>
              <a:gd name="GluePoint3Y" fmla="*/ 208808 h 1660822"/>
              <a:gd name="GluePoint4X" fmla="*/ 3973354 w 4211600"/>
              <a:gd name="GluePoint4Y" fmla="*/ 437313 h 1660822"/>
              <a:gd name="GluePoint5X" fmla="*/ 3884746 w 4211600"/>
              <a:gd name="GluePoint5Y" fmla="*/ 553613 h 1660822"/>
              <a:gd name="GluePoint6X" fmla="*/ 3849435 w 4211600"/>
              <a:gd name="GluePoint6Y" fmla="*/ 603143 h 1660822"/>
              <a:gd name="GluePoint7X" fmla="*/ 3661849 w 4211600"/>
              <a:gd name="GluePoint7Y" fmla="*/ 819075 h 1660822"/>
              <a:gd name="GluePoint8X" fmla="*/ 3402589 w 4211600"/>
              <a:gd name="GluePoint8Y" fmla="*/ 952996 h 1660822"/>
              <a:gd name="GluePoint9X" fmla="*/ 3130202 w 4211600"/>
              <a:gd name="GluePoint9Y" fmla="*/ 1023386 h 1660822"/>
              <a:gd name="GluePoint10X" fmla="*/ 2914657 w 4211600"/>
              <a:gd name="GluePoint10Y" fmla="*/ 1068058 h 1660822"/>
              <a:gd name="GluePoint11X" fmla="*/ 2582149 w 4211600"/>
              <a:gd name="GluePoint11Y" fmla="*/ 1138924 h 1660822"/>
              <a:gd name="GluePoint12X" fmla="*/ 2483958 w 4211600"/>
              <a:gd name="GluePoint12Y" fmla="*/ 1162356 h 1660822"/>
              <a:gd name="GluePoint13X" fmla="*/ 2123750 w 4211600"/>
              <a:gd name="GluePoint13Y" fmla="*/ 1238651 h 1660822"/>
              <a:gd name="GluePoint14X" fmla="*/ 1761444 w 4211600"/>
              <a:gd name="GluePoint14Y" fmla="*/ 1273417 h 1660822"/>
              <a:gd name="GluePoint15X" fmla="*/ 1608382 w 4211600"/>
              <a:gd name="GluePoint15Y" fmla="*/ 1284466 h 1660822"/>
              <a:gd name="GluePoint16X" fmla="*/ 999942 w 4211600"/>
              <a:gd name="GluePoint16Y" fmla="*/ 1354284 h 1660822"/>
              <a:gd name="GluePoint17X" fmla="*/ 484705 w 4211600"/>
              <a:gd name="GluePoint17Y" fmla="*/ 1450487 h 1660822"/>
              <a:gd name="GluePoint18X" fmla="*/ 113310 w 4211600"/>
              <a:gd name="GluePoint18Y" fmla="*/ 1613700 h 1660822"/>
              <a:gd name="GluePoint19X" fmla="*/ 39668 w 4211600"/>
              <a:gd name="GluePoint19Y" fmla="*/ 1660822 h 1660822"/>
              <a:gd name="GluePoint20X" fmla="*/ 0 w 4211600"/>
              <a:gd name="GluePoint20Y" fmla="*/ 1660822 h 1660822"/>
              <a:gd name="GluePoint21X" fmla="*/ 96701 w 4211600"/>
              <a:gd name="GluePoint21Y" fmla="*/ 1598934 h 1660822"/>
              <a:gd name="GluePoint22X" fmla="*/ 474335 w 4211600"/>
              <a:gd name="GluePoint22Y" fmla="*/ 1433056 h 1660822"/>
              <a:gd name="GluePoint23X" fmla="*/ 994299 w 4211600"/>
              <a:gd name="GluePoint23Y" fmla="*/ 1335806 h 1660822"/>
              <a:gd name="GluePoint24X" fmla="*/ 1605231 w 4211600"/>
              <a:gd name="GluePoint24Y" fmla="*/ 1265702 h 1660822"/>
              <a:gd name="GluePoint25X" fmla="*/ 1758819 w 4211600"/>
              <a:gd name="GluePoint25Y" fmla="*/ 1254558 h 1660822"/>
              <a:gd name="GluePoint26X" fmla="*/ 2118106 w 4211600"/>
              <a:gd name="GluePoint26Y" fmla="*/ 1220077 h 1660822"/>
              <a:gd name="GluePoint27X" fmla="*/ 2475557 w 4211600"/>
              <a:gd name="GluePoint27Y" fmla="*/ 1144353 h 1660822"/>
              <a:gd name="GluePoint28X" fmla="*/ 2573878 w 4211600"/>
              <a:gd name="GluePoint28Y" fmla="*/ 1120827 h 1660822"/>
              <a:gd name="GluePoint29X" fmla="*/ 2907437 w 4211600"/>
              <a:gd name="GluePoint29Y" fmla="*/ 1049675 h 1660822"/>
              <a:gd name="GluePoint30X" fmla="*/ 3122589 w 4211600"/>
              <a:gd name="GluePoint30Y" fmla="*/ 1005098 h 1660822"/>
              <a:gd name="GluePoint31X" fmla="*/ 3391169 w 4211600"/>
              <a:gd name="GluePoint31Y" fmla="*/ 935756 h 1660822"/>
              <a:gd name="GluePoint32X" fmla="*/ 3642290 w 4211600"/>
              <a:gd name="GluePoint32Y" fmla="*/ 806216 h 1660822"/>
              <a:gd name="GluePoint33X" fmla="*/ 3825937 w 4211600"/>
              <a:gd name="GluePoint33Y" fmla="*/ 594475 h 1660822"/>
              <a:gd name="GluePoint34X" fmla="*/ 3861381 w 4211600"/>
              <a:gd name="GluePoint34Y" fmla="*/ 544755 h 1660822"/>
              <a:gd name="GluePoint35X" fmla="*/ 3950381 w 4211600"/>
              <a:gd name="GluePoint35Y" fmla="*/ 427978 h 1660822"/>
              <a:gd name="GluePoint36X" fmla="*/ 4112370 w 4211600"/>
              <a:gd name="GluePoint36Y" fmla="*/ 201378 h 1660822"/>
              <a:gd name="GluePoint37X" fmla="*/ 4195989 w 4211600"/>
              <a:gd name="GluePoint37Y" fmla="*/ 33834 h 166082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</a:cxnLst>
            <a:rect l="textAreaLeft" t="textAreaTop" r="textAreaRight" b="textAreaBottom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grpSp>
        <p:nvGrpSpPr>
          <p:cNvPr id="258" name="Graphic 141"/>
          <p:cNvGrpSpPr/>
          <p:nvPr/>
        </p:nvGrpSpPr>
        <p:grpSpPr>
          <a:xfrm>
            <a:off x="10800" y="15120"/>
            <a:ext cx="2198520" cy="3330720"/>
            <a:chOff x="10800" y="15120"/>
            <a:chExt cx="2198520" cy="3330720"/>
          </a:xfrm>
        </p:grpSpPr>
        <p:sp>
          <p:nvSpPr>
            <p:cNvPr id="259" name="Freeform: Shape 11"/>
            <p:cNvSpPr/>
            <p:nvPr/>
          </p:nvSpPr>
          <p:spPr>
            <a:xfrm>
              <a:off x="19440" y="15120"/>
              <a:ext cx="2189880" cy="3330720"/>
            </a:xfrm>
            <a:custGeom>
              <a:avLst/>
              <a:gdLst>
                <a:gd name="textAreaLeft" fmla="*/ 0 w 2189880"/>
                <a:gd name="textAreaRight" fmla="*/ 2190240 w 2189880"/>
                <a:gd name="textAreaTop" fmla="*/ 0 h 3330720"/>
                <a:gd name="textAreaBottom" fmla="*/ 3331080 h 3330720"/>
                <a:gd name="GluePoint1X" fmla="*/ 0 w 3296088"/>
                <a:gd name="GluePoint1Y" fmla="*/ 5012722 h 5012722"/>
                <a:gd name="GluePoint2X" fmla="*/ 244031 w 3296088"/>
                <a:gd name="GluePoint2Y" fmla="*/ 4820222 h 5012722"/>
                <a:gd name="GluePoint3X" fmla="*/ 729234 w 3296088"/>
                <a:gd name="GluePoint3Y" fmla="*/ 4360641 h 5012722"/>
                <a:gd name="GluePoint4X" fmla="*/ 881444 w 3296088"/>
                <a:gd name="GluePoint4Y" fmla="*/ 4173950 h 5012722"/>
                <a:gd name="GluePoint5X" fmla="*/ 1151287 w 3296088"/>
                <a:gd name="GluePoint5Y" fmla="*/ 3972877 h 5012722"/>
                <a:gd name="GluePoint6X" fmla="*/ 1498664 w 3296088"/>
                <a:gd name="GluePoint6Y" fmla="*/ 3786188 h 5012722"/>
                <a:gd name="GluePoint7X" fmla="*/ 1716881 w 3296088"/>
                <a:gd name="GluePoint7Y" fmla="*/ 3674174 h 5012722"/>
                <a:gd name="GluePoint8X" fmla="*/ 1913573 w 3296088"/>
                <a:gd name="GluePoint8Y" fmla="*/ 3477387 h 5012722"/>
                <a:gd name="GluePoint9X" fmla="*/ 2167700 w 3296088"/>
                <a:gd name="GluePoint9Y" fmla="*/ 3042190 h 5012722"/>
                <a:gd name="GluePoint10X" fmla="*/ 2273903 w 3296088"/>
                <a:gd name="GluePoint10Y" fmla="*/ 2775014 h 5012722"/>
                <a:gd name="GluePoint11X" fmla="*/ 2463356 w 3296088"/>
                <a:gd name="GluePoint11Y" fmla="*/ 2335530 h 5012722"/>
                <a:gd name="GluePoint12X" fmla="*/ 2741866 w 3296088"/>
                <a:gd name="GluePoint12Y" fmla="*/ 1982248 h 5012722"/>
                <a:gd name="GluePoint13X" fmla="*/ 2985897 w 3296088"/>
                <a:gd name="GluePoint13Y" fmla="*/ 1634681 h 5012722"/>
                <a:gd name="GluePoint14X" fmla="*/ 3212687 w 3296088"/>
                <a:gd name="GluePoint14Y" fmla="*/ 1226820 h 5012722"/>
                <a:gd name="GluePoint15X" fmla="*/ 3281553 w 3296088"/>
                <a:gd name="GluePoint15Y" fmla="*/ 959644 h 5012722"/>
                <a:gd name="GluePoint16X" fmla="*/ 3295936 w 3296088"/>
                <a:gd name="GluePoint16Y" fmla="*/ 701135 h 5012722"/>
                <a:gd name="GluePoint17X" fmla="*/ 3267266 w 3296088"/>
                <a:gd name="GluePoint17Y" fmla="*/ 436817 h 5012722"/>
                <a:gd name="GluePoint18X" fmla="*/ 3105341 w 3296088"/>
                <a:gd name="GluePoint18Y" fmla="*/ 0 h 50127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Freeform: Shape 12"/>
            <p:cNvSpPr/>
            <p:nvPr/>
          </p:nvSpPr>
          <p:spPr>
            <a:xfrm>
              <a:off x="10800" y="15120"/>
              <a:ext cx="1978200" cy="3074760"/>
            </a:xfrm>
            <a:custGeom>
              <a:avLst/>
              <a:gdLst>
                <a:gd name="textAreaLeft" fmla="*/ 0 w 1978200"/>
                <a:gd name="textAreaRight" fmla="*/ 1978560 w 1978200"/>
                <a:gd name="textAreaTop" fmla="*/ 0 h 3074760"/>
                <a:gd name="textAreaBottom" fmla="*/ 3075120 h 3074760"/>
                <a:gd name="GluePoint1X" fmla="*/ 0 w 2977477"/>
                <a:gd name="GluePoint1Y" fmla="*/ 4627150 h 4627149"/>
                <a:gd name="GluePoint2X" fmla="*/ 275082 w 2977477"/>
                <a:gd name="GluePoint2Y" fmla="*/ 4341590 h 4627149"/>
                <a:gd name="GluePoint3X" fmla="*/ 502825 w 2977477"/>
                <a:gd name="GluePoint3Y" fmla="*/ 4054126 h 4627149"/>
                <a:gd name="GluePoint4X" fmla="*/ 666179 w 2977477"/>
                <a:gd name="GluePoint4Y" fmla="*/ 3890677 h 4627149"/>
                <a:gd name="GluePoint5X" fmla="*/ 864203 w 2977477"/>
                <a:gd name="GluePoint5Y" fmla="*/ 3675983 h 4627149"/>
                <a:gd name="GluePoint6X" fmla="*/ 982599 w 2977477"/>
                <a:gd name="GluePoint6Y" fmla="*/ 3557492 h 4627149"/>
                <a:gd name="GluePoint7X" fmla="*/ 1188244 w 2977477"/>
                <a:gd name="GluePoint7Y" fmla="*/ 3329654 h 4627149"/>
                <a:gd name="GluePoint8X" fmla="*/ 1344740 w 2977477"/>
                <a:gd name="GluePoint8Y" fmla="*/ 3146774 h 4627149"/>
                <a:gd name="GluePoint9X" fmla="*/ 1470755 w 2977477"/>
                <a:gd name="GluePoint9Y" fmla="*/ 2984659 h 4627149"/>
                <a:gd name="GluePoint10X" fmla="*/ 1657636 w 2977477"/>
                <a:gd name="GluePoint10Y" fmla="*/ 2670239 h 4627149"/>
                <a:gd name="GluePoint11X" fmla="*/ 1762887 w 2977477"/>
                <a:gd name="GluePoint11Y" fmla="*/ 2473547 h 4627149"/>
                <a:gd name="GluePoint12X" fmla="*/ 1866710 w 2977477"/>
                <a:gd name="GluePoint12Y" fmla="*/ 2290667 h 4627149"/>
                <a:gd name="GluePoint13X" fmla="*/ 2106263 w 2977477"/>
                <a:gd name="GluePoint13Y" fmla="*/ 2030254 h 4627149"/>
                <a:gd name="GluePoint14X" fmla="*/ 2277237 w 2977477"/>
                <a:gd name="GluePoint14Y" fmla="*/ 1859185 h 4627149"/>
                <a:gd name="GluePoint15X" fmla="*/ 2499455 w 2977477"/>
                <a:gd name="GluePoint15Y" fmla="*/ 1656207 h 4627149"/>
                <a:gd name="GluePoint16X" fmla="*/ 2707100 w 2977477"/>
                <a:gd name="GluePoint16Y" fmla="*/ 1390269 h 4627149"/>
                <a:gd name="GluePoint17X" fmla="*/ 2812352 w 2977477"/>
                <a:gd name="GluePoint17Y" fmla="*/ 1230916 h 4627149"/>
                <a:gd name="GluePoint18X" fmla="*/ 2898172 w 2977477"/>
                <a:gd name="GluePoint18Y" fmla="*/ 1036987 h 4627149"/>
                <a:gd name="GluePoint19X" fmla="*/ 2963228 w 2977477"/>
                <a:gd name="GluePoint19Y" fmla="*/ 850011 h 4627149"/>
                <a:gd name="GluePoint20X" fmla="*/ 2977325 w 2977477"/>
                <a:gd name="GluePoint20Y" fmla="*/ 745427 h 4627149"/>
                <a:gd name="GluePoint21X" fmla="*/ 2929509 w 2977477"/>
                <a:gd name="GluePoint21Y" fmla="*/ 480155 h 4627149"/>
                <a:gd name="GluePoint22X" fmla="*/ 2563082 w 2977477"/>
                <a:gd name="GluePoint22Y" fmla="*/ 0 h 462714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textAreaLeft" t="textAreaTop" r="textAreaRight" b="textAreaBottom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" name="Freeform: Shape 13"/>
            <p:cNvSpPr/>
            <p:nvPr/>
          </p:nvSpPr>
          <p:spPr>
            <a:xfrm>
              <a:off x="25200" y="15120"/>
              <a:ext cx="1565640" cy="2737080"/>
            </a:xfrm>
            <a:custGeom>
              <a:avLst/>
              <a:gdLst>
                <a:gd name="textAreaLeft" fmla="*/ 0 w 1565640"/>
                <a:gd name="textAreaRight" fmla="*/ 1566000 w 1565640"/>
                <a:gd name="textAreaTop" fmla="*/ 0 h 2737080"/>
                <a:gd name="textAreaBottom" fmla="*/ 2737440 h 2737080"/>
                <a:gd name="GluePoint1X" fmla="*/ 1707071 w 2356712"/>
                <a:gd name="GluePoint1Y" fmla="*/ 0 h 4118991"/>
                <a:gd name="GluePoint2X" fmla="*/ 1824514 w 2356712"/>
                <a:gd name="GluePoint2Y" fmla="*/ 244697 h 4118991"/>
                <a:gd name="GluePoint3X" fmla="*/ 1908715 w 2356712"/>
                <a:gd name="GluePoint3Y" fmla="*/ 328994 h 4118991"/>
                <a:gd name="GluePoint4X" fmla="*/ 2226469 w 2356712"/>
                <a:gd name="GluePoint4Y" fmla="*/ 603695 h 4118991"/>
                <a:gd name="GluePoint5X" fmla="*/ 2355628 w 2356712"/>
                <a:gd name="GluePoint5Y" fmla="*/ 900494 h 4118991"/>
                <a:gd name="GluePoint6X" fmla="*/ 2281428 w 2356712"/>
                <a:gd name="GluePoint6Y" fmla="*/ 1206913 h 4118991"/>
                <a:gd name="GluePoint7X" fmla="*/ 2092452 w 2356712"/>
                <a:gd name="GluePoint7Y" fmla="*/ 1460659 h 4118991"/>
                <a:gd name="GluePoint8X" fmla="*/ 1834039 w 2356712"/>
                <a:gd name="GluePoint8Y" fmla="*/ 1625822 h 4118991"/>
                <a:gd name="GluePoint9X" fmla="*/ 1558862 w 2356712"/>
                <a:gd name="GluePoint9Y" fmla="*/ 1743075 h 4118991"/>
                <a:gd name="GluePoint10X" fmla="*/ 1386554 w 2356712"/>
                <a:gd name="GluePoint10Y" fmla="*/ 1869948 h 4118991"/>
                <a:gd name="GluePoint11X" fmla="*/ 1271683 w 2356712"/>
                <a:gd name="GluePoint11Y" fmla="*/ 2073402 h 4118991"/>
                <a:gd name="GluePoint12X" fmla="*/ 1178338 w 2356712"/>
                <a:gd name="GluePoint12Y" fmla="*/ 2355914 h 4118991"/>
                <a:gd name="GluePoint13X" fmla="*/ 1113758 w 2356712"/>
                <a:gd name="GluePoint13Y" fmla="*/ 2578513 h 4118991"/>
                <a:gd name="GluePoint14X" fmla="*/ 1034796 w 2356712"/>
                <a:gd name="GluePoint14Y" fmla="*/ 2834640 h 4118991"/>
                <a:gd name="GluePoint15X" fmla="*/ 905637 w 2356712"/>
                <a:gd name="GluePoint15Y" fmla="*/ 3081242 h 4118991"/>
                <a:gd name="GluePoint16X" fmla="*/ 793147 w 2356712"/>
                <a:gd name="GluePoint16Y" fmla="*/ 3258407 h 4118991"/>
                <a:gd name="GluePoint17X" fmla="*/ 546735 w 2356712"/>
                <a:gd name="GluePoint17Y" fmla="*/ 3571970 h 4118991"/>
                <a:gd name="GluePoint18X" fmla="*/ 346996 w 2356712"/>
                <a:gd name="GluePoint18Y" fmla="*/ 3771900 h 4118991"/>
                <a:gd name="GluePoint19X" fmla="*/ 174689 w 2356712"/>
                <a:gd name="GluePoint19Y" fmla="*/ 3944207 h 4118991"/>
                <a:gd name="GluePoint20X" fmla="*/ 0 w 2356712"/>
                <a:gd name="GluePoint20Y" fmla="*/ 4118991 h 411899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Freeform: Shape 14"/>
            <p:cNvSpPr/>
            <p:nvPr/>
          </p:nvSpPr>
          <p:spPr>
            <a:xfrm>
              <a:off x="10800" y="15120"/>
              <a:ext cx="1368000" cy="2644560"/>
            </a:xfrm>
            <a:custGeom>
              <a:avLst/>
              <a:gdLst>
                <a:gd name="textAreaLeft" fmla="*/ 0 w 1368000"/>
                <a:gd name="textAreaRight" fmla="*/ 1368360 w 1368000"/>
                <a:gd name="textAreaTop" fmla="*/ 0 h 2644560"/>
                <a:gd name="textAreaBottom" fmla="*/ 2644920 h 2644560"/>
                <a:gd name="GluePoint1X" fmla="*/ 0 w 2059193"/>
                <a:gd name="GluePoint1Y" fmla="*/ 3980116 h 3980116"/>
                <a:gd name="GluePoint2X" fmla="*/ 471583 w 2059193"/>
                <a:gd name="GluePoint2Y" fmla="*/ 3515678 h 3980116"/>
                <a:gd name="GluePoint3X" fmla="*/ 758666 w 2059193"/>
                <a:gd name="GluePoint3Y" fmla="*/ 3163824 h 3980116"/>
                <a:gd name="GluePoint4X" fmla="*/ 940499 w 2059193"/>
                <a:gd name="GluePoint4Y" fmla="*/ 2780824 h 3980116"/>
                <a:gd name="GluePoint5X" fmla="*/ 1055370 w 2059193"/>
                <a:gd name="GluePoint5Y" fmla="*/ 2242185 h 3980116"/>
                <a:gd name="GluePoint6X" fmla="*/ 1136714 w 2059193"/>
                <a:gd name="GluePoint6Y" fmla="*/ 1878330 h 3980116"/>
                <a:gd name="GluePoint7X" fmla="*/ 1246727 w 2059193"/>
                <a:gd name="GluePoint7Y" fmla="*/ 1562386 h 3980116"/>
                <a:gd name="GluePoint8X" fmla="*/ 1378363 w 2059193"/>
                <a:gd name="GluePoint8Y" fmla="*/ 1430750 h 3980116"/>
                <a:gd name="GluePoint9X" fmla="*/ 1691831 w 2059193"/>
                <a:gd name="GluePoint9Y" fmla="*/ 1394841 h 3980116"/>
                <a:gd name="GluePoint10X" fmla="*/ 1914335 w 2059193"/>
                <a:gd name="GluePoint10Y" fmla="*/ 1323023 h 3980116"/>
                <a:gd name="GluePoint11X" fmla="*/ 2055495 w 2059193"/>
                <a:gd name="GluePoint11Y" fmla="*/ 1098042 h 3980116"/>
                <a:gd name="GluePoint12X" fmla="*/ 2033969 w 2059193"/>
                <a:gd name="GluePoint12Y" fmla="*/ 930497 h 3980116"/>
                <a:gd name="GluePoint13X" fmla="*/ 1885664 w 2059193"/>
                <a:gd name="GluePoint13Y" fmla="*/ 760571 h 3980116"/>
                <a:gd name="GluePoint14X" fmla="*/ 1636871 w 2059193"/>
                <a:gd name="GluePoint14Y" fmla="*/ 612172 h 3980116"/>
                <a:gd name="GluePoint15X" fmla="*/ 1335405 w 2059193"/>
                <a:gd name="GluePoint15Y" fmla="*/ 459010 h 3980116"/>
                <a:gd name="GluePoint16X" fmla="*/ 1234916 w 2059193"/>
                <a:gd name="GluePoint16Y" fmla="*/ 269939 h 3980116"/>
                <a:gd name="GluePoint17X" fmla="*/ 1386935 w 2059193"/>
                <a:gd name="GluePoint17Y" fmla="*/ 0 h 39801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Freeform: Shape 15"/>
            <p:cNvSpPr/>
            <p:nvPr/>
          </p:nvSpPr>
          <p:spPr>
            <a:xfrm>
              <a:off x="18720" y="543960"/>
              <a:ext cx="493920" cy="19051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0 h 1905120"/>
                <a:gd name="textAreaBottom" fmla="*/ 1905480 h 1905120"/>
                <a:gd name="GluePoint1X" fmla="*/ 11144 w 743796"/>
                <a:gd name="GluePoint1Y" fmla="*/ 0 h 2867501"/>
                <a:gd name="GluePoint2X" fmla="*/ 353663 w 743796"/>
                <a:gd name="GluePoint2Y" fmla="*/ 55245 h 2867501"/>
                <a:gd name="GluePoint3X" fmla="*/ 571405 w 743796"/>
                <a:gd name="GluePoint3Y" fmla="*/ 179737 h 2867501"/>
                <a:gd name="GluePoint4X" fmla="*/ 688658 w 743796"/>
                <a:gd name="GluePoint4Y" fmla="*/ 368808 h 2867501"/>
                <a:gd name="GluePoint5X" fmla="*/ 731711 w 743796"/>
                <a:gd name="GluePoint5Y" fmla="*/ 612934 h 2867501"/>
                <a:gd name="GluePoint6X" fmla="*/ 725233 w 743796"/>
                <a:gd name="GluePoint6Y" fmla="*/ 995648 h 2867501"/>
                <a:gd name="GluePoint7X" fmla="*/ 742855 w 743796"/>
                <a:gd name="GluePoint7Y" fmla="*/ 1499330 h 2867501"/>
                <a:gd name="GluePoint8X" fmla="*/ 707898 w 743796"/>
                <a:gd name="GluePoint8Y" fmla="*/ 1793081 h 2867501"/>
                <a:gd name="GluePoint9X" fmla="*/ 633222 w 743796"/>
                <a:gd name="GluePoint9Y" fmla="*/ 2073592 h 2867501"/>
                <a:gd name="GluePoint10X" fmla="*/ 404527 w 743796"/>
                <a:gd name="GluePoint10Y" fmla="*/ 2472404 h 2867501"/>
                <a:gd name="GluePoint11X" fmla="*/ 0 w 743796"/>
                <a:gd name="GluePoint11Y" fmla="*/ 2867501 h 286750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Freeform: Shape 16"/>
            <p:cNvSpPr/>
            <p:nvPr/>
          </p:nvSpPr>
          <p:spPr>
            <a:xfrm>
              <a:off x="10800" y="672120"/>
              <a:ext cx="396720" cy="1689840"/>
            </a:xfrm>
            <a:custGeom>
              <a:avLst/>
              <a:gdLst>
                <a:gd name="textAreaLeft" fmla="*/ 0 w 396720"/>
                <a:gd name="textAreaRight" fmla="*/ 397080 w 396720"/>
                <a:gd name="textAreaTop" fmla="*/ 0 h 1689840"/>
                <a:gd name="textAreaBottom" fmla="*/ 1690200 h 1689840"/>
                <a:gd name="GluePoint1X" fmla="*/ 16478 w 597294"/>
                <a:gd name="GluePoint1Y" fmla="*/ 2079 h 2543540"/>
                <a:gd name="GluePoint2X" fmla="*/ 299847 w 597294"/>
                <a:gd name="GluePoint2Y" fmla="*/ 53991 h 2543540"/>
                <a:gd name="GluePoint3X" fmla="*/ 503206 w 597294"/>
                <a:gd name="GluePoint3Y" fmla="*/ 291354 h 2543540"/>
                <a:gd name="GluePoint4X" fmla="*/ 525113 w 597294"/>
                <a:gd name="GluePoint4Y" fmla="*/ 724265 h 2543540"/>
                <a:gd name="GluePoint5X" fmla="*/ 578930 w 597294"/>
                <a:gd name="GluePoint5Y" fmla="*/ 1117267 h 2543540"/>
                <a:gd name="GluePoint6X" fmla="*/ 592931 w 597294"/>
                <a:gd name="GluePoint6Y" fmla="*/ 1476359 h 2543540"/>
                <a:gd name="GluePoint7X" fmla="*/ 503206 w 597294"/>
                <a:gd name="GluePoint7Y" fmla="*/ 1859359 h 2543540"/>
                <a:gd name="GluePoint8X" fmla="*/ 291846 w 597294"/>
                <a:gd name="GluePoint8Y" fmla="*/ 2250361 h 2543540"/>
                <a:gd name="GluePoint9X" fmla="*/ 0 w 597294"/>
                <a:gd name="GluePoint9Y" fmla="*/ 2543540 h 25435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5" name="Freeform: Shape 17"/>
            <p:cNvSpPr/>
            <p:nvPr/>
          </p:nvSpPr>
          <p:spPr>
            <a:xfrm>
              <a:off x="23040" y="881280"/>
              <a:ext cx="258480" cy="1336320"/>
            </a:xfrm>
            <a:custGeom>
              <a:avLst/>
              <a:gdLst>
                <a:gd name="textAreaLeft" fmla="*/ 0 w 258480"/>
                <a:gd name="textAreaRight" fmla="*/ 258840 w 258480"/>
                <a:gd name="textAreaTop" fmla="*/ 0 h 1336320"/>
                <a:gd name="textAreaBottom" fmla="*/ 1336680 h 1336320"/>
                <a:gd name="GluePoint1X" fmla="*/ 0 w 389425"/>
                <a:gd name="GluePoint1Y" fmla="*/ 33 h 2011236"/>
                <a:gd name="GluePoint2X" fmla="*/ 171260 w 389425"/>
                <a:gd name="GluePoint2Y" fmla="*/ 60326 h 2011236"/>
                <a:gd name="GluePoint3X" fmla="*/ 211455 w 389425"/>
                <a:gd name="GluePoint3Y" fmla="*/ 221204 h 2011236"/>
                <a:gd name="GluePoint4X" fmla="*/ 243078 w 389425"/>
                <a:gd name="GluePoint4Y" fmla="*/ 448089 h 2011236"/>
                <a:gd name="GluePoint5X" fmla="*/ 346424 w 389425"/>
                <a:gd name="GluePoint5Y" fmla="*/ 789941 h 2011236"/>
                <a:gd name="GluePoint6X" fmla="*/ 372237 w 389425"/>
                <a:gd name="GluePoint6Y" fmla="*/ 942151 h 2011236"/>
                <a:gd name="GluePoint7X" fmla="*/ 386620 w 389425"/>
                <a:gd name="GluePoint7Y" fmla="*/ 1272478 h 2011236"/>
                <a:gd name="GluePoint8X" fmla="*/ 280416 w 389425"/>
                <a:gd name="GluePoint8Y" fmla="*/ 1660241 h 2011236"/>
                <a:gd name="GluePoint9X" fmla="*/ 151257 w 389425"/>
                <a:gd name="GluePoint9Y" fmla="*/ 1844073 h 2011236"/>
                <a:gd name="GluePoint10X" fmla="*/ 1905 w 389425"/>
                <a:gd name="GluePoint10Y" fmla="*/ 2011237 h 20112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6" name="Graphic 157"/>
          <p:cNvGrpSpPr/>
          <p:nvPr/>
        </p:nvGrpSpPr>
        <p:grpSpPr>
          <a:xfrm>
            <a:off x="8610480" y="3276720"/>
            <a:ext cx="3529080" cy="3580920"/>
            <a:chOff x="8610480" y="3276720"/>
            <a:chExt cx="3529080" cy="3580920"/>
          </a:xfrm>
        </p:grpSpPr>
        <p:sp>
          <p:nvSpPr>
            <p:cNvPr id="267" name="Freeform: Shape 19"/>
            <p:cNvSpPr/>
            <p:nvPr/>
          </p:nvSpPr>
          <p:spPr>
            <a:xfrm>
              <a:off x="8610480" y="3276720"/>
              <a:ext cx="3515760" cy="3565080"/>
            </a:xfrm>
            <a:custGeom>
              <a:avLst/>
              <a:gdLst>
                <a:gd name="textAreaLeft" fmla="*/ 0 w 3515760"/>
                <a:gd name="textAreaRight" fmla="*/ 3516120 w 3515760"/>
                <a:gd name="textAreaTop" fmla="*/ 0 h 3565080"/>
                <a:gd name="textAreaBottom" fmla="*/ 3565440 h 3565080"/>
                <a:gd name="GluePoint1X" fmla="*/ 0 w 3946874"/>
                <a:gd name="GluePoint1Y" fmla="*/ 3989641 h 3989641"/>
                <a:gd name="GluePoint2X" fmla="*/ 79439 w 3946874"/>
                <a:gd name="GluePoint2Y" fmla="*/ 3891153 h 3989641"/>
                <a:gd name="GluePoint3X" fmla="*/ 297371 w 3946874"/>
                <a:gd name="GluePoint3Y" fmla="*/ 3626930 h 3989641"/>
                <a:gd name="GluePoint4X" fmla="*/ 454343 w 3946874"/>
                <a:gd name="GluePoint4Y" fmla="*/ 3440335 h 3989641"/>
                <a:gd name="GluePoint5X" fmla="*/ 622363 w 3946874"/>
                <a:gd name="GluePoint5Y" fmla="*/ 3290697 h 3989641"/>
                <a:gd name="GluePoint6X" fmla="*/ 927068 w 3946874"/>
                <a:gd name="GluePoint6Y" fmla="*/ 3087434 h 3989641"/>
                <a:gd name="GluePoint7X" fmla="*/ 1176338 w 3946874"/>
                <a:gd name="GluePoint7Y" fmla="*/ 2915603 h 3989641"/>
                <a:gd name="GluePoint8X" fmla="*/ 1394270 w 3946874"/>
                <a:gd name="GluePoint8Y" fmla="*/ 2780729 h 3989641"/>
                <a:gd name="GluePoint9X" fmla="*/ 1601057 w 3946874"/>
                <a:gd name="GluePoint9Y" fmla="*/ 2723483 h 3989641"/>
                <a:gd name="GluePoint10X" fmla="*/ 1756220 w 3946874"/>
                <a:gd name="GluePoint10Y" fmla="*/ 2743772 h 3989641"/>
                <a:gd name="GluePoint11X" fmla="*/ 1889189 w 3946874"/>
                <a:gd name="GluePoint11Y" fmla="*/ 2765965 h 3989641"/>
                <a:gd name="GluePoint12X" fmla="*/ 2007394 w 3946874"/>
                <a:gd name="GluePoint12Y" fmla="*/ 2765965 h 3989641"/>
                <a:gd name="GluePoint13X" fmla="*/ 2184654 w 3946874"/>
                <a:gd name="GluePoint13Y" fmla="*/ 2671763 h 3989641"/>
                <a:gd name="GluePoint14X" fmla="*/ 2372773 w 3946874"/>
                <a:gd name="GluePoint14Y" fmla="*/ 2538984 h 3989641"/>
                <a:gd name="GluePoint15X" fmla="*/ 2439543 w 3946874"/>
                <a:gd name="GluePoint15Y" fmla="*/ 2510504 h 3989641"/>
                <a:gd name="GluePoint16X" fmla="*/ 2650617 w 3946874"/>
                <a:gd name="GluePoint16Y" fmla="*/ 2434781 h 3989641"/>
                <a:gd name="GluePoint17X" fmla="*/ 2785110 w 3946874"/>
                <a:gd name="GluePoint17Y" fmla="*/ 2383060 h 3989641"/>
                <a:gd name="GluePoint18X" fmla="*/ 2897315 w 3946874"/>
                <a:gd name="GluePoint18Y" fmla="*/ 2318861 h 3989641"/>
                <a:gd name="GluePoint19X" fmla="*/ 2997994 w 3946874"/>
                <a:gd name="GluePoint19Y" fmla="*/ 2226183 h 3989641"/>
                <a:gd name="GluePoint20X" fmla="*/ 3061240 w 3946874"/>
                <a:gd name="GluePoint20Y" fmla="*/ 2141506 h 3989641"/>
                <a:gd name="GluePoint21X" fmla="*/ 3152108 w 3946874"/>
                <a:gd name="GluePoint21Y" fmla="*/ 2005203 h 3989641"/>
                <a:gd name="GluePoint22X" fmla="*/ 3274124 w 3946874"/>
                <a:gd name="GluePoint22Y" fmla="*/ 1871567 h 3989641"/>
                <a:gd name="GluePoint23X" fmla="*/ 3388138 w 3946874"/>
                <a:gd name="GluePoint23Y" fmla="*/ 1770888 h 3989641"/>
                <a:gd name="GluePoint24X" fmla="*/ 3466529 w 3946874"/>
                <a:gd name="GluePoint24Y" fmla="*/ 1679162 h 3989641"/>
                <a:gd name="GluePoint25X" fmla="*/ 3538633 w 3946874"/>
                <a:gd name="GluePoint25Y" fmla="*/ 1551718 h 3989641"/>
                <a:gd name="GluePoint26X" fmla="*/ 3588544 w 3946874"/>
                <a:gd name="GluePoint26Y" fmla="*/ 1376172 h 3989641"/>
                <a:gd name="GluePoint27X" fmla="*/ 3597402 w 3946874"/>
                <a:gd name="GluePoint27Y" fmla="*/ 1293305 h 3989641"/>
                <a:gd name="GluePoint28X" fmla="*/ 3721227 w 3946874"/>
                <a:gd name="GluePoint28Y" fmla="*/ 880491 h 3989641"/>
                <a:gd name="GluePoint29X" fmla="*/ 3761137 w 3946874"/>
                <a:gd name="GluePoint29Y" fmla="*/ 463677 h 3989641"/>
                <a:gd name="GluePoint30X" fmla="*/ 3946874 w 3946874"/>
                <a:gd name="GluePoint30Y" fmla="*/ 0 h 398964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8" name="Freeform: Shape 20"/>
            <p:cNvSpPr/>
            <p:nvPr/>
          </p:nvSpPr>
          <p:spPr>
            <a:xfrm>
              <a:off x="8861040" y="4186080"/>
              <a:ext cx="3265200" cy="2667600"/>
            </a:xfrm>
            <a:custGeom>
              <a:avLst/>
              <a:gdLst>
                <a:gd name="textAreaLeft" fmla="*/ 0 w 3265200"/>
                <a:gd name="textAreaRight" fmla="*/ 3265560 w 3265200"/>
                <a:gd name="textAreaTop" fmla="*/ 0 h 2667600"/>
                <a:gd name="textAreaBottom" fmla="*/ 2667960 h 2667600"/>
                <a:gd name="GluePoint1X" fmla="*/ 0 w 3665410"/>
                <a:gd name="GluePoint1Y" fmla="*/ 2985611 h 2985611"/>
                <a:gd name="GluePoint2X" fmla="*/ 166211 w 3665410"/>
                <a:gd name="GluePoint2Y" fmla="*/ 2699766 h 2985611"/>
                <a:gd name="GluePoint3X" fmla="*/ 397002 w 3665410"/>
                <a:gd name="GluePoint3Y" fmla="*/ 2414969 h 2985611"/>
                <a:gd name="GluePoint4X" fmla="*/ 620173 w 3665410"/>
                <a:gd name="GluePoint4Y" fmla="*/ 2237899 h 2985611"/>
                <a:gd name="GluePoint5X" fmla="*/ 823341 w 3665410"/>
                <a:gd name="GluePoint5Y" fmla="*/ 2085499 h 2985611"/>
                <a:gd name="GluePoint6X" fmla="*/ 1089565 w 3665410"/>
                <a:gd name="GluePoint6Y" fmla="*/ 1911477 h 2985611"/>
                <a:gd name="GluePoint7X" fmla="*/ 1145000 w 3665410"/>
                <a:gd name="GluePoint7Y" fmla="*/ 1886807 h 2985611"/>
                <a:gd name="GluePoint8X" fmla="*/ 1375791 w 3665410"/>
                <a:gd name="GluePoint8Y" fmla="*/ 1842135 h 2985611"/>
                <a:gd name="GluePoint9X" fmla="*/ 1486567 w 3665410"/>
                <a:gd name="GluePoint9Y" fmla="*/ 1857566 h 2985611"/>
                <a:gd name="GluePoint10X" fmla="*/ 1568101 w 3665410"/>
                <a:gd name="GluePoint10Y" fmla="*/ 1871377 h 2985611"/>
                <a:gd name="GluePoint11X" fmla="*/ 1810607 w 3665410"/>
                <a:gd name="GluePoint11Y" fmla="*/ 1871377 h 2985611"/>
                <a:gd name="GluePoint12X" fmla="*/ 1997964 w 3665410"/>
                <a:gd name="GluePoint12Y" fmla="*/ 1790605 h 2985611"/>
                <a:gd name="GluePoint13X" fmla="*/ 2109883 w 3665410"/>
                <a:gd name="GluePoint13Y" fmla="*/ 1702784 h 2985611"/>
                <a:gd name="GluePoint14X" fmla="*/ 2321433 w 3665410"/>
                <a:gd name="GluePoint14Y" fmla="*/ 1552384 h 2985611"/>
                <a:gd name="GluePoint15X" fmla="*/ 2558891 w 3665410"/>
                <a:gd name="GluePoint15Y" fmla="*/ 1453420 h 2985611"/>
                <a:gd name="GluePoint16X" fmla="*/ 2709767 w 3665410"/>
                <a:gd name="GluePoint16Y" fmla="*/ 1377887 h 2985611"/>
                <a:gd name="GluePoint17X" fmla="*/ 2885408 w 3665410"/>
                <a:gd name="GluePoint17Y" fmla="*/ 1237393 h 2985611"/>
                <a:gd name="GluePoint18X" fmla="*/ 3017711 w 3665410"/>
                <a:gd name="GluePoint18Y" fmla="*/ 1072229 h 2985611"/>
                <a:gd name="GluePoint19X" fmla="*/ 3150680 w 3665410"/>
                <a:gd name="GluePoint19Y" fmla="*/ 921830 h 2985611"/>
                <a:gd name="GluePoint20X" fmla="*/ 3255169 w 3665410"/>
                <a:gd name="GluePoint20Y" fmla="*/ 801815 h 2985611"/>
                <a:gd name="GluePoint21X" fmla="*/ 3339275 w 3665410"/>
                <a:gd name="GluePoint21Y" fmla="*/ 694182 h 2985611"/>
                <a:gd name="GluePoint22X" fmla="*/ 3409188 w 3665410"/>
                <a:gd name="GluePoint22Y" fmla="*/ 546926 h 2985611"/>
                <a:gd name="GluePoint23X" fmla="*/ 3464243 w 3665410"/>
                <a:gd name="GluePoint23Y" fmla="*/ 347663 h 2985611"/>
                <a:gd name="GluePoint24X" fmla="*/ 3665411 w 3665410"/>
                <a:gd name="GluePoint24Y" fmla="*/ 0 h 29856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</a:cxnLst>
              <a:rect l="textAreaLeft" t="textAreaTop" r="textAreaRight" b="textAreaBottom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Freeform: Shape 21"/>
            <p:cNvSpPr/>
            <p:nvPr/>
          </p:nvSpPr>
          <p:spPr>
            <a:xfrm>
              <a:off x="11885040" y="6677640"/>
              <a:ext cx="254520" cy="177480"/>
            </a:xfrm>
            <a:custGeom>
              <a:avLst/>
              <a:gdLst>
                <a:gd name="textAreaLeft" fmla="*/ 0 w 254520"/>
                <a:gd name="textAreaRight" fmla="*/ 254880 w 254520"/>
                <a:gd name="textAreaTop" fmla="*/ 0 h 177480"/>
                <a:gd name="textAreaBottom" fmla="*/ 177840 h 177480"/>
                <a:gd name="GluePoint1X" fmla="*/ 0 w 285940"/>
                <a:gd name="GluePoint1Y" fmla="*/ 199073 h 199072"/>
                <a:gd name="GluePoint2X" fmla="*/ 285940 w 285940"/>
                <a:gd name="GluePoint2Y" fmla="*/ 0 h 19907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Freeform: Shape 22"/>
            <p:cNvSpPr/>
            <p:nvPr/>
          </p:nvSpPr>
          <p:spPr>
            <a:xfrm>
              <a:off x="11531160" y="6516720"/>
              <a:ext cx="583920" cy="340200"/>
            </a:xfrm>
            <a:custGeom>
              <a:avLst/>
              <a:gdLst>
                <a:gd name="textAreaLeft" fmla="*/ 0 w 583920"/>
                <a:gd name="textAreaRight" fmla="*/ 584280 w 583920"/>
                <a:gd name="textAreaTop" fmla="*/ 0 h 340200"/>
                <a:gd name="textAreaBottom" fmla="*/ 340560 h 340200"/>
                <a:gd name="GluePoint1X" fmla="*/ 0 w 655796"/>
                <a:gd name="GluePoint1Y" fmla="*/ 381190 h 381190"/>
                <a:gd name="GluePoint2X" fmla="*/ 655796 w 655796"/>
                <a:gd name="GluePoint2Y" fmla="*/ 0 h 3811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Freeform: Shape 23"/>
            <p:cNvSpPr/>
            <p:nvPr/>
          </p:nvSpPr>
          <p:spPr>
            <a:xfrm>
              <a:off x="9536400" y="5460480"/>
              <a:ext cx="2589840" cy="1380240"/>
            </a:xfrm>
            <a:custGeom>
              <a:avLst/>
              <a:gdLst>
                <a:gd name="textAreaLeft" fmla="*/ 0 w 2589840"/>
                <a:gd name="textAreaRight" fmla="*/ 2590200 w 2589840"/>
                <a:gd name="textAreaTop" fmla="*/ 0 h 1380240"/>
                <a:gd name="textAreaBottom" fmla="*/ 1380600 h 1380240"/>
                <a:gd name="GluePoint1X" fmla="*/ 0 w 2907315"/>
                <a:gd name="GluePoint1Y" fmla="*/ 1544764 h 1544764"/>
                <a:gd name="GluePoint2X" fmla="*/ 201644 w 2907315"/>
                <a:gd name="GluePoint2Y" fmla="*/ 1352550 h 1544764"/>
                <a:gd name="GluePoint3X" fmla="*/ 423196 w 2907315"/>
                <a:gd name="GluePoint3Y" fmla="*/ 1196054 h 1544764"/>
                <a:gd name="GluePoint4X" fmla="*/ 782193 w 2907315"/>
                <a:gd name="GluePoint4Y" fmla="*/ 1099947 h 1544764"/>
                <a:gd name="GluePoint5X" fmla="*/ 1052513 w 2907315"/>
                <a:gd name="GluePoint5Y" fmla="*/ 1042321 h 1544764"/>
                <a:gd name="GluePoint6X" fmla="*/ 1311783 w 2907315"/>
                <a:gd name="GluePoint6Y" fmla="*/ 1056037 h 1544764"/>
                <a:gd name="GluePoint7X" fmla="*/ 1484662 w 2907315"/>
                <a:gd name="GluePoint7Y" fmla="*/ 1083469 h 1544764"/>
                <a:gd name="GluePoint8X" fmla="*/ 1788224 w 2907315"/>
                <a:gd name="GluePoint8Y" fmla="*/ 1023080 h 1544764"/>
                <a:gd name="GluePoint9X" fmla="*/ 2269045 w 2907315"/>
                <a:gd name="GluePoint9Y" fmla="*/ 734758 h 1544764"/>
                <a:gd name="GluePoint10X" fmla="*/ 2534984 w 2907315"/>
                <a:gd name="GluePoint10Y" fmla="*/ 572738 h 1544764"/>
                <a:gd name="GluePoint11X" fmla="*/ 2907316 w 2907315"/>
                <a:gd name="GluePoint11Y" fmla="*/ 0 h 15447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Freeform: Shape 24"/>
            <p:cNvSpPr/>
            <p:nvPr/>
          </p:nvSpPr>
          <p:spPr>
            <a:xfrm>
              <a:off x="9317160" y="5113080"/>
              <a:ext cx="2822040" cy="1744560"/>
            </a:xfrm>
            <a:custGeom>
              <a:avLst/>
              <a:gdLst>
                <a:gd name="textAreaLeft" fmla="*/ 0 w 2822040"/>
                <a:gd name="textAreaRight" fmla="*/ 2822400 w 2822040"/>
                <a:gd name="textAreaTop" fmla="*/ 0 h 1744560"/>
                <a:gd name="textAreaBottom" fmla="*/ 1744920 h 1744560"/>
                <a:gd name="GluePoint1X" fmla="*/ 0 w 3168300"/>
                <a:gd name="GluePoint1Y" fmla="*/ 1952435 h 1952434"/>
                <a:gd name="GluePoint2X" fmla="*/ 202121 w 3168300"/>
                <a:gd name="GluePoint2Y" fmla="*/ 1687068 h 1952434"/>
                <a:gd name="GluePoint3X" fmla="*/ 545116 w 3168300"/>
                <a:gd name="GluePoint3Y" fmla="*/ 1450277 h 1952434"/>
                <a:gd name="GluePoint4X" fmla="*/ 906780 w 3168300"/>
                <a:gd name="GluePoint4Y" fmla="*/ 1354455 h 1952434"/>
                <a:gd name="GluePoint5X" fmla="*/ 1332262 w 3168300"/>
                <a:gd name="GluePoint5Y" fmla="*/ 1285304 h 1952434"/>
                <a:gd name="GluePoint6X" fmla="*/ 1691259 w 3168300"/>
                <a:gd name="GluePoint6Y" fmla="*/ 1240060 h 1952434"/>
                <a:gd name="GluePoint7X" fmla="*/ 2010346 w 3168300"/>
                <a:gd name="GluePoint7Y" fmla="*/ 1141667 h 1952434"/>
                <a:gd name="GluePoint8X" fmla="*/ 2393252 w 3168300"/>
                <a:gd name="GluePoint8Y" fmla="*/ 1027271 h 1952434"/>
                <a:gd name="GluePoint9X" fmla="*/ 2582037 w 3168300"/>
                <a:gd name="GluePoint9Y" fmla="*/ 958120 h 1952434"/>
                <a:gd name="GluePoint10X" fmla="*/ 2760155 w 3168300"/>
                <a:gd name="GluePoint10Y" fmla="*/ 827723 h 1952434"/>
                <a:gd name="GluePoint11X" fmla="*/ 2914364 w 3168300"/>
                <a:gd name="GluePoint11Y" fmla="*/ 567023 h 1952434"/>
                <a:gd name="GluePoint12X" fmla="*/ 3168301 w 3168300"/>
                <a:gd name="GluePoint12Y" fmla="*/ 0 h 19524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" name="Freeform: Shape 25"/>
            <p:cNvSpPr/>
            <p:nvPr/>
          </p:nvSpPr>
          <p:spPr>
            <a:xfrm>
              <a:off x="9136080" y="4664160"/>
              <a:ext cx="2990160" cy="2190960"/>
            </a:xfrm>
            <a:custGeom>
              <a:avLst/>
              <a:gdLst>
                <a:gd name="textAreaLeft" fmla="*/ 0 w 2990160"/>
                <a:gd name="textAreaRight" fmla="*/ 2990520 w 2990160"/>
                <a:gd name="textAreaTop" fmla="*/ 0 h 2190960"/>
                <a:gd name="textAreaBottom" fmla="*/ 2191320 h 2190960"/>
                <a:gd name="GluePoint1X" fmla="*/ 0 w 3356800"/>
                <a:gd name="GluePoint1Y" fmla="*/ 2452021 h 2452020"/>
                <a:gd name="GluePoint2X" fmla="*/ 130874 w 3356800"/>
                <a:gd name="GluePoint2Y" fmla="*/ 2247710 h 2452020"/>
                <a:gd name="GluePoint3X" fmla="*/ 437197 w 3356800"/>
                <a:gd name="GluePoint3Y" fmla="*/ 1941195 h 2452020"/>
                <a:gd name="GluePoint4X" fmla="*/ 737140 w 3356800"/>
                <a:gd name="GluePoint4Y" fmla="*/ 1736884 h 2452020"/>
                <a:gd name="GluePoint5X" fmla="*/ 1031843 w 3356800"/>
                <a:gd name="GluePoint5Y" fmla="*/ 1685068 h 2452020"/>
                <a:gd name="GluePoint6X" fmla="*/ 1287304 w 3356800"/>
                <a:gd name="GluePoint6Y" fmla="*/ 1655826 h 2452020"/>
                <a:gd name="GluePoint7X" fmla="*/ 1471994 w 3356800"/>
                <a:gd name="GluePoint7Y" fmla="*/ 1634300 h 2452020"/>
                <a:gd name="GluePoint8X" fmla="*/ 1898237 w 3356800"/>
                <a:gd name="GluePoint8Y" fmla="*/ 1512665 h 2452020"/>
                <a:gd name="GluePoint9X" fmla="*/ 2229136 w 3356800"/>
                <a:gd name="GluePoint9Y" fmla="*/ 1355598 h 2452020"/>
                <a:gd name="GluePoint10X" fmla="*/ 2512314 w 3356800"/>
                <a:gd name="GluePoint10Y" fmla="*/ 1238631 h 2452020"/>
                <a:gd name="GluePoint11X" fmla="*/ 2758535 w 3356800"/>
                <a:gd name="GluePoint11Y" fmla="*/ 1096994 h 2452020"/>
                <a:gd name="GluePoint12X" fmla="*/ 2935510 w 3356800"/>
                <a:gd name="GluePoint12Y" fmla="*/ 919925 h 2452020"/>
                <a:gd name="GluePoint13X" fmla="*/ 3081719 w 3356800"/>
                <a:gd name="GluePoint13Y" fmla="*/ 687419 h 2452020"/>
                <a:gd name="GluePoint14X" fmla="*/ 3356800 w 3356800"/>
                <a:gd name="GluePoint14Y" fmla="*/ 0 h 24520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en-US" sz="32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Click to edit Master title style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icon to add picture</a:t>
            </a:r>
            <a:endParaRPr lang="ru-RU" sz="32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Click to edit Master text styles</a:t>
            </a:r>
            <a:endParaRPr lang="ru-RU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rPr>
              <a:t>&lt;дата/время&gt;</a:t>
            </a:r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PlaceHolder 6"/>
          <p:cNvSpPr>
            <a:spLocks noGrp="1"/>
          </p:cNvSpPr>
          <p:nvPr>
            <p:ph type="sldNum" idx="33"/>
          </p:nvPr>
        </p:nvSpPr>
        <p:spPr>
          <a:xfrm>
            <a:off x="9906120" y="6356520"/>
            <a:ext cx="14475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BB0249-CCDA-41D0-A6ED-E7099FC30029}" type="slidenum">
              <a:rPr lang="en-US" sz="900" b="0" u="none" spc="201" strike="noStrike" cap="all">
                <a:solidFill>
                  <a:schemeClr val="accent1"/>
                </a:solidFill>
                <a:effectLst/>
                <a:uFillTx/>
                <a:latin typeface="Arial"/>
              </a:rPr>
              <a:t>&lt;номер&gt;</a:t>
            </a:fld>
            <a:endParaRPr lang="ru-RU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0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venirNext LT Pro Medium"/>
            </a:endParaRPr>
          </a:p>
        </p:txBody>
      </p:sp>
      <p:sp>
        <p:nvSpPr>
          <p:cNvPr id="281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venirNext LT Pro Medium"/>
            </a:endParaRPr>
          </a:p>
        </p:txBody>
      </p:sp>
      <p:sp>
        <p:nvSpPr>
          <p:cNvPr id="282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283" name="Picture 3" descr="Неоново-лазерное освещение выровнено по форме треугольника"/>
          <p:cNvPicPr/>
          <p:nvPr/>
        </p:nvPicPr>
        <p:blipFill>
          <a:blip r:embed="rId1">
            <a:alphaModFix amt="70000"/>
          </a:blip>
          <a:srcRect l="0" t="8938" r="6" b="1063"/>
          <a:stretch/>
        </p:blipFill>
        <p:spPr>
          <a:xfrm>
            <a:off x="0" y="18720"/>
            <a:ext cx="12188520" cy="68562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84" name="Top Lef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20520"/>
            <a:ext cx="4853160" cy="5104440"/>
            <a:chOff x="0" y="20520"/>
            <a:chExt cx="4853160" cy="5104440"/>
          </a:xfrm>
        </p:grpSpPr>
        <p:sp>
          <p:nvSpPr>
            <p:cNvPr id="285" name="Freeform: Shape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-110880" y="150840"/>
              <a:ext cx="5085000" cy="4843800"/>
            </a:xfrm>
            <a:custGeom>
              <a:avLst/>
              <a:gdLst>
                <a:gd name="textAreaLeft" fmla="*/ 0 w 5085000"/>
                <a:gd name="textAreaRight" fmla="*/ 5085360 w 5085000"/>
                <a:gd name="textAreaTop" fmla="*/ 0 h 4843800"/>
                <a:gd name="textAreaBottom" fmla="*/ 4844160 h 4843800"/>
                <a:gd name="GluePoint1X" fmla="*/ 425663 w 5085197"/>
                <a:gd name="GluePoint1Y" fmla="*/ 0 h 4844224"/>
                <a:gd name="GluePoint2X" fmla="*/ 277263 w 5085197"/>
                <a:gd name="GluePoint2Y" fmla="*/ 200882 h 4844224"/>
                <a:gd name="GluePoint3X" fmla="*/ 155629 w 5085197"/>
                <a:gd name="GluePoint3Y" fmla="*/ 472154 h 4844224"/>
                <a:gd name="GluePoint4X" fmla="*/ 55998 w 5085197"/>
                <a:gd name="GluePoint4Y" fmla="*/ 785336 h 4844224"/>
                <a:gd name="GluePoint5X" fmla="*/ 6182 w 5085197"/>
                <a:gd name="GluePoint5Y" fmla="*/ 1154335 h 4844224"/>
                <a:gd name="GluePoint6X" fmla="*/ 6182 w 5085197"/>
                <a:gd name="GluePoint6Y" fmla="*/ 1577245 h 4844224"/>
                <a:gd name="GluePoint7X" fmla="*/ 59998 w 5085197"/>
                <a:gd name="GluePoint7Y" fmla="*/ 1960245 h 4844224"/>
                <a:gd name="GluePoint8X" fmla="*/ 187633 w 5085197"/>
                <a:gd name="GluePoint8Y" fmla="*/ 2261426 h 4844224"/>
                <a:gd name="GluePoint9X" fmla="*/ 365084 w 5085197"/>
                <a:gd name="GluePoint9Y" fmla="*/ 2474881 h 4844224"/>
                <a:gd name="GluePoint10X" fmla="*/ 642261 w 5085197"/>
                <a:gd name="GluePoint10Y" fmla="*/ 2658428 h 4844224"/>
                <a:gd name="GluePoint11X" fmla="*/ 965254 w 5085197"/>
                <a:gd name="GluePoint11Y" fmla="*/ 2770156 h 4844224"/>
                <a:gd name="GluePoint12X" fmla="*/ 1312155 w 5085197"/>
                <a:gd name="GluePoint12Y" fmla="*/ 2812066 h 4844224"/>
                <a:gd name="GluePoint13X" fmla="*/ 1493606 w 5085197"/>
                <a:gd name="GluePoint13Y" fmla="*/ 2877884 h 4844224"/>
                <a:gd name="GluePoint14X" fmla="*/ 1700965 w 5085197"/>
                <a:gd name="GluePoint14Y" fmla="*/ 3085338 h 4844224"/>
                <a:gd name="GluePoint15X" fmla="*/ 1856508 w 5085197"/>
                <a:gd name="GluePoint15Y" fmla="*/ 3320701 h 4844224"/>
                <a:gd name="GluePoint16X" fmla="*/ 1968141 w 5085197"/>
                <a:gd name="GluePoint16Y" fmla="*/ 3460337 h 4844224"/>
                <a:gd name="GluePoint17X" fmla="*/ 2147593 w 5085197"/>
                <a:gd name="GluePoint17Y" fmla="*/ 3544157 h 4844224"/>
                <a:gd name="GluePoint18X" fmla="*/ 2492493 w 5085197"/>
                <a:gd name="GluePoint18Y" fmla="*/ 3544157 h 4844224"/>
                <a:gd name="GluePoint19X" fmla="*/ 2729760 w 5085197"/>
                <a:gd name="GluePoint19Y" fmla="*/ 3544157 h 4844224"/>
                <a:gd name="GluePoint20X" fmla="*/ 2865301 w 5085197"/>
                <a:gd name="GluePoint20Y" fmla="*/ 3627978 h 4844224"/>
                <a:gd name="GluePoint21X" fmla="*/ 2984935 w 5085197"/>
                <a:gd name="GluePoint21Y" fmla="*/ 3773615 h 4844224"/>
                <a:gd name="GluePoint22X" fmla="*/ 3126477 w 5085197"/>
                <a:gd name="GluePoint22Y" fmla="*/ 3995071 h 4844224"/>
                <a:gd name="GluePoint23X" fmla="*/ 3293926 w 5085197"/>
                <a:gd name="GluePoint23Y" fmla="*/ 4348163 h 4844224"/>
                <a:gd name="GluePoint24X" fmla="*/ 3445469 w 5085197"/>
                <a:gd name="GluePoint24Y" fmla="*/ 4623435 h 4844224"/>
                <a:gd name="GluePoint25X" fmla="*/ 3549196 w 5085197"/>
                <a:gd name="GluePoint25Y" fmla="*/ 4727163 h 4844224"/>
                <a:gd name="GluePoint26X" fmla="*/ 3953913 w 5085197"/>
                <a:gd name="GluePoint26Y" fmla="*/ 4773073 h 4844224"/>
                <a:gd name="GluePoint27X" fmla="*/ 4406542 w 5085197"/>
                <a:gd name="GluePoint27Y" fmla="*/ 4729163 h 4844224"/>
                <a:gd name="GluePoint28X" fmla="*/ 4573991 w 5085197"/>
                <a:gd name="GluePoint28Y" fmla="*/ 4709256 h 4844224"/>
                <a:gd name="GluePoint29X" fmla="*/ 5085198 w 5085197"/>
                <a:gd name="GluePoint29Y" fmla="*/ 4844225 h 48442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5085197" h="4844224">
                  <a:moveTo>
                    <a:pt x="425663" y="0"/>
                  </a:moveTo>
                  <a:cubicBezTo>
                    <a:pt x="425663" y="0"/>
                    <a:pt x="309172" y="142875"/>
                    <a:pt x="277263" y="200882"/>
                  </a:cubicBezTo>
                  <a:cubicBezTo>
                    <a:pt x="229448" y="287846"/>
                    <a:pt x="191253" y="379571"/>
                    <a:pt x="155629" y="472154"/>
                  </a:cubicBezTo>
                  <a:cubicBezTo>
                    <a:pt x="116291" y="574548"/>
                    <a:pt x="80953" y="678561"/>
                    <a:pt x="55998" y="785336"/>
                  </a:cubicBezTo>
                  <a:cubicBezTo>
                    <a:pt x="27804" y="906399"/>
                    <a:pt x="13707" y="1030224"/>
                    <a:pt x="6182" y="1154335"/>
                  </a:cubicBezTo>
                  <a:cubicBezTo>
                    <a:pt x="-2391" y="1295114"/>
                    <a:pt x="-1724" y="1436370"/>
                    <a:pt x="6182" y="1577245"/>
                  </a:cubicBezTo>
                  <a:cubicBezTo>
                    <a:pt x="13421" y="1706309"/>
                    <a:pt x="26851" y="1835372"/>
                    <a:pt x="59998" y="1960245"/>
                  </a:cubicBezTo>
                  <a:cubicBezTo>
                    <a:pt x="88097" y="2066258"/>
                    <a:pt x="130007" y="2168176"/>
                    <a:pt x="187633" y="2261426"/>
                  </a:cubicBezTo>
                  <a:cubicBezTo>
                    <a:pt x="236496" y="2340578"/>
                    <a:pt x="296028" y="2412587"/>
                    <a:pt x="365084" y="2474881"/>
                  </a:cubicBezTo>
                  <a:cubicBezTo>
                    <a:pt x="447761" y="2549366"/>
                    <a:pt x="542439" y="2609088"/>
                    <a:pt x="642261" y="2658428"/>
                  </a:cubicBezTo>
                  <a:cubicBezTo>
                    <a:pt x="744941" y="2709196"/>
                    <a:pt x="852573" y="2749963"/>
                    <a:pt x="965254" y="2770156"/>
                  </a:cubicBezTo>
                  <a:cubicBezTo>
                    <a:pt x="1080030" y="2790635"/>
                    <a:pt x="1197664" y="2789778"/>
                    <a:pt x="1312155" y="2812066"/>
                  </a:cubicBezTo>
                  <a:cubicBezTo>
                    <a:pt x="1375877" y="2824448"/>
                    <a:pt x="1437980" y="2844641"/>
                    <a:pt x="1493606" y="2877884"/>
                  </a:cubicBezTo>
                  <a:cubicBezTo>
                    <a:pt x="1578283" y="2928366"/>
                    <a:pt x="1643053" y="3005138"/>
                    <a:pt x="1700965" y="3085338"/>
                  </a:cubicBezTo>
                  <a:cubicBezTo>
                    <a:pt x="1756020" y="3161538"/>
                    <a:pt x="1805645" y="3241548"/>
                    <a:pt x="1856508" y="3320701"/>
                  </a:cubicBezTo>
                  <a:cubicBezTo>
                    <a:pt x="1888893" y="3371183"/>
                    <a:pt x="1922707" y="3421380"/>
                    <a:pt x="1968141" y="3460337"/>
                  </a:cubicBezTo>
                  <a:cubicBezTo>
                    <a:pt x="2019005" y="3503962"/>
                    <a:pt x="2082060" y="3529679"/>
                    <a:pt x="2147593" y="3544157"/>
                  </a:cubicBezTo>
                  <a:cubicBezTo>
                    <a:pt x="2260559" y="3569018"/>
                    <a:pt x="2377526" y="3558445"/>
                    <a:pt x="2492493" y="3544157"/>
                  </a:cubicBezTo>
                  <a:cubicBezTo>
                    <a:pt x="2572122" y="3534251"/>
                    <a:pt x="2653370" y="3521012"/>
                    <a:pt x="2729760" y="3544157"/>
                  </a:cubicBezTo>
                  <a:cubicBezTo>
                    <a:pt x="2781291" y="3559778"/>
                    <a:pt x="2826249" y="3590735"/>
                    <a:pt x="2865301" y="3627978"/>
                  </a:cubicBezTo>
                  <a:cubicBezTo>
                    <a:pt x="2910831" y="3671411"/>
                    <a:pt x="2948550" y="3722180"/>
                    <a:pt x="2984935" y="3773615"/>
                  </a:cubicBezTo>
                  <a:cubicBezTo>
                    <a:pt x="3035608" y="3845147"/>
                    <a:pt x="3084471" y="3918109"/>
                    <a:pt x="3126477" y="3995071"/>
                  </a:cubicBezTo>
                  <a:cubicBezTo>
                    <a:pt x="3188961" y="4109371"/>
                    <a:pt x="3239729" y="4229576"/>
                    <a:pt x="3293926" y="4348163"/>
                  </a:cubicBezTo>
                  <a:cubicBezTo>
                    <a:pt x="3337646" y="4443698"/>
                    <a:pt x="3384318" y="4538187"/>
                    <a:pt x="3445469" y="4623435"/>
                  </a:cubicBezTo>
                  <a:cubicBezTo>
                    <a:pt x="3474330" y="4663631"/>
                    <a:pt x="3507858" y="4700207"/>
                    <a:pt x="3549196" y="4727163"/>
                  </a:cubicBezTo>
                  <a:cubicBezTo>
                    <a:pt x="3665401" y="4802886"/>
                    <a:pt x="3813896" y="4783931"/>
                    <a:pt x="3953913" y="4773073"/>
                  </a:cubicBezTo>
                  <a:cubicBezTo>
                    <a:pt x="4105170" y="4761262"/>
                    <a:pt x="4256904" y="4753928"/>
                    <a:pt x="4406542" y="4729163"/>
                  </a:cubicBezTo>
                  <a:cubicBezTo>
                    <a:pt x="4462168" y="4720019"/>
                    <a:pt x="4517698" y="4709256"/>
                    <a:pt x="4573991" y="4709256"/>
                  </a:cubicBezTo>
                  <a:cubicBezTo>
                    <a:pt x="4675813" y="4709065"/>
                    <a:pt x="4891841" y="4844225"/>
                    <a:pt x="5085198" y="4844225"/>
                  </a:cubicBezTo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6" name="Freeform: Shap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-171000" y="210960"/>
              <a:ext cx="5010120" cy="4649040"/>
            </a:xfrm>
            <a:custGeom>
              <a:avLst/>
              <a:gdLst>
                <a:gd name="textAreaLeft" fmla="*/ 0 w 5010120"/>
                <a:gd name="textAreaRight" fmla="*/ 5010480 w 5010120"/>
                <a:gd name="textAreaTop" fmla="*/ 0 h 4649040"/>
                <a:gd name="textAreaBottom" fmla="*/ 4649400 h 4649040"/>
                <a:gd name="GluePoint1X" fmla="*/ 454193 w 5010476"/>
                <a:gd name="GluePoint1Y" fmla="*/ 0 h 4649438"/>
                <a:gd name="GluePoint2X" fmla="*/ 352085 w 5010476"/>
                <a:gd name="GluePoint2Y" fmla="*/ 92869 h 4649438"/>
                <a:gd name="GluePoint3X" fmla="*/ 242452 w 5010476"/>
                <a:gd name="GluePoint3Y" fmla="*/ 260414 h 4649438"/>
                <a:gd name="GluePoint4X" fmla="*/ 130819 w 5010476"/>
                <a:gd name="GluePoint4Y" fmla="*/ 535686 h 4649438"/>
                <a:gd name="GluePoint5X" fmla="*/ 57000 w 5010476"/>
                <a:gd name="GluePoint5Y" fmla="*/ 761143 h 4649438"/>
                <a:gd name="GluePoint6X" fmla="*/ 3184 w 5010476"/>
                <a:gd name="GluePoint6Y" fmla="*/ 1140143 h 4649438"/>
                <a:gd name="GluePoint7X" fmla="*/ 3184 w 5010476"/>
                <a:gd name="GluePoint7Y" fmla="*/ 1439704 h 4649438"/>
                <a:gd name="GluePoint8X" fmla="*/ 60524 w 5010476"/>
                <a:gd name="GluePoint8Y" fmla="*/ 1905953 h 4649438"/>
                <a:gd name="GluePoint9X" fmla="*/ 213686 w 5010476"/>
                <a:gd name="GluePoint9Y" fmla="*/ 2269808 h 4649438"/>
                <a:gd name="GluePoint10X" fmla="*/ 373325 w 5010476"/>
                <a:gd name="GluePoint10Y" fmla="*/ 2455926 h 4649438"/>
                <a:gd name="GluePoint11X" fmla="*/ 644502 w 5010476"/>
                <a:gd name="GluePoint11Y" fmla="*/ 2625662 h 4649438"/>
                <a:gd name="GluePoint12X" fmla="*/ 902915 w 5010476"/>
                <a:gd name="GluePoint12Y" fmla="*/ 2697195 h 4649438"/>
                <a:gd name="GluePoint13X" fmla="*/ 1224860 w 5010476"/>
                <a:gd name="GluePoint13Y" fmla="*/ 2719102 h 4649438"/>
                <a:gd name="GluePoint14X" fmla="*/ 1430315 w 5010476"/>
                <a:gd name="GluePoint14Y" fmla="*/ 2731008 h 4649438"/>
                <a:gd name="GluePoint15X" fmla="*/ 1652914 w 5010476"/>
                <a:gd name="GluePoint15Y" fmla="*/ 2852642 h 4649438"/>
                <a:gd name="GluePoint16X" fmla="*/ 1739306 w 5010476"/>
                <a:gd name="GluePoint16Y" fmla="*/ 2985611 h 4649438"/>
                <a:gd name="GluePoint17X" fmla="*/ 1848938 w 5010476"/>
                <a:gd name="GluePoint17Y" fmla="*/ 3155156 h 4649438"/>
                <a:gd name="GluePoint18X" fmla="*/ 2015054 w 5010476"/>
                <a:gd name="GluePoint18Y" fmla="*/ 3294793 h 4649438"/>
                <a:gd name="GluePoint19X" fmla="*/ 2231082 w 5010476"/>
                <a:gd name="GluePoint19Y" fmla="*/ 3336322 h 4649438"/>
                <a:gd name="GluePoint20X" fmla="*/ 2427106 w 5010476"/>
                <a:gd name="GluePoint20Y" fmla="*/ 3278124 h 4649438"/>
                <a:gd name="GluePoint21X" fmla="*/ 2531786 w 5010476"/>
                <a:gd name="GluePoint21Y" fmla="*/ 3151823 h 4649438"/>
                <a:gd name="GluePoint22X" fmla="*/ 2520165 w 5010476"/>
                <a:gd name="GluePoint22Y" fmla="*/ 2907411 h 4649438"/>
                <a:gd name="GluePoint23X" fmla="*/ 2481970 w 5010476"/>
                <a:gd name="GluePoint23Y" fmla="*/ 2648045 h 4649438"/>
                <a:gd name="GluePoint24X" fmla="*/ 2458729 w 5010476"/>
                <a:gd name="GluePoint24Y" fmla="*/ 2513362 h 4649438"/>
                <a:gd name="GluePoint25X" fmla="*/ 2458729 w 5010476"/>
                <a:gd name="GluePoint25Y" fmla="*/ 2408587 h 4649438"/>
                <a:gd name="GluePoint26X" fmla="*/ 2581697 w 5010476"/>
                <a:gd name="GluePoint26Y" fmla="*/ 2310479 h 4649438"/>
                <a:gd name="GluePoint27X" fmla="*/ 2762767 w 5010476"/>
                <a:gd name="GluePoint27Y" fmla="*/ 2325434 h 4649438"/>
                <a:gd name="GluePoint28X" fmla="*/ 2872400 w 5010476"/>
                <a:gd name="GluePoint28Y" fmla="*/ 2410206 h 4649438"/>
                <a:gd name="GluePoint29X" fmla="*/ 2925549 w 5010476"/>
                <a:gd name="GluePoint29Y" fmla="*/ 2637949 h 4649438"/>
                <a:gd name="GluePoint30X" fmla="*/ 2820869 w 5010476"/>
                <a:gd name="GluePoint30Y" fmla="*/ 2968752 h 4649438"/>
                <a:gd name="GluePoint31X" fmla="*/ 2789342 w 5010476"/>
                <a:gd name="GluePoint31Y" fmla="*/ 3194876 h 4649438"/>
                <a:gd name="GluePoint32X" fmla="*/ 2889069 w 5010476"/>
                <a:gd name="GluePoint32Y" fmla="*/ 3447574 h 4649438"/>
                <a:gd name="GluePoint33X" fmla="*/ 3070139 w 5010476"/>
                <a:gd name="GluePoint33Y" fmla="*/ 3783330 h 4649438"/>
                <a:gd name="GluePoint34X" fmla="*/ 3181486 w 5010476"/>
                <a:gd name="GluePoint34Y" fmla="*/ 4014407 h 4649438"/>
                <a:gd name="GluePoint35X" fmla="*/ 3351888 w 5010476"/>
                <a:gd name="GluePoint35Y" fmla="*/ 4312539 h 4649438"/>
                <a:gd name="GluePoint36X" fmla="*/ 3512194 w 5010476"/>
                <a:gd name="GluePoint36Y" fmla="*/ 4504087 h 4649438"/>
                <a:gd name="GluePoint37X" fmla="*/ 3670119 w 5010476"/>
                <a:gd name="GluePoint37Y" fmla="*/ 4595051 h 4649438"/>
                <a:gd name="GluePoint38X" fmla="*/ 3909386 w 5010476"/>
                <a:gd name="GluePoint38Y" fmla="*/ 4623816 h 4649438"/>
                <a:gd name="GluePoint39X" fmla="*/ 4136653 w 5010476"/>
                <a:gd name="GluePoint39Y" fmla="*/ 4623816 h 4649438"/>
                <a:gd name="GluePoint40X" fmla="*/ 4435071 w 5010476"/>
                <a:gd name="GluePoint40Y" fmla="*/ 4599432 h 4649438"/>
                <a:gd name="GluePoint41X" fmla="*/ 4562992 w 5010476"/>
                <a:gd name="GluePoint41Y" fmla="*/ 4599432 h 4649438"/>
                <a:gd name="GluePoint42X" fmla="*/ 5010477 w 5010476"/>
                <a:gd name="GluePoint42Y" fmla="*/ 4649439 h 464943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</a:cxnLst>
              <a:rect l="textAreaLeft" t="textAreaTop" r="textAreaRight" b="textAreaBottom"/>
              <a:pathLst>
                <a:path w="5010476" h="4649438">
                  <a:moveTo>
                    <a:pt x="454193" y="0"/>
                  </a:moveTo>
                  <a:cubicBezTo>
                    <a:pt x="448478" y="9811"/>
                    <a:pt x="357800" y="83153"/>
                    <a:pt x="352085" y="92869"/>
                  </a:cubicBezTo>
                  <a:cubicBezTo>
                    <a:pt x="318271" y="150495"/>
                    <a:pt x="275694" y="202597"/>
                    <a:pt x="242452" y="260414"/>
                  </a:cubicBezTo>
                  <a:cubicBezTo>
                    <a:pt x="192922" y="346424"/>
                    <a:pt x="162632" y="441484"/>
                    <a:pt x="130819" y="535686"/>
                  </a:cubicBezTo>
                  <a:cubicBezTo>
                    <a:pt x="105482" y="610648"/>
                    <a:pt x="77574" y="684752"/>
                    <a:pt x="57000" y="761143"/>
                  </a:cubicBezTo>
                  <a:cubicBezTo>
                    <a:pt x="23853" y="884682"/>
                    <a:pt x="8994" y="1012222"/>
                    <a:pt x="3184" y="1140143"/>
                  </a:cubicBezTo>
                  <a:cubicBezTo>
                    <a:pt x="-1388" y="1239964"/>
                    <a:pt x="-721" y="1339882"/>
                    <a:pt x="3184" y="1439704"/>
                  </a:cubicBezTo>
                  <a:cubicBezTo>
                    <a:pt x="9280" y="1596676"/>
                    <a:pt x="22805" y="1753553"/>
                    <a:pt x="60524" y="1905953"/>
                  </a:cubicBezTo>
                  <a:cubicBezTo>
                    <a:pt x="92433" y="2034635"/>
                    <a:pt x="141106" y="2158937"/>
                    <a:pt x="213686" y="2269808"/>
                  </a:cubicBezTo>
                  <a:cubicBezTo>
                    <a:pt x="258644" y="2338483"/>
                    <a:pt x="312080" y="2401253"/>
                    <a:pt x="373325" y="2455926"/>
                  </a:cubicBezTo>
                  <a:cubicBezTo>
                    <a:pt x="453431" y="2527459"/>
                    <a:pt x="545252" y="2584514"/>
                    <a:pt x="644502" y="2625662"/>
                  </a:cubicBezTo>
                  <a:cubicBezTo>
                    <a:pt x="727370" y="2660047"/>
                    <a:pt x="814428" y="2683002"/>
                    <a:pt x="902915" y="2697195"/>
                  </a:cubicBezTo>
                  <a:cubicBezTo>
                    <a:pt x="1009310" y="2714244"/>
                    <a:pt x="1117133" y="2718911"/>
                    <a:pt x="1224860" y="2719102"/>
                  </a:cubicBezTo>
                  <a:cubicBezTo>
                    <a:pt x="1293726" y="2719292"/>
                    <a:pt x="1362878" y="2717673"/>
                    <a:pt x="1430315" y="2731008"/>
                  </a:cubicBezTo>
                  <a:cubicBezTo>
                    <a:pt x="1515563" y="2747867"/>
                    <a:pt x="1595383" y="2787872"/>
                    <a:pt x="1652914" y="2852642"/>
                  </a:cubicBezTo>
                  <a:cubicBezTo>
                    <a:pt x="1688061" y="2892266"/>
                    <a:pt x="1713398" y="2939320"/>
                    <a:pt x="1739306" y="2985611"/>
                  </a:cubicBezTo>
                  <a:cubicBezTo>
                    <a:pt x="1772167" y="3044476"/>
                    <a:pt x="1806743" y="3102578"/>
                    <a:pt x="1848938" y="3155156"/>
                  </a:cubicBezTo>
                  <a:cubicBezTo>
                    <a:pt x="1894754" y="3212306"/>
                    <a:pt x="1949427" y="3262503"/>
                    <a:pt x="2015054" y="3294793"/>
                  </a:cubicBezTo>
                  <a:cubicBezTo>
                    <a:pt x="2081825" y="3327749"/>
                    <a:pt x="2156596" y="3340037"/>
                    <a:pt x="2231082" y="3336322"/>
                  </a:cubicBezTo>
                  <a:cubicBezTo>
                    <a:pt x="2300423" y="3332893"/>
                    <a:pt x="2368813" y="3315557"/>
                    <a:pt x="2427106" y="3278124"/>
                  </a:cubicBezTo>
                  <a:cubicBezTo>
                    <a:pt x="2474541" y="3247644"/>
                    <a:pt x="2513403" y="3204877"/>
                    <a:pt x="2531786" y="3151823"/>
                  </a:cubicBezTo>
                  <a:cubicBezTo>
                    <a:pt x="2558837" y="3073622"/>
                    <a:pt x="2535691" y="2989707"/>
                    <a:pt x="2520165" y="2907411"/>
                  </a:cubicBezTo>
                  <a:cubicBezTo>
                    <a:pt x="2503973" y="2821496"/>
                    <a:pt x="2495781" y="2734342"/>
                    <a:pt x="2481970" y="2648045"/>
                  </a:cubicBezTo>
                  <a:cubicBezTo>
                    <a:pt x="2474731" y="2603087"/>
                    <a:pt x="2466159" y="2558320"/>
                    <a:pt x="2458729" y="2513362"/>
                  </a:cubicBezTo>
                  <a:cubicBezTo>
                    <a:pt x="2452919" y="2478310"/>
                    <a:pt x="2447870" y="2442305"/>
                    <a:pt x="2458729" y="2408587"/>
                  </a:cubicBezTo>
                  <a:cubicBezTo>
                    <a:pt x="2475779" y="2355628"/>
                    <a:pt x="2527119" y="2324481"/>
                    <a:pt x="2581697" y="2310479"/>
                  </a:cubicBezTo>
                  <a:cubicBezTo>
                    <a:pt x="2641990" y="2295049"/>
                    <a:pt x="2705617" y="2300954"/>
                    <a:pt x="2762767" y="2325434"/>
                  </a:cubicBezTo>
                  <a:cubicBezTo>
                    <a:pt x="2806011" y="2343912"/>
                    <a:pt x="2844206" y="2372582"/>
                    <a:pt x="2872400" y="2410206"/>
                  </a:cubicBezTo>
                  <a:cubicBezTo>
                    <a:pt x="2920787" y="2474595"/>
                    <a:pt x="2933931" y="2557463"/>
                    <a:pt x="2925549" y="2637949"/>
                  </a:cubicBezTo>
                  <a:cubicBezTo>
                    <a:pt x="2913548" y="2753392"/>
                    <a:pt x="2857636" y="2858262"/>
                    <a:pt x="2820869" y="2968752"/>
                  </a:cubicBezTo>
                  <a:cubicBezTo>
                    <a:pt x="2796486" y="3041904"/>
                    <a:pt x="2780388" y="3118390"/>
                    <a:pt x="2789342" y="3194876"/>
                  </a:cubicBezTo>
                  <a:cubicBezTo>
                    <a:pt x="2799914" y="3285554"/>
                    <a:pt x="2844587" y="3367373"/>
                    <a:pt x="2889069" y="3447574"/>
                  </a:cubicBezTo>
                  <a:cubicBezTo>
                    <a:pt x="2950695" y="3558826"/>
                    <a:pt x="3013560" y="3669506"/>
                    <a:pt x="3070139" y="3783330"/>
                  </a:cubicBezTo>
                  <a:cubicBezTo>
                    <a:pt x="3108239" y="3859911"/>
                    <a:pt x="3143481" y="3937826"/>
                    <a:pt x="3181486" y="4014407"/>
                  </a:cubicBezTo>
                  <a:cubicBezTo>
                    <a:pt x="3232445" y="4116991"/>
                    <a:pt x="3288452" y="4217099"/>
                    <a:pt x="3351888" y="4312539"/>
                  </a:cubicBezTo>
                  <a:cubicBezTo>
                    <a:pt x="3398180" y="4382262"/>
                    <a:pt x="3448567" y="4449795"/>
                    <a:pt x="3512194" y="4504087"/>
                  </a:cubicBezTo>
                  <a:cubicBezTo>
                    <a:pt x="3558867" y="4543901"/>
                    <a:pt x="3611826" y="4575906"/>
                    <a:pt x="3670119" y="4595051"/>
                  </a:cubicBezTo>
                  <a:cubicBezTo>
                    <a:pt x="3746795" y="4620292"/>
                    <a:pt x="3828519" y="4621911"/>
                    <a:pt x="3909386" y="4623816"/>
                  </a:cubicBezTo>
                  <a:cubicBezTo>
                    <a:pt x="3985205" y="4625531"/>
                    <a:pt x="4061025" y="4627436"/>
                    <a:pt x="4136653" y="4623816"/>
                  </a:cubicBezTo>
                  <a:cubicBezTo>
                    <a:pt x="4236380" y="4619054"/>
                    <a:pt x="4335345" y="4605052"/>
                    <a:pt x="4435071" y="4599432"/>
                  </a:cubicBezTo>
                  <a:cubicBezTo>
                    <a:pt x="4477648" y="4597051"/>
                    <a:pt x="4520415" y="4596194"/>
                    <a:pt x="4562992" y="4599432"/>
                  </a:cubicBezTo>
                  <a:cubicBezTo>
                    <a:pt x="4649765" y="4606005"/>
                    <a:pt x="4925799" y="4629150"/>
                    <a:pt x="5010477" y="4649439"/>
                  </a:cubicBezTo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Freeform: Shape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-181080" y="220680"/>
              <a:ext cx="4933440" cy="4552200"/>
            </a:xfrm>
            <a:custGeom>
              <a:avLst/>
              <a:gdLst>
                <a:gd name="textAreaLeft" fmla="*/ 0 w 4933440"/>
                <a:gd name="textAreaRight" fmla="*/ 4933800 w 4933440"/>
                <a:gd name="textAreaTop" fmla="*/ 0 h 4552200"/>
                <a:gd name="textAreaBottom" fmla="*/ 4552560 h 4552200"/>
                <a:gd name="GluePoint1X" fmla="*/ 4933778 w 4933777"/>
                <a:gd name="GluePoint1Y" fmla="*/ 4552474 h 4552473"/>
                <a:gd name="GluePoint2X" fmla="*/ 4020997 w 4933777"/>
                <a:gd name="GluePoint2Y" fmla="*/ 4493324 h 4552473"/>
                <a:gd name="GluePoint3X" fmla="*/ 3777538 w 4933777"/>
                <a:gd name="GluePoint3Y" fmla="*/ 4468273 h 4552473"/>
                <a:gd name="GluePoint4X" fmla="*/ 3411207 w 4933777"/>
                <a:gd name="GluePoint4Y" fmla="*/ 4277868 h 4552473"/>
                <a:gd name="GluePoint5X" fmla="*/ 3215944 w 4933777"/>
                <a:gd name="GluePoint5Y" fmla="*/ 3958971 h 4552473"/>
                <a:gd name="GluePoint6X" fmla="*/ 3056400 w 4933777"/>
                <a:gd name="GluePoint6Y" fmla="*/ 3618548 h 4552473"/>
                <a:gd name="GluePoint7X" fmla="*/ 2963341 w 4933777"/>
                <a:gd name="GluePoint7Y" fmla="*/ 3314319 h 4552473"/>
                <a:gd name="GluePoint8X" fmla="*/ 3029825 w 4933777"/>
                <a:gd name="GluePoint8Y" fmla="*/ 2870454 h 4552473"/>
                <a:gd name="GluePoint9X" fmla="*/ 3094595 w 4933777"/>
                <a:gd name="GluePoint9Y" fmla="*/ 2449830 h 4552473"/>
                <a:gd name="GluePoint10X" fmla="*/ 2979915 w 4933777"/>
                <a:gd name="GluePoint10Y" fmla="*/ 2245328 h 4552473"/>
                <a:gd name="GluePoint11X" fmla="*/ 2843707 w 4933777"/>
                <a:gd name="GluePoint11Y" fmla="*/ 2162175 h 4552473"/>
                <a:gd name="GluePoint12X" fmla="*/ 2529668 w 4933777"/>
                <a:gd name="GluePoint12Y" fmla="*/ 2080736 h 4552473"/>
                <a:gd name="GluePoint13X" fmla="*/ 2336977 w 4933777"/>
                <a:gd name="GluePoint13Y" fmla="*/ 2125599 h 4552473"/>
                <a:gd name="GluePoint14X" fmla="*/ 2044559 w 4933777"/>
                <a:gd name="GluePoint14Y" fmla="*/ 2271903 h 4552473"/>
                <a:gd name="GluePoint15X" fmla="*/ 2007317 w 4933777"/>
                <a:gd name="GluePoint15Y" fmla="*/ 2312099 h 4552473"/>
                <a:gd name="GluePoint16X" fmla="*/ 1999030 w 4933777"/>
                <a:gd name="GluePoint16Y" fmla="*/ 2371916 h 4552473"/>
                <a:gd name="GluePoint17X" fmla="*/ 2129427 w 4933777"/>
                <a:gd name="GluePoint17Y" fmla="*/ 2502408 h 4552473"/>
                <a:gd name="GluePoint18X" fmla="*/ 2226582 w 4933777"/>
                <a:gd name="GluePoint18Y" fmla="*/ 2627948 h 4552473"/>
                <a:gd name="GluePoint19X" fmla="*/ 2273064 w 4933777"/>
                <a:gd name="GluePoint19Y" fmla="*/ 2782538 h 4552473"/>
                <a:gd name="GluePoint20X" fmla="*/ 2203246 w 4933777"/>
                <a:gd name="GluePoint20Y" fmla="*/ 2993612 h 4552473"/>
                <a:gd name="GluePoint21X" fmla="*/ 2115140 w 4933777"/>
                <a:gd name="GluePoint21Y" fmla="*/ 3048476 h 4552473"/>
                <a:gd name="GluePoint22X" fmla="*/ 1952262 w 4933777"/>
                <a:gd name="GluePoint22Y" fmla="*/ 3025235 h 4552473"/>
                <a:gd name="GluePoint23X" fmla="*/ 1801100 w 4933777"/>
                <a:gd name="GluePoint23Y" fmla="*/ 2888933 h 4552473"/>
                <a:gd name="GluePoint24X" fmla="*/ 1722995 w 4933777"/>
                <a:gd name="GluePoint24Y" fmla="*/ 2689479 h 4552473"/>
                <a:gd name="GluePoint25X" fmla="*/ 1653177 w 4933777"/>
                <a:gd name="GluePoint25Y" fmla="*/ 2574798 h 4552473"/>
                <a:gd name="GluePoint26X" fmla="*/ 1500301 w 4933777"/>
                <a:gd name="GluePoint26Y" fmla="*/ 2531555 h 4552473"/>
                <a:gd name="GluePoint27X" fmla="*/ 1364093 w 4933777"/>
                <a:gd name="GluePoint27Y" fmla="*/ 2583085 h 4552473"/>
                <a:gd name="GluePoint28X" fmla="*/ 1191310 w 4933777"/>
                <a:gd name="GluePoint28Y" fmla="*/ 2618041 h 4552473"/>
                <a:gd name="GluePoint29X" fmla="*/ 759351 w 4933777"/>
                <a:gd name="GluePoint29Y" fmla="*/ 2618041 h 4552473"/>
                <a:gd name="GluePoint30X" fmla="*/ 506843 w 4933777"/>
                <a:gd name="GluePoint30Y" fmla="*/ 2521649 h 4552473"/>
                <a:gd name="GluePoint31X" fmla="*/ 290816 w 4933777"/>
                <a:gd name="GluePoint31Y" fmla="*/ 2343817 h 4552473"/>
                <a:gd name="GluePoint32X" fmla="*/ 126320 w 4933777"/>
                <a:gd name="GluePoint32Y" fmla="*/ 2062925 h 4552473"/>
                <a:gd name="GluePoint33X" fmla="*/ 24021 w 4933777"/>
                <a:gd name="GluePoint33Y" fmla="*/ 1594295 h 4552473"/>
                <a:gd name="GluePoint34X" fmla="*/ 1066 w 4933777"/>
                <a:gd name="GluePoint34Y" fmla="*/ 1140428 h 4552473"/>
                <a:gd name="GluePoint35X" fmla="*/ 87172 w 4933777"/>
                <a:gd name="GluePoint35Y" fmla="*/ 617601 h 4552473"/>
                <a:gd name="GluePoint36X" fmla="*/ 256526 w 4933777"/>
                <a:gd name="GluePoint36Y" fmla="*/ 249936 h 4552473"/>
                <a:gd name="GluePoint37X" fmla="*/ 461504 w 4933777"/>
                <a:gd name="GluePoint37Y" fmla="*/ 0 h 45524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</a:cxnLst>
              <a:rect l="textAreaLeft" t="textAreaTop" r="textAreaRight" b="textAreaBottom"/>
              <a:pathLst>
                <a:path w="4933777" h="4552473">
                  <a:moveTo>
                    <a:pt x="4933778" y="4552474"/>
                  </a:moveTo>
                  <a:cubicBezTo>
                    <a:pt x="4747183" y="4533519"/>
                    <a:pt x="4208735" y="4496562"/>
                    <a:pt x="4020997" y="4493324"/>
                  </a:cubicBezTo>
                  <a:cubicBezTo>
                    <a:pt x="3939273" y="4491895"/>
                    <a:pt x="3857548" y="4485323"/>
                    <a:pt x="3777538" y="4468273"/>
                  </a:cubicBezTo>
                  <a:cubicBezTo>
                    <a:pt x="3639807" y="4438936"/>
                    <a:pt x="3509028" y="4378738"/>
                    <a:pt x="3411207" y="4277868"/>
                  </a:cubicBezTo>
                  <a:cubicBezTo>
                    <a:pt x="3323958" y="4187857"/>
                    <a:pt x="3270236" y="4072414"/>
                    <a:pt x="3215944" y="3958971"/>
                  </a:cubicBezTo>
                  <a:cubicBezTo>
                    <a:pt x="3161842" y="3845909"/>
                    <a:pt x="3106407" y="3733419"/>
                    <a:pt x="3056400" y="3618548"/>
                  </a:cubicBezTo>
                  <a:cubicBezTo>
                    <a:pt x="3013728" y="3520631"/>
                    <a:pt x="2975152" y="3420237"/>
                    <a:pt x="2963341" y="3314319"/>
                  </a:cubicBezTo>
                  <a:cubicBezTo>
                    <a:pt x="2946672" y="3164205"/>
                    <a:pt x="2985249" y="3015329"/>
                    <a:pt x="3029825" y="2870454"/>
                  </a:cubicBezTo>
                  <a:cubicBezTo>
                    <a:pt x="3072498" y="2731865"/>
                    <a:pt x="3122790" y="2590895"/>
                    <a:pt x="3094595" y="2449830"/>
                  </a:cubicBezTo>
                  <a:cubicBezTo>
                    <a:pt x="3078879" y="2371154"/>
                    <a:pt x="3040112" y="2298383"/>
                    <a:pt x="2979915" y="2245328"/>
                  </a:cubicBezTo>
                  <a:cubicBezTo>
                    <a:pt x="2939814" y="2209991"/>
                    <a:pt x="2892094" y="2185035"/>
                    <a:pt x="2843707" y="2162175"/>
                  </a:cubicBezTo>
                  <a:cubicBezTo>
                    <a:pt x="2744075" y="2115312"/>
                    <a:pt x="2639110" y="2075212"/>
                    <a:pt x="2529668" y="2080736"/>
                  </a:cubicBezTo>
                  <a:cubicBezTo>
                    <a:pt x="2463469" y="2084070"/>
                    <a:pt x="2399651" y="2103882"/>
                    <a:pt x="2336977" y="2125599"/>
                  </a:cubicBezTo>
                  <a:cubicBezTo>
                    <a:pt x="2233059" y="2161604"/>
                    <a:pt x="2130094" y="2203133"/>
                    <a:pt x="2044559" y="2271903"/>
                  </a:cubicBezTo>
                  <a:cubicBezTo>
                    <a:pt x="2030177" y="2283524"/>
                    <a:pt x="2016175" y="2295906"/>
                    <a:pt x="2007317" y="2312099"/>
                  </a:cubicBezTo>
                  <a:cubicBezTo>
                    <a:pt x="1997315" y="2330291"/>
                    <a:pt x="1994934" y="2351532"/>
                    <a:pt x="1999030" y="2371916"/>
                  </a:cubicBezTo>
                  <a:cubicBezTo>
                    <a:pt x="2011508" y="2434019"/>
                    <a:pt x="2079040" y="2461165"/>
                    <a:pt x="2129427" y="2502408"/>
                  </a:cubicBezTo>
                  <a:cubicBezTo>
                    <a:pt x="2170766" y="2536222"/>
                    <a:pt x="2202103" y="2580418"/>
                    <a:pt x="2226582" y="2627948"/>
                  </a:cubicBezTo>
                  <a:cubicBezTo>
                    <a:pt x="2251538" y="2676335"/>
                    <a:pt x="2269254" y="2728341"/>
                    <a:pt x="2273064" y="2782538"/>
                  </a:cubicBezTo>
                  <a:cubicBezTo>
                    <a:pt x="2278589" y="2859786"/>
                    <a:pt x="2256395" y="2937605"/>
                    <a:pt x="2203246" y="2993612"/>
                  </a:cubicBezTo>
                  <a:cubicBezTo>
                    <a:pt x="2178957" y="3019235"/>
                    <a:pt x="2149144" y="3039047"/>
                    <a:pt x="2115140" y="3048476"/>
                  </a:cubicBezTo>
                  <a:cubicBezTo>
                    <a:pt x="2060752" y="3063526"/>
                    <a:pt x="2003507" y="3049905"/>
                    <a:pt x="1952262" y="3025235"/>
                  </a:cubicBezTo>
                  <a:cubicBezTo>
                    <a:pt x="1889873" y="2995136"/>
                    <a:pt x="1836724" y="2948369"/>
                    <a:pt x="1801100" y="2888933"/>
                  </a:cubicBezTo>
                  <a:cubicBezTo>
                    <a:pt x="1764239" y="2827591"/>
                    <a:pt x="1748237" y="2756630"/>
                    <a:pt x="1722995" y="2689479"/>
                  </a:cubicBezTo>
                  <a:cubicBezTo>
                    <a:pt x="1706993" y="2646903"/>
                    <a:pt x="1686896" y="2605088"/>
                    <a:pt x="1653177" y="2574798"/>
                  </a:cubicBezTo>
                  <a:cubicBezTo>
                    <a:pt x="1611839" y="2537555"/>
                    <a:pt x="1555260" y="2522315"/>
                    <a:pt x="1500301" y="2531555"/>
                  </a:cubicBezTo>
                  <a:cubicBezTo>
                    <a:pt x="1452295" y="2539651"/>
                    <a:pt x="1409718" y="2565749"/>
                    <a:pt x="1364093" y="2583085"/>
                  </a:cubicBezTo>
                  <a:cubicBezTo>
                    <a:pt x="1308944" y="2603945"/>
                    <a:pt x="1249984" y="2611374"/>
                    <a:pt x="1191310" y="2618041"/>
                  </a:cubicBezTo>
                  <a:cubicBezTo>
                    <a:pt x="1047197" y="2634424"/>
                    <a:pt x="901274" y="2646236"/>
                    <a:pt x="759351" y="2618041"/>
                  </a:cubicBezTo>
                  <a:cubicBezTo>
                    <a:pt x="670388" y="2600325"/>
                    <a:pt x="585329" y="2567083"/>
                    <a:pt x="506843" y="2521649"/>
                  </a:cubicBezTo>
                  <a:cubicBezTo>
                    <a:pt x="425595" y="2474595"/>
                    <a:pt x="352253" y="2414778"/>
                    <a:pt x="290816" y="2343817"/>
                  </a:cubicBezTo>
                  <a:cubicBezTo>
                    <a:pt x="219284" y="2261140"/>
                    <a:pt x="165753" y="2164937"/>
                    <a:pt x="126320" y="2062925"/>
                  </a:cubicBezTo>
                  <a:cubicBezTo>
                    <a:pt x="68503" y="1913192"/>
                    <a:pt x="42500" y="1753838"/>
                    <a:pt x="24021" y="1594295"/>
                  </a:cubicBezTo>
                  <a:cubicBezTo>
                    <a:pt x="6590" y="1443609"/>
                    <a:pt x="-3411" y="1292066"/>
                    <a:pt x="1066" y="1140428"/>
                  </a:cubicBezTo>
                  <a:cubicBezTo>
                    <a:pt x="6305" y="962882"/>
                    <a:pt x="31927" y="786289"/>
                    <a:pt x="87172" y="617601"/>
                  </a:cubicBezTo>
                  <a:cubicBezTo>
                    <a:pt x="129272" y="489014"/>
                    <a:pt x="190423" y="367951"/>
                    <a:pt x="256526" y="249936"/>
                  </a:cubicBezTo>
                  <a:cubicBezTo>
                    <a:pt x="281577" y="205645"/>
                    <a:pt x="431786" y="41243"/>
                    <a:pt x="461504" y="0"/>
                  </a:cubicBezTo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Freeform: Shape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-211680" y="267840"/>
              <a:ext cx="4844160" cy="4401720"/>
            </a:xfrm>
            <a:custGeom>
              <a:avLst/>
              <a:gdLst>
                <a:gd name="textAreaLeft" fmla="*/ 0 w 4844160"/>
                <a:gd name="textAreaRight" fmla="*/ 4844520 w 4844160"/>
                <a:gd name="textAreaTop" fmla="*/ 0 h 4401720"/>
                <a:gd name="textAreaBottom" fmla="*/ 4402080 h 4401720"/>
                <a:gd name="GluePoint1X" fmla="*/ 486254 w 4844417"/>
                <a:gd name="GluePoint1Y" fmla="*/ 0 h 4402074"/>
                <a:gd name="GluePoint2X" fmla="*/ 223364 w 4844417"/>
                <a:gd name="GluePoint2Y" fmla="*/ 286226 h 4402074"/>
                <a:gd name="GluePoint3X" fmla="*/ 67821 w 4844417"/>
                <a:gd name="GluePoint3Y" fmla="*/ 699135 h 4402074"/>
                <a:gd name="GluePoint4X" fmla="*/ 3 w 4844417"/>
                <a:gd name="GluePoint4Y" fmla="*/ 1273683 h 4402074"/>
                <a:gd name="GluePoint5X" fmla="*/ 135543 w 4844417"/>
                <a:gd name="GluePoint5Y" fmla="*/ 2031683 h 4402074"/>
                <a:gd name="GluePoint6X" fmla="*/ 297088 w 4844417"/>
                <a:gd name="GluePoint6Y" fmla="*/ 2312956 h 4402074"/>
                <a:gd name="GluePoint7X" fmla="*/ 582171 w 4844417"/>
                <a:gd name="GluePoint7Y" fmla="*/ 2518410 h 4402074"/>
                <a:gd name="GluePoint8X" fmla="*/ 972982 w 4844417"/>
                <a:gd name="GluePoint8Y" fmla="*/ 2518410 h 4402074"/>
                <a:gd name="GluePoint9X" fmla="*/ 1389700 w 4844417"/>
                <a:gd name="GluePoint9Y" fmla="*/ 2350484 h 4402074"/>
                <a:gd name="GluePoint10X" fmla="*/ 1665544 w 4844417"/>
                <a:gd name="GluePoint10Y" fmla="*/ 2204180 h 4402074"/>
                <a:gd name="GluePoint11X" fmla="*/ 2180656 w 4844417"/>
                <a:gd name="GluePoint11Y" fmla="*/ 1966436 h 4402074"/>
                <a:gd name="GluePoint12X" fmla="*/ 2499649 w 4844417"/>
                <a:gd name="GluePoint12Y" fmla="*/ 1926527 h 4402074"/>
                <a:gd name="GluePoint13X" fmla="*/ 2867695 w 4844417"/>
                <a:gd name="GluePoint13Y" fmla="*/ 2041303 h 4402074"/>
                <a:gd name="GluePoint14X" fmla="*/ 3100295 w 4844417"/>
                <a:gd name="GluePoint14Y" fmla="*/ 2147602 h 4402074"/>
                <a:gd name="GluePoint15X" fmla="*/ 3275174 w 4844417"/>
                <a:gd name="GluePoint15Y" fmla="*/ 2370582 h 4402074"/>
                <a:gd name="GluePoint16X" fmla="*/ 3246123 w 4844417"/>
                <a:gd name="GluePoint16Y" fmla="*/ 2631948 h 4402074"/>
                <a:gd name="GluePoint17X" fmla="*/ 3102581 w 4844417"/>
                <a:gd name="GluePoint17Y" fmla="*/ 2947892 h 4402074"/>
                <a:gd name="GluePoint18X" fmla="*/ 3070958 w 4844417"/>
                <a:gd name="GluePoint18Y" fmla="*/ 3462052 h 4402074"/>
                <a:gd name="GluePoint19X" fmla="*/ 3194402 w 4844417"/>
                <a:gd name="GluePoint19Y" fmla="*/ 3792379 h 4402074"/>
                <a:gd name="GluePoint20X" fmla="*/ 3329371 w 4844417"/>
                <a:gd name="GluePoint20Y" fmla="*/ 4048030 h 4402074"/>
                <a:gd name="GluePoint21X" fmla="*/ 3539017 w 4844417"/>
                <a:gd name="GluePoint21Y" fmla="*/ 4257771 h 4402074"/>
                <a:gd name="GluePoint22X" fmla="*/ 3911254 w 4844417"/>
                <a:gd name="GluePoint22Y" fmla="*/ 4353592 h 4402074"/>
                <a:gd name="GluePoint23X" fmla="*/ 4272632 w 4844417"/>
                <a:gd name="GluePoint23Y" fmla="*/ 4353592 h 4402074"/>
                <a:gd name="GluePoint24X" fmla="*/ 4528760 w 4844417"/>
                <a:gd name="GluePoint24Y" fmla="*/ 4368832 h 4402074"/>
                <a:gd name="GluePoint25X" fmla="*/ 4844418 w 4844417"/>
                <a:gd name="GluePoint25Y" fmla="*/ 4402074 h 440207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</a:cxnLst>
              <a:rect l="textAreaLeft" t="textAreaTop" r="textAreaRight" b="textAreaBottom"/>
              <a:pathLst>
                <a:path w="4844417" h="4402074">
                  <a:moveTo>
                    <a:pt x="486254" y="0"/>
                  </a:moveTo>
                  <a:cubicBezTo>
                    <a:pt x="486254" y="0"/>
                    <a:pt x="289182" y="178689"/>
                    <a:pt x="223364" y="286226"/>
                  </a:cubicBezTo>
                  <a:cubicBezTo>
                    <a:pt x="146116" y="412337"/>
                    <a:pt x="101825" y="555022"/>
                    <a:pt x="67821" y="699135"/>
                  </a:cubicBezTo>
                  <a:cubicBezTo>
                    <a:pt x="23434" y="887540"/>
                    <a:pt x="289" y="1080135"/>
                    <a:pt x="3" y="1273683"/>
                  </a:cubicBezTo>
                  <a:cubicBezTo>
                    <a:pt x="-378" y="1532668"/>
                    <a:pt x="38865" y="1791748"/>
                    <a:pt x="135543" y="2031683"/>
                  </a:cubicBezTo>
                  <a:cubicBezTo>
                    <a:pt x="176215" y="2132648"/>
                    <a:pt x="227650" y="2229231"/>
                    <a:pt x="297088" y="2312956"/>
                  </a:cubicBezTo>
                  <a:cubicBezTo>
                    <a:pt x="373383" y="2404967"/>
                    <a:pt x="469014" y="2480882"/>
                    <a:pt x="582171" y="2518410"/>
                  </a:cubicBezTo>
                  <a:cubicBezTo>
                    <a:pt x="708091" y="2560130"/>
                    <a:pt x="843727" y="2550605"/>
                    <a:pt x="972982" y="2518410"/>
                  </a:cubicBezTo>
                  <a:cubicBezTo>
                    <a:pt x="1118714" y="2482120"/>
                    <a:pt x="1255874" y="2419160"/>
                    <a:pt x="1389700" y="2350484"/>
                  </a:cubicBezTo>
                  <a:cubicBezTo>
                    <a:pt x="1482283" y="2302955"/>
                    <a:pt x="1574104" y="2253996"/>
                    <a:pt x="1665544" y="2204180"/>
                  </a:cubicBezTo>
                  <a:cubicBezTo>
                    <a:pt x="1832137" y="2113407"/>
                    <a:pt x="1999586" y="2022348"/>
                    <a:pt x="2180656" y="1966436"/>
                  </a:cubicBezTo>
                  <a:cubicBezTo>
                    <a:pt x="2284288" y="1934432"/>
                    <a:pt x="2392016" y="1915478"/>
                    <a:pt x="2499649" y="1926527"/>
                  </a:cubicBezTo>
                  <a:cubicBezTo>
                    <a:pt x="2627950" y="1939671"/>
                    <a:pt x="2747108" y="1994535"/>
                    <a:pt x="2867695" y="2041303"/>
                  </a:cubicBezTo>
                  <a:cubicBezTo>
                    <a:pt x="2947514" y="2072259"/>
                    <a:pt x="3028667" y="2100929"/>
                    <a:pt x="3100295" y="2147602"/>
                  </a:cubicBezTo>
                  <a:cubicBezTo>
                    <a:pt x="3182401" y="2201037"/>
                    <a:pt x="3250980" y="2276189"/>
                    <a:pt x="3275174" y="2370582"/>
                  </a:cubicBezTo>
                  <a:cubicBezTo>
                    <a:pt x="3297367" y="2457450"/>
                    <a:pt x="3278508" y="2547747"/>
                    <a:pt x="3246123" y="2631948"/>
                  </a:cubicBezTo>
                  <a:cubicBezTo>
                    <a:pt x="3204403" y="2740057"/>
                    <a:pt x="3142872" y="2839307"/>
                    <a:pt x="3102581" y="2947892"/>
                  </a:cubicBezTo>
                  <a:cubicBezTo>
                    <a:pt x="3041621" y="3112103"/>
                    <a:pt x="3032668" y="3291173"/>
                    <a:pt x="3070958" y="3462052"/>
                  </a:cubicBezTo>
                  <a:cubicBezTo>
                    <a:pt x="3096771" y="3577019"/>
                    <a:pt x="3145063" y="3685223"/>
                    <a:pt x="3194402" y="3792379"/>
                  </a:cubicBezTo>
                  <a:cubicBezTo>
                    <a:pt x="3234788" y="3880104"/>
                    <a:pt x="3276127" y="3967639"/>
                    <a:pt x="3329371" y="4048030"/>
                  </a:cubicBezTo>
                  <a:cubicBezTo>
                    <a:pt x="3384712" y="4131564"/>
                    <a:pt x="3453196" y="4206335"/>
                    <a:pt x="3539017" y="4257771"/>
                  </a:cubicBezTo>
                  <a:cubicBezTo>
                    <a:pt x="3650364" y="4324541"/>
                    <a:pt x="3781142" y="4346924"/>
                    <a:pt x="3911254" y="4353592"/>
                  </a:cubicBezTo>
                  <a:cubicBezTo>
                    <a:pt x="4031554" y="4359783"/>
                    <a:pt x="4152141" y="4351878"/>
                    <a:pt x="4272632" y="4353592"/>
                  </a:cubicBezTo>
                  <a:cubicBezTo>
                    <a:pt x="4358167" y="4354830"/>
                    <a:pt x="4443511" y="4361593"/>
                    <a:pt x="4528760" y="4368832"/>
                  </a:cubicBezTo>
                  <a:cubicBezTo>
                    <a:pt x="4634201" y="4377785"/>
                    <a:pt x="4739738" y="4386644"/>
                    <a:pt x="4844418" y="4402074"/>
                  </a:cubicBezTo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Freeform: Shape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-722160" y="1625760"/>
              <a:ext cx="3915720" cy="2451960"/>
            </a:xfrm>
            <a:custGeom>
              <a:avLst/>
              <a:gdLst>
                <a:gd name="textAreaLeft" fmla="*/ 0 w 3915720"/>
                <a:gd name="textAreaRight" fmla="*/ 3916080 w 3915720"/>
                <a:gd name="textAreaTop" fmla="*/ 0 h 2451960"/>
                <a:gd name="textAreaBottom" fmla="*/ 2452320 h 2451960"/>
                <a:gd name="GluePoint1X" fmla="*/ 540651 w 3915933"/>
                <a:gd name="GluePoint1Y" fmla="*/ 0 h 2452322"/>
                <a:gd name="GluePoint2X" fmla="*/ 235470 w 3915933"/>
                <a:gd name="GluePoint2Y" fmla="*/ 274320 h 2452322"/>
                <a:gd name="GluePoint3X" fmla="*/ 103929 w 3915933"/>
                <a:gd name="GluePoint3Y" fmla="*/ 537496 h 2452322"/>
                <a:gd name="GluePoint4X" fmla="*/ 2869 w 3915933"/>
                <a:gd name="GluePoint4Y" fmla="*/ 998792 h 2452322"/>
                <a:gd name="GluePoint5X" fmla="*/ 59638 w 3915933"/>
                <a:gd name="GluePoint5Y" fmla="*/ 1582007 h 2452322"/>
                <a:gd name="GluePoint6X" fmla="*/ 139934 w 3915933"/>
                <a:gd name="GluePoint6Y" fmla="*/ 1897856 h 2452322"/>
                <a:gd name="GluePoint7X" fmla="*/ 258996 w 3915933"/>
                <a:gd name="GluePoint7Y" fmla="*/ 2195703 h 2452322"/>
                <a:gd name="GluePoint8X" fmla="*/ 495788 w 3915933"/>
                <a:gd name="GluePoint8Y" fmla="*/ 2417350 h 2452322"/>
                <a:gd name="GluePoint9X" fmla="*/ 627328 w 3915933"/>
                <a:gd name="GluePoint9Y" fmla="*/ 2450592 h 2452322"/>
                <a:gd name="GluePoint10X" fmla="*/ 1170063 w 3915933"/>
                <a:gd name="GluePoint10Y" fmla="*/ 2249710 h 2452322"/>
                <a:gd name="GluePoint11X" fmla="*/ 1352847 w 3915933"/>
                <a:gd name="GluePoint11Y" fmla="*/ 2102834 h 2452322"/>
                <a:gd name="GluePoint12X" fmla="*/ 1978735 w 3915933"/>
                <a:gd name="GluePoint12Y" fmla="*/ 1834134 h 2452322"/>
                <a:gd name="GluePoint13X" fmla="*/ 2306872 w 3915933"/>
                <a:gd name="GluePoint13Y" fmla="*/ 1789843 h 2452322"/>
                <a:gd name="GluePoint14X" fmla="*/ 2731972 w 3915933"/>
                <a:gd name="GluePoint14Y" fmla="*/ 1870234 h 2452322"/>
                <a:gd name="GluePoint15X" fmla="*/ 3172313 w 3915933"/>
                <a:gd name="GluePoint15Y" fmla="*/ 2021205 h 2452322"/>
                <a:gd name="GluePoint16X" fmla="*/ 3573887 w 3915933"/>
                <a:gd name="GluePoint16Y" fmla="*/ 2010156 h 2452322"/>
                <a:gd name="GluePoint17X" fmla="*/ 3860494 w 3915933"/>
                <a:gd name="GluePoint17Y" fmla="*/ 1867472 h 2452322"/>
                <a:gd name="GluePoint18X" fmla="*/ 3913072 w 3915933"/>
                <a:gd name="GluePoint18Y" fmla="*/ 1652778 h 2452322"/>
                <a:gd name="GluePoint19X" fmla="*/ 3681805 w 3915933"/>
                <a:gd name="GluePoint19Y" fmla="*/ 1295400 h 2452322"/>
                <a:gd name="GluePoint20X" fmla="*/ 3029533 w 3915933"/>
                <a:gd name="GluePoint20Y" fmla="*/ 812197 h 2452322"/>
                <a:gd name="GluePoint21X" fmla="*/ 2789789 w 3915933"/>
                <a:gd name="GluePoint21Y" fmla="*/ 668941 h 2452322"/>
                <a:gd name="GluePoint22X" fmla="*/ 2510135 w 3915933"/>
                <a:gd name="GluePoint22Y" fmla="*/ 498539 h 2452322"/>
                <a:gd name="GluePoint23X" fmla="*/ 2281630 w 3915933"/>
                <a:gd name="GluePoint23Y" fmla="*/ 355854 h 2452322"/>
                <a:gd name="GluePoint24X" fmla="*/ 2002357 w 3915933"/>
                <a:gd name="GluePoint24Y" fmla="*/ 161544 h 2452322"/>
                <a:gd name="GluePoint25X" fmla="*/ 1726037 w 3915933"/>
                <a:gd name="GluePoint25Y" fmla="*/ 0 h 24523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</a:cxnLst>
              <a:rect l="textAreaLeft" t="textAreaTop" r="textAreaRight" b="textAreaBottom"/>
              <a:pathLst>
                <a:path w="3915933" h="2452322">
                  <a:moveTo>
                    <a:pt x="540651" y="0"/>
                  </a:moveTo>
                  <a:cubicBezTo>
                    <a:pt x="540651" y="0"/>
                    <a:pt x="298906" y="176213"/>
                    <a:pt x="235470" y="274320"/>
                  </a:cubicBezTo>
                  <a:cubicBezTo>
                    <a:pt x="182130" y="356997"/>
                    <a:pt x="139172" y="445675"/>
                    <a:pt x="103929" y="537496"/>
                  </a:cubicBezTo>
                  <a:cubicBezTo>
                    <a:pt x="47160" y="685324"/>
                    <a:pt x="12585" y="840772"/>
                    <a:pt x="2869" y="998792"/>
                  </a:cubicBezTo>
                  <a:cubicBezTo>
                    <a:pt x="-9228" y="1194530"/>
                    <a:pt x="18300" y="1390079"/>
                    <a:pt x="59638" y="1582007"/>
                  </a:cubicBezTo>
                  <a:cubicBezTo>
                    <a:pt x="82498" y="1688211"/>
                    <a:pt x="110121" y="1793367"/>
                    <a:pt x="139934" y="1897856"/>
                  </a:cubicBezTo>
                  <a:cubicBezTo>
                    <a:pt x="169461" y="2001393"/>
                    <a:pt x="202894" y="2104073"/>
                    <a:pt x="258996" y="2195703"/>
                  </a:cubicBezTo>
                  <a:cubicBezTo>
                    <a:pt x="316623" y="2289810"/>
                    <a:pt x="395585" y="2371725"/>
                    <a:pt x="495788" y="2417350"/>
                  </a:cubicBezTo>
                  <a:cubicBezTo>
                    <a:pt x="537317" y="2436305"/>
                    <a:pt x="581799" y="2446973"/>
                    <a:pt x="627328" y="2450592"/>
                  </a:cubicBezTo>
                  <a:cubicBezTo>
                    <a:pt x="824686" y="2466404"/>
                    <a:pt x="1012233" y="2371820"/>
                    <a:pt x="1170063" y="2249710"/>
                  </a:cubicBezTo>
                  <a:cubicBezTo>
                    <a:pt x="1231975" y="2201894"/>
                    <a:pt x="1290554" y="2150174"/>
                    <a:pt x="1352847" y="2102834"/>
                  </a:cubicBezTo>
                  <a:cubicBezTo>
                    <a:pt x="1535346" y="1964246"/>
                    <a:pt x="1755564" y="1887760"/>
                    <a:pt x="1978735" y="1834134"/>
                  </a:cubicBezTo>
                  <a:cubicBezTo>
                    <a:pt x="2086558" y="1808226"/>
                    <a:pt x="2196096" y="1789462"/>
                    <a:pt x="2306872" y="1789843"/>
                  </a:cubicBezTo>
                  <a:cubicBezTo>
                    <a:pt x="2451842" y="1790319"/>
                    <a:pt x="2594812" y="1822514"/>
                    <a:pt x="2731972" y="1870234"/>
                  </a:cubicBezTo>
                  <a:cubicBezTo>
                    <a:pt x="2879038" y="1921383"/>
                    <a:pt x="3019627" y="1991963"/>
                    <a:pt x="3172313" y="2021205"/>
                  </a:cubicBezTo>
                  <a:cubicBezTo>
                    <a:pt x="3305091" y="2046732"/>
                    <a:pt x="3441204" y="2037017"/>
                    <a:pt x="3573887" y="2010156"/>
                  </a:cubicBezTo>
                  <a:cubicBezTo>
                    <a:pt x="3682567" y="1988153"/>
                    <a:pt x="3793724" y="1954435"/>
                    <a:pt x="3860494" y="1867472"/>
                  </a:cubicBezTo>
                  <a:cubicBezTo>
                    <a:pt x="3907167" y="1806607"/>
                    <a:pt x="3923073" y="1728978"/>
                    <a:pt x="3913072" y="1652778"/>
                  </a:cubicBezTo>
                  <a:cubicBezTo>
                    <a:pt x="3894118" y="1508570"/>
                    <a:pt x="3788866" y="1396079"/>
                    <a:pt x="3681805" y="1295400"/>
                  </a:cubicBezTo>
                  <a:cubicBezTo>
                    <a:pt x="3484162" y="1109472"/>
                    <a:pt x="3261277" y="953548"/>
                    <a:pt x="3029533" y="812197"/>
                  </a:cubicBezTo>
                  <a:cubicBezTo>
                    <a:pt x="2949999" y="763715"/>
                    <a:pt x="2869704" y="716661"/>
                    <a:pt x="2789789" y="668941"/>
                  </a:cubicBezTo>
                  <a:cubicBezTo>
                    <a:pt x="2696063" y="612934"/>
                    <a:pt x="2603289" y="555403"/>
                    <a:pt x="2510135" y="498539"/>
                  </a:cubicBezTo>
                  <a:cubicBezTo>
                    <a:pt x="2433459" y="451771"/>
                    <a:pt x="2356592" y="405384"/>
                    <a:pt x="2281630" y="355854"/>
                  </a:cubicBezTo>
                  <a:cubicBezTo>
                    <a:pt x="2187047" y="293370"/>
                    <a:pt x="2095988" y="225457"/>
                    <a:pt x="2002357" y="161544"/>
                  </a:cubicBezTo>
                  <a:cubicBezTo>
                    <a:pt x="1892439" y="86487"/>
                    <a:pt x="1726037" y="0"/>
                    <a:pt x="1726037" y="0"/>
                  </a:cubicBezTo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0" name="Graphic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0" y="1603440"/>
              <a:ext cx="2074320" cy="3521520"/>
              <a:chOff x="0" y="1603440"/>
              <a:chExt cx="2074320" cy="3521520"/>
            </a:xfrm>
          </p:grpSpPr>
          <p:sp>
            <p:nvSpPr>
              <p:cNvPr id="291" name="Freeform: Shape 3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6200000">
                <a:off x="0" y="5115960"/>
                <a:ext cx="9000" cy="9000"/>
              </a:xfrm>
              <a:noFill/>
              <a:ln cap="rnd" w="9525">
                <a:solidFill>
                  <a:schemeClr val="lt2">
                    <a:alpha val="2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2" name="Freeform: Shape 3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6200000">
                <a:off x="0" y="5115960"/>
                <a:ext cx="9000" cy="9000"/>
              </a:xfrm>
              <a:noFill/>
              <a:ln cap="rnd" w="9525">
                <a:solidFill>
                  <a:schemeClr val="lt2">
                    <a:alpha val="2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3" name="Freeform: Shape 3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6200000">
                <a:off x="0" y="5115960"/>
                <a:ext cx="9000" cy="9000"/>
              </a:xfrm>
              <a:noFill/>
              <a:ln cap="rnd" w="9525">
                <a:solidFill>
                  <a:schemeClr val="lt2">
                    <a:alpha val="2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4" name="Freeform: Shape 3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6200000">
                <a:off x="-450720" y="2432520"/>
                <a:ext cx="2567520" cy="1646640"/>
              </a:xfrm>
              <a:custGeom>
                <a:avLst/>
                <a:gdLst>
                  <a:gd name="textAreaLeft" fmla="*/ 0 w 2567520"/>
                  <a:gd name="textAreaRight" fmla="*/ 2567880 w 2567520"/>
                  <a:gd name="textAreaTop" fmla="*/ 0 h 1646640"/>
                  <a:gd name="textAreaBottom" fmla="*/ 1647000 h 1646640"/>
                  <a:gd name="GluePoint1X" fmla="*/ 630083 w 2567851"/>
                  <a:gd name="GluePoint1Y" fmla="*/ 95 h 1647045"/>
                  <a:gd name="GluePoint2X" fmla="*/ 124686 w 2567851"/>
                  <a:gd name="GluePoint2Y" fmla="*/ 410718 h 1647045"/>
                  <a:gd name="GluePoint3X" fmla="*/ 26674 w 2567851"/>
                  <a:gd name="GluePoint3Y" fmla="*/ 689991 h 1647045"/>
                  <a:gd name="GluePoint4X" fmla="*/ 1718 w 2567851"/>
                  <a:gd name="GluePoint4Y" fmla="*/ 974217 h 1647045"/>
                  <a:gd name="GluePoint5X" fmla="*/ 56582 w 2567851"/>
                  <a:gd name="GluePoint5Y" fmla="*/ 1208627 h 1647045"/>
                  <a:gd name="GluePoint6X" fmla="*/ 212792 w 2567851"/>
                  <a:gd name="GluePoint6Y" fmla="*/ 1443038 h 1647045"/>
                  <a:gd name="GluePoint7X" fmla="*/ 385576 w 2567851"/>
                  <a:gd name="GluePoint7Y" fmla="*/ 1590961 h 1647045"/>
                  <a:gd name="GluePoint8X" fmla="*/ 528451 w 2567851"/>
                  <a:gd name="GluePoint8Y" fmla="*/ 1645825 h 1647045"/>
                  <a:gd name="GluePoint9X" fmla="*/ 739430 w 2567851"/>
                  <a:gd name="GluePoint9Y" fmla="*/ 1604296 h 1647045"/>
                  <a:gd name="GluePoint10X" fmla="*/ 1023560 w 2567851"/>
                  <a:gd name="GluePoint10Y" fmla="*/ 1517809 h 1647045"/>
                  <a:gd name="GluePoint11X" fmla="*/ 1384082 w 2567851"/>
                  <a:gd name="GluePoint11Y" fmla="*/ 1394841 h 1647045"/>
                  <a:gd name="GluePoint12X" fmla="*/ 1872619 w 2567851"/>
                  <a:gd name="GluePoint12Y" fmla="*/ 1318355 h 1647045"/>
                  <a:gd name="GluePoint13X" fmla="*/ 2169989 w 2567851"/>
                  <a:gd name="GluePoint13Y" fmla="*/ 1359884 h 1647045"/>
                  <a:gd name="GluePoint14X" fmla="*/ 2331152 w 2567851"/>
                  <a:gd name="GluePoint14Y" fmla="*/ 1359884 h 1647045"/>
                  <a:gd name="GluePoint15X" fmla="*/ 2500602 w 2567851"/>
                  <a:gd name="GluePoint15Y" fmla="*/ 1351598 h 1647045"/>
                  <a:gd name="GluePoint16X" fmla="*/ 2557085 w 2567851"/>
                  <a:gd name="GluePoint16Y" fmla="*/ 1316641 h 1647045"/>
                  <a:gd name="GluePoint17X" fmla="*/ 2533844 w 2567851"/>
                  <a:gd name="GluePoint17Y" fmla="*/ 1195292 h 1647045"/>
                  <a:gd name="GluePoint18X" fmla="*/ 2312864 w 2567851"/>
                  <a:gd name="GluePoint18Y" fmla="*/ 1005745 h 1647045"/>
                  <a:gd name="GluePoint19X" fmla="*/ 1980537 w 2567851"/>
                  <a:gd name="GluePoint19Y" fmla="*/ 763048 h 1647045"/>
                  <a:gd name="GluePoint20X" fmla="*/ 1706408 w 2567851"/>
                  <a:gd name="GluePoint20Y" fmla="*/ 548640 h 1647045"/>
                  <a:gd name="GluePoint21X" fmla="*/ 1422372 w 2567851"/>
                  <a:gd name="GluePoint21Y" fmla="*/ 328803 h 1647045"/>
                  <a:gd name="GluePoint22X" fmla="*/ 960695 w 2567851"/>
                  <a:gd name="GluePoint22Y" fmla="*/ 0 h 164704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2567851" h="1647045">
                    <a:moveTo>
                      <a:pt x="630083" y="95"/>
                    </a:moveTo>
                    <a:cubicBezTo>
                      <a:pt x="431201" y="60008"/>
                      <a:pt x="185837" y="291751"/>
                      <a:pt x="124686" y="410718"/>
                    </a:cubicBezTo>
                    <a:cubicBezTo>
                      <a:pt x="79442" y="498920"/>
                      <a:pt x="47438" y="593027"/>
                      <a:pt x="26674" y="689991"/>
                    </a:cubicBezTo>
                    <a:cubicBezTo>
                      <a:pt x="6576" y="783431"/>
                      <a:pt x="-4473" y="878967"/>
                      <a:pt x="1718" y="974217"/>
                    </a:cubicBezTo>
                    <a:cubicBezTo>
                      <a:pt x="7052" y="1054894"/>
                      <a:pt x="24674" y="1134332"/>
                      <a:pt x="56582" y="1208627"/>
                    </a:cubicBezTo>
                    <a:cubicBezTo>
                      <a:pt x="93825" y="1295495"/>
                      <a:pt x="148975" y="1373219"/>
                      <a:pt x="212792" y="1443038"/>
                    </a:cubicBezTo>
                    <a:cubicBezTo>
                      <a:pt x="264227" y="1499330"/>
                      <a:pt x="320996" y="1550575"/>
                      <a:pt x="385576" y="1590961"/>
                    </a:cubicBezTo>
                    <a:cubicBezTo>
                      <a:pt x="429486" y="1618393"/>
                      <a:pt x="477111" y="1640681"/>
                      <a:pt x="528451" y="1645825"/>
                    </a:cubicBezTo>
                    <a:cubicBezTo>
                      <a:pt x="600460" y="1653064"/>
                      <a:pt x="670278" y="1626680"/>
                      <a:pt x="739430" y="1604296"/>
                    </a:cubicBezTo>
                    <a:cubicBezTo>
                      <a:pt x="833632" y="1573721"/>
                      <a:pt x="929453" y="1548479"/>
                      <a:pt x="1023560" y="1517809"/>
                    </a:cubicBezTo>
                    <a:cubicBezTo>
                      <a:pt x="1144337" y="1478471"/>
                      <a:pt x="1262924" y="1432846"/>
                      <a:pt x="1384082" y="1394841"/>
                    </a:cubicBezTo>
                    <a:cubicBezTo>
                      <a:pt x="1542959" y="1345025"/>
                      <a:pt x="1707074" y="1305497"/>
                      <a:pt x="1872619" y="1318355"/>
                    </a:cubicBezTo>
                    <a:cubicBezTo>
                      <a:pt x="1972536" y="1326071"/>
                      <a:pt x="2070072" y="1353312"/>
                      <a:pt x="2169989" y="1359884"/>
                    </a:cubicBezTo>
                    <a:cubicBezTo>
                      <a:pt x="2223615" y="1363409"/>
                      <a:pt x="2277431" y="1359503"/>
                      <a:pt x="2331152" y="1359884"/>
                    </a:cubicBezTo>
                    <a:cubicBezTo>
                      <a:pt x="2388112" y="1360265"/>
                      <a:pt x="2445738" y="1366076"/>
                      <a:pt x="2500602" y="1351598"/>
                    </a:cubicBezTo>
                    <a:cubicBezTo>
                      <a:pt x="2522986" y="1345692"/>
                      <a:pt x="2544322" y="1335691"/>
                      <a:pt x="2557085" y="1316641"/>
                    </a:cubicBezTo>
                    <a:cubicBezTo>
                      <a:pt x="2581850" y="1279874"/>
                      <a:pt x="2559562" y="1233202"/>
                      <a:pt x="2533844" y="1195292"/>
                    </a:cubicBezTo>
                    <a:cubicBezTo>
                      <a:pt x="2478790" y="1114330"/>
                      <a:pt x="2394208" y="1060990"/>
                      <a:pt x="2312864" y="1005745"/>
                    </a:cubicBezTo>
                    <a:cubicBezTo>
                      <a:pt x="2199326" y="928688"/>
                      <a:pt x="2089027" y="847058"/>
                      <a:pt x="1980537" y="763048"/>
                    </a:cubicBezTo>
                    <a:cubicBezTo>
                      <a:pt x="1888811" y="691991"/>
                      <a:pt x="1796514" y="621697"/>
                      <a:pt x="1706408" y="548640"/>
                    </a:cubicBezTo>
                    <a:cubicBezTo>
                      <a:pt x="1554865" y="425672"/>
                      <a:pt x="1572105" y="453866"/>
                      <a:pt x="1422372" y="328803"/>
                    </a:cubicBezTo>
                    <a:cubicBezTo>
                      <a:pt x="1381224" y="294418"/>
                      <a:pt x="1009749" y="21146"/>
                      <a:pt x="960695" y="0"/>
                    </a:cubicBezTo>
                  </a:path>
                </a:pathLst>
              </a:custGeom>
              <a:noFill/>
              <a:ln cap="rnd" w="9525">
                <a:solidFill>
                  <a:schemeClr val="lt2">
                    <a:alpha val="2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Freeform: Shape 3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6200000">
                <a:off x="-205200" y="1886760"/>
                <a:ext cx="1676160" cy="1222560"/>
              </a:xfrm>
              <a:custGeom>
                <a:avLst/>
                <a:gdLst>
                  <a:gd name="textAreaLeft" fmla="*/ 0 w 1676160"/>
                  <a:gd name="textAreaRight" fmla="*/ 1676520 w 1676160"/>
                  <a:gd name="textAreaTop" fmla="*/ 0 h 1222560"/>
                  <a:gd name="textAreaBottom" fmla="*/ 1222920 h 1222560"/>
                  <a:gd name="GluePoint1X" fmla="*/ 1676495 w 1676495"/>
                  <a:gd name="GluePoint1Y" fmla="*/ 1223010 h 1223010"/>
                  <a:gd name="GluePoint2X" fmla="*/ 1421702 w 1676495"/>
                  <a:gd name="GluePoint2Y" fmla="*/ 1000697 h 1223010"/>
                  <a:gd name="GluePoint3X" fmla="*/ 1024604 w 1676495"/>
                  <a:gd name="GluePoint3Y" fmla="*/ 744665 h 1223010"/>
                  <a:gd name="GluePoint4X" fmla="*/ 444722 w 1676495"/>
                  <a:gd name="GluePoint4Y" fmla="*/ 345758 h 1223010"/>
                  <a:gd name="GluePoint5X" fmla="*/ 0 w 1676495"/>
                  <a:gd name="GluePoint5Y" fmla="*/ 0 h 122301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676495" h="1223010">
                    <a:moveTo>
                      <a:pt x="1676495" y="1223010"/>
                    </a:moveTo>
                    <a:cubicBezTo>
                      <a:pt x="1603724" y="1136428"/>
                      <a:pt x="1514094" y="1066229"/>
                      <a:pt x="1421702" y="1000697"/>
                    </a:cubicBezTo>
                    <a:cubicBezTo>
                      <a:pt x="1293209" y="909638"/>
                      <a:pt x="1158526" y="827627"/>
                      <a:pt x="1024604" y="744665"/>
                    </a:cubicBezTo>
                    <a:cubicBezTo>
                      <a:pt x="824770" y="620935"/>
                      <a:pt x="623792" y="497681"/>
                      <a:pt x="444722" y="345758"/>
                    </a:cubicBezTo>
                    <a:cubicBezTo>
                      <a:pt x="330517" y="248888"/>
                      <a:pt x="135731" y="61722"/>
                      <a:pt x="0" y="0"/>
                    </a:cubicBezTo>
                  </a:path>
                </a:pathLst>
              </a:custGeom>
              <a:noFill/>
              <a:ln cap="rnd" w="9525">
                <a:solidFill>
                  <a:schemeClr val="lt2">
                    <a:alpha val="2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Freeform: Shape 3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6200000">
                <a:off x="-471960" y="2085120"/>
                <a:ext cx="3028320" cy="2064960"/>
              </a:xfrm>
              <a:custGeom>
                <a:avLst/>
                <a:gdLst>
                  <a:gd name="textAreaLeft" fmla="*/ 0 w 3028320"/>
                  <a:gd name="textAreaRight" fmla="*/ 3028680 w 3028320"/>
                  <a:gd name="textAreaTop" fmla="*/ 0 h 2064960"/>
                  <a:gd name="textAreaBottom" fmla="*/ 2065320 h 2064960"/>
                  <a:gd name="GluePoint1X" fmla="*/ 525127 w 3028800"/>
                  <a:gd name="GluePoint1Y" fmla="*/ 0 h 2065359"/>
                  <a:gd name="GluePoint2X" fmla="*/ 256141 w 3028800"/>
                  <a:gd name="GluePoint2Y" fmla="*/ 229648 h 2065359"/>
                  <a:gd name="GluePoint3X" fmla="*/ 115552 w 3028800"/>
                  <a:gd name="GluePoint3Y" fmla="*/ 438531 h 2065359"/>
                  <a:gd name="GluePoint4X" fmla="*/ 29446 w 3028800"/>
                  <a:gd name="GluePoint4Y" fmla="*/ 723424 h 2065359"/>
                  <a:gd name="GluePoint5X" fmla="*/ 776 w 3028800"/>
                  <a:gd name="GluePoint5Y" fmla="*/ 1034606 h 2065359"/>
                  <a:gd name="GluePoint6X" fmla="*/ 48592 w 3028800"/>
                  <a:gd name="GluePoint6Y" fmla="*/ 1288352 h 2065359"/>
                  <a:gd name="GluePoint7X" fmla="*/ 146699 w 3028800"/>
                  <a:gd name="GluePoint7Y" fmla="*/ 1496568 h 2065359"/>
                  <a:gd name="GluePoint8X" fmla="*/ 254332 w 3028800"/>
                  <a:gd name="GluePoint8Y" fmla="*/ 1721549 h 2065359"/>
                  <a:gd name="GluePoint9X" fmla="*/ 338056 w 3028800"/>
                  <a:gd name="GluePoint9Y" fmla="*/ 1905857 h 2065359"/>
                  <a:gd name="GluePoint10X" fmla="*/ 407398 w 3028800"/>
                  <a:gd name="GluePoint10Y" fmla="*/ 2008823 h 2065359"/>
                  <a:gd name="GluePoint11X" fmla="*/ 476740 w 3028800"/>
                  <a:gd name="GluePoint11Y" fmla="*/ 2059114 h 2065359"/>
                  <a:gd name="GluePoint12X" fmla="*/ 596374 w 3028800"/>
                  <a:gd name="GluePoint12Y" fmla="*/ 2047113 h 2065359"/>
                  <a:gd name="GluePoint13X" fmla="*/ 804496 w 3028800"/>
                  <a:gd name="GluePoint13Y" fmla="*/ 1903476 h 2065359"/>
                  <a:gd name="GluePoint14X" fmla="*/ 1084435 w 3028800"/>
                  <a:gd name="GluePoint14Y" fmla="*/ 1721549 h 2065359"/>
                  <a:gd name="GluePoint15X" fmla="*/ 1369138 w 3028800"/>
                  <a:gd name="GluePoint15Y" fmla="*/ 1611439 h 2065359"/>
                  <a:gd name="GluePoint16X" fmla="*/ 1603643 w 3028800"/>
                  <a:gd name="GluePoint16Y" fmla="*/ 1554004 h 2065359"/>
                  <a:gd name="GluePoint17X" fmla="*/ 1897966 w 3028800"/>
                  <a:gd name="GluePoint17Y" fmla="*/ 1498949 h 2065359"/>
                  <a:gd name="GluePoint18X" fmla="*/ 2146759 w 3028800"/>
                  <a:gd name="GluePoint18Y" fmla="*/ 1513332 h 2065359"/>
                  <a:gd name="GluePoint19X" fmla="*/ 2292682 w 3028800"/>
                  <a:gd name="GluePoint19Y" fmla="*/ 1537240 h 2065359"/>
                  <a:gd name="GluePoint20X" fmla="*/ 2584623 w 3028800"/>
                  <a:gd name="GluePoint20Y" fmla="*/ 1594676 h 2065359"/>
                  <a:gd name="GluePoint21X" fmla="*/ 2795126 w 3028800"/>
                  <a:gd name="GluePoint21Y" fmla="*/ 1620964 h 2065359"/>
                  <a:gd name="GluePoint22X" fmla="*/ 2972005 w 3028800"/>
                  <a:gd name="GluePoint22Y" fmla="*/ 1234631 h 206535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028800" h="2065359">
                    <a:moveTo>
                      <a:pt x="525127" y="0"/>
                    </a:moveTo>
                    <a:cubicBezTo>
                      <a:pt x="525127" y="0"/>
                      <a:pt x="307386" y="172212"/>
                      <a:pt x="256141" y="229648"/>
                    </a:cubicBezTo>
                    <a:cubicBezTo>
                      <a:pt x="199944" y="292608"/>
                      <a:pt x="151843" y="362331"/>
                      <a:pt x="115552" y="438531"/>
                    </a:cubicBezTo>
                    <a:cubicBezTo>
                      <a:pt x="72785" y="528447"/>
                      <a:pt x="48115" y="625507"/>
                      <a:pt x="29446" y="723424"/>
                    </a:cubicBezTo>
                    <a:cubicBezTo>
                      <a:pt x="9825" y="826103"/>
                      <a:pt x="-3415" y="930212"/>
                      <a:pt x="776" y="1034606"/>
                    </a:cubicBezTo>
                    <a:cubicBezTo>
                      <a:pt x="4205" y="1121093"/>
                      <a:pt x="19159" y="1206913"/>
                      <a:pt x="48592" y="1288352"/>
                    </a:cubicBezTo>
                    <a:cubicBezTo>
                      <a:pt x="74785" y="1360551"/>
                      <a:pt x="111457" y="1428274"/>
                      <a:pt x="146699" y="1496568"/>
                    </a:cubicBezTo>
                    <a:cubicBezTo>
                      <a:pt x="184894" y="1570482"/>
                      <a:pt x="221185" y="1645349"/>
                      <a:pt x="254332" y="1721549"/>
                    </a:cubicBezTo>
                    <a:cubicBezTo>
                      <a:pt x="281287" y="1783461"/>
                      <a:pt x="306433" y="1846231"/>
                      <a:pt x="338056" y="1905857"/>
                    </a:cubicBezTo>
                    <a:cubicBezTo>
                      <a:pt x="357583" y="1942529"/>
                      <a:pt x="379776" y="1977866"/>
                      <a:pt x="407398" y="2008823"/>
                    </a:cubicBezTo>
                    <a:cubicBezTo>
                      <a:pt x="426829" y="2030539"/>
                      <a:pt x="449308" y="2049780"/>
                      <a:pt x="476740" y="2059114"/>
                    </a:cubicBezTo>
                    <a:cubicBezTo>
                      <a:pt x="515793" y="2072354"/>
                      <a:pt x="557893" y="2062734"/>
                      <a:pt x="596374" y="2047113"/>
                    </a:cubicBezTo>
                    <a:cubicBezTo>
                      <a:pt x="674860" y="2015300"/>
                      <a:pt x="738106" y="1956530"/>
                      <a:pt x="804496" y="1903476"/>
                    </a:cubicBezTo>
                    <a:cubicBezTo>
                      <a:pt x="891649" y="1833848"/>
                      <a:pt x="984804" y="1771841"/>
                      <a:pt x="1084435" y="1721549"/>
                    </a:cubicBezTo>
                    <a:cubicBezTo>
                      <a:pt x="1175494" y="1675638"/>
                      <a:pt x="1271030" y="1639348"/>
                      <a:pt x="1369138" y="1611439"/>
                    </a:cubicBezTo>
                    <a:cubicBezTo>
                      <a:pt x="1446576" y="1589437"/>
                      <a:pt x="1525252" y="1572387"/>
                      <a:pt x="1603643" y="1554004"/>
                    </a:cubicBezTo>
                    <a:cubicBezTo>
                      <a:pt x="1700989" y="1531049"/>
                      <a:pt x="1798144" y="1505141"/>
                      <a:pt x="1897966" y="1498949"/>
                    </a:cubicBezTo>
                    <a:cubicBezTo>
                      <a:pt x="1981119" y="1493711"/>
                      <a:pt x="2064272" y="1501521"/>
                      <a:pt x="2146759" y="1513332"/>
                    </a:cubicBezTo>
                    <a:cubicBezTo>
                      <a:pt x="2195527" y="1520285"/>
                      <a:pt x="2244200" y="1528382"/>
                      <a:pt x="2292682" y="1537240"/>
                    </a:cubicBezTo>
                    <a:cubicBezTo>
                      <a:pt x="2390218" y="1555147"/>
                      <a:pt x="2487563" y="1574102"/>
                      <a:pt x="2584623" y="1594676"/>
                    </a:cubicBezTo>
                    <a:cubicBezTo>
                      <a:pt x="2654251" y="1609439"/>
                      <a:pt x="2724260" y="1624393"/>
                      <a:pt x="2795126" y="1620964"/>
                    </a:cubicBezTo>
                    <a:cubicBezTo>
                      <a:pt x="2859991" y="1617821"/>
                      <a:pt x="3149551" y="1625918"/>
                      <a:pt x="2972005" y="1234631"/>
                    </a:cubicBezTo>
                  </a:path>
                </a:pathLst>
              </a:custGeom>
              <a:noFill/>
              <a:ln cap="rnd" w="9525">
                <a:solidFill>
                  <a:schemeClr val="lt2">
                    <a:alpha val="2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297" name="Freeform: Shap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146880" y="3225240"/>
              <a:ext cx="1161720" cy="1049760"/>
            </a:xfrm>
            <a:custGeom>
              <a:avLst/>
              <a:gdLst>
                <a:gd name="textAreaLeft" fmla="*/ 0 w 1161720"/>
                <a:gd name="textAreaRight" fmla="*/ 1162080 w 1161720"/>
                <a:gd name="textAreaTop" fmla="*/ 0 h 1049760"/>
                <a:gd name="textAreaBottom" fmla="*/ 1050120 h 1049760"/>
                <a:gd name="GluePoint1X" fmla="*/ 279459 w 1161937"/>
                <a:gd name="GluePoint1Y" fmla="*/ 64453 h 1049976"/>
                <a:gd name="GluePoint2X" fmla="*/ 99437 w 1161937"/>
                <a:gd name="GluePoint2Y" fmla="*/ 232093 h 1049976"/>
                <a:gd name="GluePoint3X" fmla="*/ 2472 w 1161937"/>
                <a:gd name="GluePoint3Y" fmla="*/ 507746 h 1049976"/>
                <a:gd name="GluePoint4X" fmla="*/ 17712 w 1161937"/>
                <a:gd name="GluePoint4Y" fmla="*/ 734917 h 1049976"/>
                <a:gd name="GluePoint5X" fmla="*/ 85530 w 1161937"/>
                <a:gd name="GluePoint5Y" fmla="*/ 905320 h 1049976"/>
                <a:gd name="GluePoint6X" fmla="*/ 388806 w 1161937"/>
                <a:gd name="GluePoint6Y" fmla="*/ 1048004 h 1049976"/>
                <a:gd name="GluePoint7X" fmla="*/ 755709 w 1161937"/>
                <a:gd name="GluePoint7Y" fmla="*/ 984282 h 1049976"/>
                <a:gd name="GluePoint8X" fmla="*/ 984214 w 1161937"/>
                <a:gd name="GluePoint8Y" fmla="*/ 856837 h 1049976"/>
                <a:gd name="GluePoint9X" fmla="*/ 1144806 w 1161937"/>
                <a:gd name="GluePoint9Y" fmla="*/ 651859 h 1049976"/>
                <a:gd name="GluePoint10X" fmla="*/ 1144806 w 1161937"/>
                <a:gd name="GluePoint10Y" fmla="*/ 435737 h 1049976"/>
                <a:gd name="GluePoint11X" fmla="*/ 894203 w 1161937"/>
                <a:gd name="GluePoint11Y" fmla="*/ 110173 h 1049976"/>
                <a:gd name="GluePoint12X" fmla="*/ 645219 w 1161937"/>
                <a:gd name="GluePoint12Y" fmla="*/ 11494 h 1049976"/>
                <a:gd name="GluePoint13X" fmla="*/ 469102 w 1161937"/>
                <a:gd name="GluePoint13Y" fmla="*/ 3207 h 1049976"/>
                <a:gd name="GluePoint14X" fmla="*/ 279459 w 1161937"/>
                <a:gd name="GluePoint14Y" fmla="*/ 64453 h 10499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161937" h="1049976">
                  <a:moveTo>
                    <a:pt x="279459" y="64453"/>
                  </a:moveTo>
                  <a:cubicBezTo>
                    <a:pt x="206784" y="104934"/>
                    <a:pt x="145538" y="162751"/>
                    <a:pt x="99437" y="232093"/>
                  </a:cubicBezTo>
                  <a:cubicBezTo>
                    <a:pt x="44763" y="314389"/>
                    <a:pt x="10759" y="409258"/>
                    <a:pt x="2472" y="507746"/>
                  </a:cubicBezTo>
                  <a:cubicBezTo>
                    <a:pt x="-3909" y="583660"/>
                    <a:pt x="2377" y="660146"/>
                    <a:pt x="17712" y="734917"/>
                  </a:cubicBezTo>
                  <a:cubicBezTo>
                    <a:pt x="30190" y="795782"/>
                    <a:pt x="48002" y="855980"/>
                    <a:pt x="85530" y="905320"/>
                  </a:cubicBezTo>
                  <a:cubicBezTo>
                    <a:pt x="155730" y="997617"/>
                    <a:pt x="272030" y="1038955"/>
                    <a:pt x="388806" y="1048004"/>
                  </a:cubicBezTo>
                  <a:cubicBezTo>
                    <a:pt x="514251" y="1057720"/>
                    <a:pt x="638361" y="1030764"/>
                    <a:pt x="755709" y="984282"/>
                  </a:cubicBezTo>
                  <a:cubicBezTo>
                    <a:pt x="837339" y="951992"/>
                    <a:pt x="915444" y="911320"/>
                    <a:pt x="984214" y="856837"/>
                  </a:cubicBezTo>
                  <a:cubicBezTo>
                    <a:pt x="1053556" y="801878"/>
                    <a:pt x="1115659" y="735013"/>
                    <a:pt x="1144806" y="651859"/>
                  </a:cubicBezTo>
                  <a:cubicBezTo>
                    <a:pt x="1169285" y="581946"/>
                    <a:pt x="1165951" y="506984"/>
                    <a:pt x="1144806" y="435737"/>
                  </a:cubicBezTo>
                  <a:cubicBezTo>
                    <a:pt x="1104801" y="300673"/>
                    <a:pt x="1011837" y="187801"/>
                    <a:pt x="894203" y="110173"/>
                  </a:cubicBezTo>
                  <a:cubicBezTo>
                    <a:pt x="818860" y="60547"/>
                    <a:pt x="733897" y="28258"/>
                    <a:pt x="645219" y="11494"/>
                  </a:cubicBezTo>
                  <a:cubicBezTo>
                    <a:pt x="587117" y="540"/>
                    <a:pt x="527776" y="-3365"/>
                    <a:pt x="469102" y="3207"/>
                  </a:cubicBezTo>
                  <a:cubicBezTo>
                    <a:pt x="402522" y="10636"/>
                    <a:pt x="337943" y="31782"/>
                    <a:pt x="279459" y="64453"/>
                  </a:cubicBezTo>
                  <a:close/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8" name="Freeform: Shape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272520" y="3403080"/>
              <a:ext cx="846000" cy="774360"/>
            </a:xfrm>
            <a:custGeom>
              <a:avLst/>
              <a:gdLst>
                <a:gd name="textAreaLeft" fmla="*/ 0 w 846000"/>
                <a:gd name="textAreaRight" fmla="*/ 846360 w 846000"/>
                <a:gd name="textAreaTop" fmla="*/ 0 h 774360"/>
                <a:gd name="textAreaBottom" fmla="*/ 774720 h 774360"/>
                <a:gd name="GluePoint1X" fmla="*/ 223506 w 846327"/>
                <a:gd name="GluePoint1Y" fmla="*/ 47187 h 774726"/>
                <a:gd name="GluePoint2X" fmla="*/ 29100 w 846327"/>
                <a:gd name="GluePoint2Y" fmla="*/ 283216 h 774726"/>
                <a:gd name="GluePoint3X" fmla="*/ 29100 w 846327"/>
                <a:gd name="GluePoint3Y" fmla="*/ 589064 h 774726"/>
                <a:gd name="GluePoint4X" fmla="*/ 155402 w 846327"/>
                <a:gd name="GluePoint4Y" fmla="*/ 735368 h 774726"/>
                <a:gd name="GluePoint5X" fmla="*/ 402957 w 846327"/>
                <a:gd name="GluePoint5Y" fmla="*/ 770325 h 774726"/>
                <a:gd name="GluePoint6X" fmla="*/ 638891 w 846327"/>
                <a:gd name="GluePoint6Y" fmla="*/ 698887 h 774726"/>
                <a:gd name="GluePoint7X" fmla="*/ 818342 w 846327"/>
                <a:gd name="GluePoint7Y" fmla="*/ 519341 h 774726"/>
                <a:gd name="GluePoint8X" fmla="*/ 844917 w 846327"/>
                <a:gd name="GluePoint8Y" fmla="*/ 356463 h 774726"/>
                <a:gd name="GluePoint9X" fmla="*/ 675467 w 846327"/>
                <a:gd name="GluePoint9Y" fmla="*/ 70523 h 774726"/>
                <a:gd name="GluePoint10X" fmla="*/ 343140 w 846327"/>
                <a:gd name="GluePoint10Y" fmla="*/ 7372 h 774726"/>
                <a:gd name="GluePoint11X" fmla="*/ 223506 w 846327"/>
                <a:gd name="GluePoint11Y" fmla="*/ 47187 h 7747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846327" h="774726">
                  <a:moveTo>
                    <a:pt x="223506" y="47187"/>
                  </a:moveTo>
                  <a:cubicBezTo>
                    <a:pt x="131304" y="97288"/>
                    <a:pt x="65391" y="184537"/>
                    <a:pt x="29100" y="283216"/>
                  </a:cubicBezTo>
                  <a:cubicBezTo>
                    <a:pt x="-7380" y="382467"/>
                    <a:pt x="-11952" y="491909"/>
                    <a:pt x="29100" y="589064"/>
                  </a:cubicBezTo>
                  <a:cubicBezTo>
                    <a:pt x="54913" y="650214"/>
                    <a:pt x="97585" y="703078"/>
                    <a:pt x="155402" y="735368"/>
                  </a:cubicBezTo>
                  <a:cubicBezTo>
                    <a:pt x="229697" y="776802"/>
                    <a:pt x="317898" y="779659"/>
                    <a:pt x="402957" y="770325"/>
                  </a:cubicBezTo>
                  <a:cubicBezTo>
                    <a:pt x="485538" y="761181"/>
                    <a:pt x="566120" y="738987"/>
                    <a:pt x="638891" y="698887"/>
                  </a:cubicBezTo>
                  <a:cubicBezTo>
                    <a:pt x="714900" y="656977"/>
                    <a:pt x="781956" y="597827"/>
                    <a:pt x="818342" y="519341"/>
                  </a:cubicBezTo>
                  <a:cubicBezTo>
                    <a:pt x="841964" y="468477"/>
                    <a:pt x="849870" y="412280"/>
                    <a:pt x="844917" y="356463"/>
                  </a:cubicBezTo>
                  <a:cubicBezTo>
                    <a:pt x="834630" y="240449"/>
                    <a:pt x="771955" y="135293"/>
                    <a:pt x="675467" y="70523"/>
                  </a:cubicBezTo>
                  <a:cubicBezTo>
                    <a:pt x="578788" y="5658"/>
                    <a:pt x="458392" y="-11868"/>
                    <a:pt x="343140" y="7372"/>
                  </a:cubicBezTo>
                  <a:cubicBezTo>
                    <a:pt x="301325" y="14325"/>
                    <a:pt x="260748" y="26994"/>
                    <a:pt x="223506" y="47187"/>
                  </a:cubicBezTo>
                  <a:close/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9" name="Freeform: Shap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435240" y="3594240"/>
              <a:ext cx="477360" cy="447120"/>
            </a:xfrm>
            <a:custGeom>
              <a:avLst/>
              <a:gdLst>
                <a:gd name="textAreaLeft" fmla="*/ 0 w 477360"/>
                <a:gd name="textAreaRight" fmla="*/ 477720 w 477360"/>
                <a:gd name="textAreaTop" fmla="*/ 0 h 447120"/>
                <a:gd name="textAreaBottom" fmla="*/ 447480 h 447120"/>
                <a:gd name="GluePoint1X" fmla="*/ 88185 w 477596"/>
                <a:gd name="GluePoint1Y" fmla="*/ 75022 h 447528"/>
                <a:gd name="GluePoint2X" fmla="*/ 79 w 477596"/>
                <a:gd name="GluePoint2Y" fmla="*/ 236280 h 447528"/>
                <a:gd name="GluePoint3X" fmla="*/ 69897 w 477596"/>
                <a:gd name="GluePoint3Y" fmla="*/ 370964 h 447528"/>
                <a:gd name="GluePoint4X" fmla="*/ 172958 w 477596"/>
                <a:gd name="GluePoint4Y" fmla="*/ 429162 h 447528"/>
                <a:gd name="GluePoint5X" fmla="*/ 309165 w 477596"/>
                <a:gd name="GluePoint5Y" fmla="*/ 440782 h 447528"/>
                <a:gd name="GluePoint6X" fmla="*/ 432990 w 477596"/>
                <a:gd name="GluePoint6Y" fmla="*/ 316957 h 447528"/>
                <a:gd name="GluePoint7X" fmla="*/ 476996 w 477596"/>
                <a:gd name="GluePoint7Y" fmla="*/ 164843 h 447528"/>
                <a:gd name="GluePoint8X" fmla="*/ 383937 w 477596"/>
                <a:gd name="GluePoint8Y" fmla="*/ 26826 h 447528"/>
                <a:gd name="GluePoint9X" fmla="*/ 88185 w 477596"/>
                <a:gd name="GluePoint9Y" fmla="*/ 75022 h 4475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477596" h="447528">
                  <a:moveTo>
                    <a:pt x="88185" y="75022"/>
                  </a:moveTo>
                  <a:cubicBezTo>
                    <a:pt x="37798" y="116361"/>
                    <a:pt x="-2016" y="171796"/>
                    <a:pt x="79" y="236280"/>
                  </a:cubicBezTo>
                  <a:cubicBezTo>
                    <a:pt x="1794" y="288763"/>
                    <a:pt x="30178" y="336103"/>
                    <a:pt x="69897" y="370964"/>
                  </a:cubicBezTo>
                  <a:cubicBezTo>
                    <a:pt x="99806" y="397253"/>
                    <a:pt x="135429" y="415636"/>
                    <a:pt x="172958" y="429162"/>
                  </a:cubicBezTo>
                  <a:cubicBezTo>
                    <a:pt x="217249" y="445068"/>
                    <a:pt x="264588" y="454784"/>
                    <a:pt x="309165" y="440782"/>
                  </a:cubicBezTo>
                  <a:cubicBezTo>
                    <a:pt x="366696" y="422780"/>
                    <a:pt x="403272" y="370297"/>
                    <a:pt x="432990" y="316957"/>
                  </a:cubicBezTo>
                  <a:cubicBezTo>
                    <a:pt x="459375" y="269618"/>
                    <a:pt x="481568" y="218469"/>
                    <a:pt x="476996" y="164843"/>
                  </a:cubicBezTo>
                  <a:cubicBezTo>
                    <a:pt x="472043" y="106169"/>
                    <a:pt x="435276" y="55972"/>
                    <a:pt x="383937" y="26826"/>
                  </a:cubicBezTo>
                  <a:cubicBezTo>
                    <a:pt x="289734" y="-26705"/>
                    <a:pt x="173244" y="5299"/>
                    <a:pt x="88185" y="75022"/>
                  </a:cubicBezTo>
                  <a:close/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0" name="Freeform: Shape 2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-785880" y="822240"/>
              <a:ext cx="2861640" cy="1270800"/>
            </a:xfrm>
            <a:custGeom>
              <a:avLst/>
              <a:gdLst>
                <a:gd name="textAreaLeft" fmla="*/ 0 w 2861640"/>
                <a:gd name="textAreaRight" fmla="*/ 2862000 w 2861640"/>
                <a:gd name="textAreaTop" fmla="*/ 0 h 1270800"/>
                <a:gd name="textAreaBottom" fmla="*/ 1271160 h 1270800"/>
                <a:gd name="GluePoint1X" fmla="*/ 0 w 2861881"/>
                <a:gd name="GluePoint1Y" fmla="*/ 0 h 1271168"/>
                <a:gd name="GluePoint2X" fmla="*/ 176879 w 2861881"/>
                <a:gd name="GluePoint2Y" fmla="*/ 115157 h 1271168"/>
                <a:gd name="GluePoint3X" fmla="*/ 400812 w 2861881"/>
                <a:gd name="GluePoint3Y" fmla="*/ 277178 h 1271168"/>
                <a:gd name="GluePoint4X" fmla="*/ 652367 w 2861881"/>
                <a:gd name="GluePoint4Y" fmla="*/ 421958 h 1271168"/>
                <a:gd name="GluePoint5X" fmla="*/ 1110615 w 2861881"/>
                <a:gd name="GluePoint5Y" fmla="*/ 690848 h 1271168"/>
                <a:gd name="GluePoint6X" fmla="*/ 1410843 w 2861881"/>
                <a:gd name="GluePoint6Y" fmla="*/ 830580 h 1271168"/>
                <a:gd name="GluePoint7X" fmla="*/ 1585341 w 2861881"/>
                <a:gd name="GluePoint7Y" fmla="*/ 917067 h 1271168"/>
                <a:gd name="GluePoint8X" fmla="*/ 1896047 w 2861881"/>
                <a:gd name="GluePoint8Y" fmla="*/ 1114901 h 1271168"/>
                <a:gd name="GluePoint9X" fmla="*/ 2042255 w 2861881"/>
                <a:gd name="GluePoint9Y" fmla="*/ 1204627 h 1271168"/>
                <a:gd name="GluePoint10X" fmla="*/ 2276570 w 2861881"/>
                <a:gd name="GluePoint10Y" fmla="*/ 1271111 h 1271168"/>
                <a:gd name="GluePoint11X" fmla="*/ 2568988 w 2861881"/>
                <a:gd name="GluePoint11Y" fmla="*/ 1128141 h 1271168"/>
                <a:gd name="GluePoint12X" fmla="*/ 2726817 w 2861881"/>
                <a:gd name="GluePoint12Y" fmla="*/ 882110 h 1271168"/>
                <a:gd name="GluePoint13X" fmla="*/ 2861882 w 2861881"/>
                <a:gd name="GluePoint13Y" fmla="*/ 574929 h 12711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2861881" h="1271168">
                  <a:moveTo>
                    <a:pt x="0" y="0"/>
                  </a:moveTo>
                  <a:cubicBezTo>
                    <a:pt x="0" y="0"/>
                    <a:pt x="110680" y="67151"/>
                    <a:pt x="176879" y="115157"/>
                  </a:cubicBezTo>
                  <a:cubicBezTo>
                    <a:pt x="251555" y="169259"/>
                    <a:pt x="323564" y="226981"/>
                    <a:pt x="400812" y="277178"/>
                  </a:cubicBezTo>
                  <a:cubicBezTo>
                    <a:pt x="481965" y="329946"/>
                    <a:pt x="568166" y="374142"/>
                    <a:pt x="652367" y="421958"/>
                  </a:cubicBezTo>
                  <a:cubicBezTo>
                    <a:pt x="806387" y="509492"/>
                    <a:pt x="953167" y="609695"/>
                    <a:pt x="1110615" y="690848"/>
                  </a:cubicBezTo>
                  <a:cubicBezTo>
                    <a:pt x="1208723" y="741426"/>
                    <a:pt x="1310449" y="784670"/>
                    <a:pt x="1410843" y="830580"/>
                  </a:cubicBezTo>
                  <a:cubicBezTo>
                    <a:pt x="1469898" y="857631"/>
                    <a:pt x="1528477" y="885635"/>
                    <a:pt x="1585341" y="917067"/>
                  </a:cubicBezTo>
                  <a:cubicBezTo>
                    <a:pt x="1692878" y="976408"/>
                    <a:pt x="1794034" y="1046417"/>
                    <a:pt x="1896047" y="1114901"/>
                  </a:cubicBezTo>
                  <a:cubicBezTo>
                    <a:pt x="1943576" y="1146810"/>
                    <a:pt x="1991773" y="1177671"/>
                    <a:pt x="2042255" y="1204627"/>
                  </a:cubicBezTo>
                  <a:cubicBezTo>
                    <a:pt x="2115217" y="1243679"/>
                    <a:pt x="2194179" y="1272635"/>
                    <a:pt x="2276570" y="1271111"/>
                  </a:cubicBezTo>
                  <a:cubicBezTo>
                    <a:pt x="2388870" y="1269111"/>
                    <a:pt x="2490597" y="1209485"/>
                    <a:pt x="2568988" y="1128141"/>
                  </a:cubicBezTo>
                  <a:cubicBezTo>
                    <a:pt x="2637092" y="1057561"/>
                    <a:pt x="2686622" y="971836"/>
                    <a:pt x="2726817" y="882110"/>
                  </a:cubicBezTo>
                  <a:cubicBezTo>
                    <a:pt x="2772632" y="779907"/>
                    <a:pt x="2807208" y="672560"/>
                    <a:pt x="2861882" y="574929"/>
                  </a:cubicBezTo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1" name="Freeform: Shap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-848880" y="901080"/>
              <a:ext cx="2635920" cy="918720"/>
            </a:xfrm>
            <a:custGeom>
              <a:avLst/>
              <a:gdLst>
                <a:gd name="textAreaLeft" fmla="*/ 0 w 2635920"/>
                <a:gd name="textAreaRight" fmla="*/ 2636280 w 2635920"/>
                <a:gd name="textAreaTop" fmla="*/ 0 h 918720"/>
                <a:gd name="textAreaBottom" fmla="*/ 919080 h 918720"/>
                <a:gd name="GluePoint1X" fmla="*/ 0 w 2636234"/>
                <a:gd name="GluePoint1Y" fmla="*/ 0 h 919096"/>
                <a:gd name="GluePoint2X" fmla="*/ 417862 w 2636234"/>
                <a:gd name="GluePoint2Y" fmla="*/ 274415 h 919096"/>
                <a:gd name="GluePoint3X" fmla="*/ 980218 w 2636234"/>
                <a:gd name="GluePoint3Y" fmla="*/ 607981 h 919096"/>
                <a:gd name="GluePoint4X" fmla="*/ 1473137 w 2636234"/>
                <a:gd name="GluePoint4Y" fmla="*/ 792290 h 919096"/>
                <a:gd name="GluePoint5X" fmla="*/ 1827276 w 2636234"/>
                <a:gd name="GluePoint5Y" fmla="*/ 914400 h 919096"/>
                <a:gd name="GluePoint6X" fmla="*/ 2119218 w 2636234"/>
                <a:gd name="GluePoint6Y" fmla="*/ 847344 h 919096"/>
                <a:gd name="GluePoint7X" fmla="*/ 2269998 w 2636234"/>
                <a:gd name="GluePoint7Y" fmla="*/ 610362 h 919096"/>
                <a:gd name="GluePoint8X" fmla="*/ 2413540 w 2636234"/>
                <a:gd name="GluePoint8Y" fmla="*/ 361379 h 919096"/>
                <a:gd name="GluePoint9X" fmla="*/ 2636235 w 2636234"/>
                <a:gd name="GluePoint9Y" fmla="*/ 66961 h 919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636234" h="919096">
                  <a:moveTo>
                    <a:pt x="0" y="0"/>
                  </a:moveTo>
                  <a:cubicBezTo>
                    <a:pt x="0" y="0"/>
                    <a:pt x="243745" y="162020"/>
                    <a:pt x="417862" y="274415"/>
                  </a:cubicBezTo>
                  <a:cubicBezTo>
                    <a:pt x="601409" y="392906"/>
                    <a:pt x="781145" y="518732"/>
                    <a:pt x="980218" y="607981"/>
                  </a:cubicBezTo>
                  <a:cubicBezTo>
                    <a:pt x="1140333" y="679799"/>
                    <a:pt x="1310545" y="726091"/>
                    <a:pt x="1473137" y="792290"/>
                  </a:cubicBezTo>
                  <a:cubicBezTo>
                    <a:pt x="1589532" y="839724"/>
                    <a:pt x="1702975" y="897922"/>
                    <a:pt x="1827276" y="914400"/>
                  </a:cubicBezTo>
                  <a:cubicBezTo>
                    <a:pt x="1930813" y="928116"/>
                    <a:pt x="2039208" y="913543"/>
                    <a:pt x="2119218" y="847344"/>
                  </a:cubicBezTo>
                  <a:cubicBezTo>
                    <a:pt x="2192084" y="786956"/>
                    <a:pt x="2228184" y="696087"/>
                    <a:pt x="2269998" y="610362"/>
                  </a:cubicBezTo>
                  <a:cubicBezTo>
                    <a:pt x="2312003" y="524161"/>
                    <a:pt x="2362867" y="442722"/>
                    <a:pt x="2413540" y="361379"/>
                  </a:cubicBezTo>
                  <a:cubicBezTo>
                    <a:pt x="2485835" y="245459"/>
                    <a:pt x="2514886" y="126873"/>
                    <a:pt x="2636235" y="66961"/>
                  </a:cubicBezTo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2" name="Freeform: Shape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-823680" y="1056960"/>
              <a:ext cx="2292120" cy="625320"/>
            </a:xfrm>
            <a:custGeom>
              <a:avLst/>
              <a:gdLst>
                <a:gd name="textAreaLeft" fmla="*/ 0 w 2292120"/>
                <a:gd name="textAreaRight" fmla="*/ 2292480 w 2292120"/>
                <a:gd name="textAreaTop" fmla="*/ 0 h 625320"/>
                <a:gd name="textAreaBottom" fmla="*/ 625680 h 625320"/>
                <a:gd name="GluePoint1X" fmla="*/ 0 w 2292381"/>
                <a:gd name="GluePoint1Y" fmla="*/ 0 h 625711"/>
                <a:gd name="GluePoint2X" fmla="*/ 272415 w 2292381"/>
                <a:gd name="GluePoint2Y" fmla="*/ 181070 h 625711"/>
                <a:gd name="GluePoint3X" fmla="*/ 651415 w 2292381"/>
                <a:gd name="GluePoint3Y" fmla="*/ 385000 h 625711"/>
                <a:gd name="GluePoint4X" fmla="*/ 915543 w 2292381"/>
                <a:gd name="GluePoint4Y" fmla="*/ 514255 h 625711"/>
                <a:gd name="GluePoint5X" fmla="*/ 1277302 w 2292381"/>
                <a:gd name="GluePoint5Y" fmla="*/ 606171 h 625711"/>
                <a:gd name="GluePoint6X" fmla="*/ 1618964 w 2292381"/>
                <a:gd name="GluePoint6Y" fmla="*/ 606171 h 625711"/>
                <a:gd name="GluePoint7X" fmla="*/ 1817084 w 2292381"/>
                <a:gd name="GluePoint7Y" fmla="*/ 485489 h 625711"/>
                <a:gd name="GluePoint8X" fmla="*/ 1963483 w 2292381"/>
                <a:gd name="GluePoint8Y" fmla="*/ 313182 h 625711"/>
                <a:gd name="GluePoint9X" fmla="*/ 2102739 w 2292381"/>
                <a:gd name="GluePoint9Y" fmla="*/ 173831 h 625711"/>
                <a:gd name="GluePoint10X" fmla="*/ 2292382 w 2292381"/>
                <a:gd name="GluePoint10Y" fmla="*/ 0 h 6257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292381" h="625711">
                  <a:moveTo>
                    <a:pt x="0" y="0"/>
                  </a:moveTo>
                  <a:cubicBezTo>
                    <a:pt x="0" y="0"/>
                    <a:pt x="152019" y="110776"/>
                    <a:pt x="272415" y="181070"/>
                  </a:cubicBezTo>
                  <a:cubicBezTo>
                    <a:pt x="396335" y="253460"/>
                    <a:pt x="524351" y="318325"/>
                    <a:pt x="651415" y="385000"/>
                  </a:cubicBezTo>
                  <a:cubicBezTo>
                    <a:pt x="738283" y="430625"/>
                    <a:pt x="824198" y="478536"/>
                    <a:pt x="915543" y="514255"/>
                  </a:cubicBezTo>
                  <a:cubicBezTo>
                    <a:pt x="1031748" y="559689"/>
                    <a:pt x="1154049" y="585788"/>
                    <a:pt x="1277302" y="606171"/>
                  </a:cubicBezTo>
                  <a:cubicBezTo>
                    <a:pt x="1391602" y="625031"/>
                    <a:pt x="1508379" y="638556"/>
                    <a:pt x="1618964" y="606171"/>
                  </a:cubicBezTo>
                  <a:cubicBezTo>
                    <a:pt x="1694307" y="584168"/>
                    <a:pt x="1760791" y="540258"/>
                    <a:pt x="1817084" y="485489"/>
                  </a:cubicBezTo>
                  <a:cubicBezTo>
                    <a:pt x="1871186" y="432911"/>
                    <a:pt x="1913287" y="369475"/>
                    <a:pt x="1963483" y="313182"/>
                  </a:cubicBezTo>
                  <a:cubicBezTo>
                    <a:pt x="2007203" y="264128"/>
                    <a:pt x="2055305" y="219361"/>
                    <a:pt x="2102739" y="173831"/>
                  </a:cubicBezTo>
                  <a:cubicBezTo>
                    <a:pt x="2170271" y="109347"/>
                    <a:pt x="2292382" y="0"/>
                    <a:pt x="2292382" y="0"/>
                  </a:cubicBezTo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3" name="Freeform: Shape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-712440" y="1179360"/>
              <a:ext cx="1865520" cy="421200"/>
            </a:xfrm>
            <a:custGeom>
              <a:avLst/>
              <a:gdLst>
                <a:gd name="textAreaLeft" fmla="*/ 0 w 1865520"/>
                <a:gd name="textAreaRight" fmla="*/ 1865880 w 1865520"/>
                <a:gd name="textAreaTop" fmla="*/ 0 h 421200"/>
                <a:gd name="textAreaBottom" fmla="*/ 421560 h 421200"/>
                <a:gd name="GluePoint1X" fmla="*/ 1865852 w 1865852"/>
                <a:gd name="GluePoint1Y" fmla="*/ 0 h 421548"/>
                <a:gd name="GluePoint2X" fmla="*/ 1535049 w 1865852"/>
                <a:gd name="GluePoint2Y" fmla="*/ 258699 h 421548"/>
                <a:gd name="GluePoint3X" fmla="*/ 1247965 w 1865852"/>
                <a:gd name="GluePoint3Y" fmla="*/ 408051 h 421548"/>
                <a:gd name="GluePoint4X" fmla="*/ 955072 w 1865852"/>
                <a:gd name="GluePoint4Y" fmla="*/ 408051 h 421548"/>
                <a:gd name="GluePoint5X" fmla="*/ 596170 w 1865852"/>
                <a:gd name="GluePoint5Y" fmla="*/ 336233 h 421548"/>
                <a:gd name="GluePoint6X" fmla="*/ 283178 w 1865852"/>
                <a:gd name="GluePoint6Y" fmla="*/ 186881 h 421548"/>
                <a:gd name="GluePoint7X" fmla="*/ 0 w 1865852"/>
                <a:gd name="GluePoint7Y" fmla="*/ 0 h 4215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865852" h="421548">
                  <a:moveTo>
                    <a:pt x="1865852" y="0"/>
                  </a:moveTo>
                  <a:cubicBezTo>
                    <a:pt x="1865852" y="0"/>
                    <a:pt x="1677543" y="155734"/>
                    <a:pt x="1535049" y="258699"/>
                  </a:cubicBezTo>
                  <a:cubicBezTo>
                    <a:pt x="1446752" y="322517"/>
                    <a:pt x="1353598" y="383096"/>
                    <a:pt x="1247965" y="408051"/>
                  </a:cubicBezTo>
                  <a:cubicBezTo>
                    <a:pt x="1152239" y="430625"/>
                    <a:pt x="1053084" y="420815"/>
                    <a:pt x="955072" y="408051"/>
                  </a:cubicBezTo>
                  <a:cubicBezTo>
                    <a:pt x="833723" y="392240"/>
                    <a:pt x="711803" y="376142"/>
                    <a:pt x="596170" y="336233"/>
                  </a:cubicBezTo>
                  <a:cubicBezTo>
                    <a:pt x="486728" y="298418"/>
                    <a:pt x="382714" y="246412"/>
                    <a:pt x="283178" y="186881"/>
                  </a:cubicBezTo>
                  <a:cubicBezTo>
                    <a:pt x="176117" y="122777"/>
                    <a:pt x="0" y="0"/>
                    <a:pt x="0" y="0"/>
                  </a:cubicBezTo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" name="Freeform: Shape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-525960" y="1243080"/>
              <a:ext cx="1357920" cy="286560"/>
            </a:xfrm>
            <a:custGeom>
              <a:avLst/>
              <a:gdLst>
                <a:gd name="textAreaLeft" fmla="*/ 0 w 1357920"/>
                <a:gd name="textAreaRight" fmla="*/ 1358280 w 1357920"/>
                <a:gd name="textAreaTop" fmla="*/ 0 h 286560"/>
                <a:gd name="textAreaBottom" fmla="*/ 286920 h 286560"/>
                <a:gd name="GluePoint1X" fmla="*/ 0 w 1358265"/>
                <a:gd name="GluePoint1Y" fmla="*/ 11621 h 286935"/>
                <a:gd name="GluePoint2X" fmla="*/ 200978 w 1358265"/>
                <a:gd name="GluePoint2Y" fmla="*/ 163830 h 286935"/>
                <a:gd name="GluePoint3X" fmla="*/ 499586 w 1358265"/>
                <a:gd name="GluePoint3Y" fmla="*/ 258604 h 286935"/>
                <a:gd name="GluePoint4X" fmla="*/ 780955 w 1358265"/>
                <a:gd name="GluePoint4Y" fmla="*/ 284417 h 286935"/>
                <a:gd name="GluePoint5X" fmla="*/ 1027843 w 1358265"/>
                <a:gd name="GluePoint5Y" fmla="*/ 215456 h 286935"/>
                <a:gd name="GluePoint6X" fmla="*/ 1358265 w 1358265"/>
                <a:gd name="GluePoint6Y" fmla="*/ 0 h 28693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1358265" h="286935">
                  <a:moveTo>
                    <a:pt x="0" y="11621"/>
                  </a:moveTo>
                  <a:cubicBezTo>
                    <a:pt x="0" y="11621"/>
                    <a:pt x="89249" y="104299"/>
                    <a:pt x="200978" y="163830"/>
                  </a:cubicBezTo>
                  <a:cubicBezTo>
                    <a:pt x="293465" y="213074"/>
                    <a:pt x="396812" y="237458"/>
                    <a:pt x="499586" y="258604"/>
                  </a:cubicBezTo>
                  <a:cubicBezTo>
                    <a:pt x="592360" y="277749"/>
                    <a:pt x="686753" y="293180"/>
                    <a:pt x="780955" y="284417"/>
                  </a:cubicBezTo>
                  <a:cubicBezTo>
                    <a:pt x="866585" y="276511"/>
                    <a:pt x="949166" y="250412"/>
                    <a:pt x="1027843" y="215456"/>
                  </a:cubicBezTo>
                  <a:cubicBezTo>
                    <a:pt x="1167860" y="153353"/>
                    <a:pt x="1358265" y="0"/>
                    <a:pt x="1358265" y="0"/>
                  </a:cubicBezTo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Freeform: Shape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-352080" y="1350360"/>
              <a:ext cx="890640" cy="167040"/>
            </a:xfrm>
            <a:custGeom>
              <a:avLst/>
              <a:gdLst>
                <a:gd name="textAreaLeft" fmla="*/ 0 w 890640"/>
                <a:gd name="textAreaRight" fmla="*/ 891000 w 890640"/>
                <a:gd name="textAreaTop" fmla="*/ 0 h 167040"/>
                <a:gd name="textAreaBottom" fmla="*/ 167400 h 167040"/>
                <a:gd name="GluePoint1X" fmla="*/ 890968 w 890968"/>
                <a:gd name="GluePoint1Y" fmla="*/ 0 h 167300"/>
                <a:gd name="GluePoint2X" fmla="*/ 657892 w 890968"/>
                <a:gd name="GluePoint2Y" fmla="*/ 143732 h 167300"/>
                <a:gd name="GluePoint3X" fmla="*/ 408146 w 890968"/>
                <a:gd name="GluePoint3Y" fmla="*/ 160973 h 167300"/>
                <a:gd name="GluePoint4X" fmla="*/ 0 w 890968"/>
                <a:gd name="GluePoint4Y" fmla="*/ 0 h 1673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890968" h="167300">
                  <a:moveTo>
                    <a:pt x="890968" y="0"/>
                  </a:moveTo>
                  <a:cubicBezTo>
                    <a:pt x="890968" y="0"/>
                    <a:pt x="763714" y="110585"/>
                    <a:pt x="657892" y="143732"/>
                  </a:cubicBezTo>
                  <a:cubicBezTo>
                    <a:pt x="577405" y="168974"/>
                    <a:pt x="491871" y="172593"/>
                    <a:pt x="408146" y="160973"/>
                  </a:cubicBezTo>
                  <a:cubicBezTo>
                    <a:pt x="235077" y="136970"/>
                    <a:pt x="0" y="0"/>
                    <a:pt x="0" y="0"/>
                  </a:cubicBezTo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Freeform: Shape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1886040" y="-678600"/>
              <a:ext cx="1677240" cy="3075840"/>
            </a:xfrm>
            <a:custGeom>
              <a:avLst/>
              <a:gdLst>
                <a:gd name="textAreaLeft" fmla="*/ 0 w 1677240"/>
                <a:gd name="textAreaRight" fmla="*/ 1677600 w 1677240"/>
                <a:gd name="textAreaTop" fmla="*/ 0 h 3075840"/>
                <a:gd name="textAreaBottom" fmla="*/ 3076200 h 3075840"/>
                <a:gd name="GluePoint1X" fmla="*/ 1665434 w 1677721"/>
                <a:gd name="GluePoint1Y" fmla="*/ 3076194 h 3076193"/>
                <a:gd name="GluePoint2X" fmla="*/ 1068693 w 1677721"/>
                <a:gd name="GluePoint2Y" fmla="*/ 3054382 h 3076193"/>
                <a:gd name="GluePoint3X" fmla="*/ 852952 w 1677721"/>
                <a:gd name="GluePoint3Y" fmla="*/ 3054382 h 3076193"/>
                <a:gd name="GluePoint4X" fmla="*/ 519481 w 1677721"/>
                <a:gd name="GluePoint4Y" fmla="*/ 3002471 h 3076193"/>
                <a:gd name="GluePoint5X" fmla="*/ 400610 w 1677721"/>
                <a:gd name="GluePoint5Y" fmla="*/ 2945892 h 3076193"/>
                <a:gd name="GluePoint6X" fmla="*/ 184868 w 1677721"/>
                <a:gd name="GluePoint6Y" fmla="*/ 2706910 h 3076193"/>
                <a:gd name="GluePoint7X" fmla="*/ 59138 w 1677721"/>
                <a:gd name="GluePoint7Y" fmla="*/ 2451830 h 3076193"/>
                <a:gd name="GluePoint8X" fmla="*/ 274 w 1677721"/>
                <a:gd name="GluePoint8Y" fmla="*/ 2128552 h 3076193"/>
                <a:gd name="GluePoint9X" fmla="*/ 172200 w 1677721"/>
                <a:gd name="GluePoint9Y" fmla="*/ 1672590 h 3076193"/>
                <a:gd name="GluePoint10X" fmla="*/ 446806 w 1677721"/>
                <a:gd name="GluePoint10Y" fmla="*/ 1445133 h 3076193"/>
                <a:gd name="GluePoint11X" fmla="*/ 633686 w 1677721"/>
                <a:gd name="GluePoint11Y" fmla="*/ 1381601 h 3076193"/>
                <a:gd name="GluePoint12X" fmla="*/ 840188 w 1677721"/>
                <a:gd name="GluePoint12Y" fmla="*/ 1260348 h 3076193"/>
                <a:gd name="GluePoint13X" fmla="*/ 904768 w 1677721"/>
                <a:gd name="GluePoint13Y" fmla="*/ 1108615 h 3076193"/>
                <a:gd name="GluePoint14X" fmla="*/ 926294 w 1677721"/>
                <a:gd name="GluePoint14Y" fmla="*/ 955453 h 3076193"/>
                <a:gd name="GluePoint15X" fmla="*/ 912959 w 1677721"/>
                <a:gd name="GluePoint15Y" fmla="*/ 763905 h 3076193"/>
                <a:gd name="GluePoint16X" fmla="*/ 949535 w 1677721"/>
                <a:gd name="GluePoint16Y" fmla="*/ 651320 h 3076193"/>
                <a:gd name="GluePoint17X" fmla="*/ 1089934 w 1677721"/>
                <a:gd name="GluePoint17Y" fmla="*/ 510826 h 3076193"/>
                <a:gd name="GluePoint18X" fmla="*/ 1324535 w 1677721"/>
                <a:gd name="GluePoint18Y" fmla="*/ 323278 h 3076193"/>
                <a:gd name="GluePoint19X" fmla="*/ 1677721 w 1677721"/>
                <a:gd name="GluePoint19Y" fmla="*/ 0 h 307619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</a:cxnLst>
              <a:rect l="textAreaLeft" t="textAreaTop" r="textAreaRight" b="textAreaBottom"/>
              <a:pathLst>
                <a:path w="1677721" h="3076193">
                  <a:moveTo>
                    <a:pt x="1665434" y="3076194"/>
                  </a:moveTo>
                  <a:cubicBezTo>
                    <a:pt x="1494651" y="3069431"/>
                    <a:pt x="1239571" y="3053620"/>
                    <a:pt x="1068693" y="3054382"/>
                  </a:cubicBezTo>
                  <a:cubicBezTo>
                    <a:pt x="996779" y="3054668"/>
                    <a:pt x="924866" y="3056573"/>
                    <a:pt x="852952" y="3054382"/>
                  </a:cubicBezTo>
                  <a:cubicBezTo>
                    <a:pt x="739890" y="3050953"/>
                    <a:pt x="626638" y="3038380"/>
                    <a:pt x="519481" y="3002471"/>
                  </a:cubicBezTo>
                  <a:cubicBezTo>
                    <a:pt x="477667" y="2988469"/>
                    <a:pt x="437567" y="2969990"/>
                    <a:pt x="400610" y="2945892"/>
                  </a:cubicBezTo>
                  <a:cubicBezTo>
                    <a:pt x="309836" y="2886837"/>
                    <a:pt x="242876" y="2798731"/>
                    <a:pt x="184868" y="2706910"/>
                  </a:cubicBezTo>
                  <a:cubicBezTo>
                    <a:pt x="134005" y="2626519"/>
                    <a:pt x="91618" y="2541175"/>
                    <a:pt x="59138" y="2451830"/>
                  </a:cubicBezTo>
                  <a:cubicBezTo>
                    <a:pt x="21324" y="2347913"/>
                    <a:pt x="-2870" y="2238947"/>
                    <a:pt x="274" y="2128552"/>
                  </a:cubicBezTo>
                  <a:cubicBezTo>
                    <a:pt x="4941" y="1962531"/>
                    <a:pt x="71044" y="1804797"/>
                    <a:pt x="172200" y="1672590"/>
                  </a:cubicBezTo>
                  <a:cubicBezTo>
                    <a:pt x="245638" y="1576578"/>
                    <a:pt x="336220" y="1493615"/>
                    <a:pt x="446806" y="1445133"/>
                  </a:cubicBezTo>
                  <a:cubicBezTo>
                    <a:pt x="507099" y="1418749"/>
                    <a:pt x="571012" y="1401890"/>
                    <a:pt x="633686" y="1381601"/>
                  </a:cubicBezTo>
                  <a:cubicBezTo>
                    <a:pt x="711696" y="1356455"/>
                    <a:pt x="789992" y="1324356"/>
                    <a:pt x="840188" y="1260348"/>
                  </a:cubicBezTo>
                  <a:cubicBezTo>
                    <a:pt x="874478" y="1216724"/>
                    <a:pt x="891528" y="1162812"/>
                    <a:pt x="904768" y="1108615"/>
                  </a:cubicBezTo>
                  <a:cubicBezTo>
                    <a:pt x="917055" y="1058323"/>
                    <a:pt x="927152" y="1007174"/>
                    <a:pt x="926294" y="955453"/>
                  </a:cubicBezTo>
                  <a:cubicBezTo>
                    <a:pt x="925246" y="891159"/>
                    <a:pt x="907720" y="827913"/>
                    <a:pt x="912959" y="763905"/>
                  </a:cubicBezTo>
                  <a:cubicBezTo>
                    <a:pt x="916198" y="724090"/>
                    <a:pt x="928961" y="685610"/>
                    <a:pt x="949535" y="651320"/>
                  </a:cubicBezTo>
                  <a:cubicBezTo>
                    <a:pt x="983825" y="594170"/>
                    <a:pt x="1037737" y="552640"/>
                    <a:pt x="1089934" y="510826"/>
                  </a:cubicBezTo>
                  <a:cubicBezTo>
                    <a:pt x="1168039" y="448247"/>
                    <a:pt x="1245477" y="384619"/>
                    <a:pt x="1324535" y="323278"/>
                  </a:cubicBezTo>
                  <a:cubicBezTo>
                    <a:pt x="1423785" y="246221"/>
                    <a:pt x="1594854" y="94202"/>
                    <a:pt x="1677721" y="0"/>
                  </a:cubicBezTo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Freeform: Shape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2065680" y="-514440"/>
              <a:ext cx="1468440" cy="2606760"/>
            </a:xfrm>
            <a:custGeom>
              <a:avLst/>
              <a:gdLst>
                <a:gd name="textAreaLeft" fmla="*/ 0 w 1468440"/>
                <a:gd name="textAreaRight" fmla="*/ 1468800 w 1468440"/>
                <a:gd name="textAreaTop" fmla="*/ 0 h 2606760"/>
                <a:gd name="textAreaBottom" fmla="*/ 2607120 h 2606760"/>
                <a:gd name="GluePoint1X" fmla="*/ 1450689 w 1468691"/>
                <a:gd name="GluePoint1Y" fmla="*/ 2568321 h 2607257"/>
                <a:gd name="GluePoint2X" fmla="*/ 1210183 w 1468691"/>
                <a:gd name="GluePoint2Y" fmla="*/ 2590609 h 2607257"/>
                <a:gd name="GluePoint3X" fmla="*/ 905573 w 1468691"/>
                <a:gd name="GluePoint3Y" fmla="*/ 2606802 h 2607257"/>
                <a:gd name="GluePoint4X" fmla="*/ 558292 w 1468691"/>
                <a:gd name="GluePoint4Y" fmla="*/ 2587181 h 2607257"/>
                <a:gd name="GluePoint5X" fmla="*/ 467138 w 1468691"/>
                <a:gd name="GluePoint5Y" fmla="*/ 2568702 h 2607257"/>
                <a:gd name="GluePoint6X" fmla="*/ 206343 w 1468691"/>
                <a:gd name="GluePoint6Y" fmla="*/ 2407063 h 2607257"/>
                <a:gd name="GluePoint7X" fmla="*/ 78613 w 1468691"/>
                <a:gd name="GluePoint7Y" fmla="*/ 2211896 h 2607257"/>
                <a:gd name="GluePoint8X" fmla="*/ 2032 w 1468691"/>
                <a:gd name="GluePoint8Y" fmla="*/ 1936623 h 2607257"/>
                <a:gd name="GluePoint9X" fmla="*/ 21177 w 1468691"/>
                <a:gd name="GluePoint9Y" fmla="*/ 1749933 h 2607257"/>
                <a:gd name="GluePoint10X" fmla="*/ 116903 w 1468691"/>
                <a:gd name="GluePoint10Y" fmla="*/ 1594295 h 2607257"/>
                <a:gd name="GluePoint11X" fmla="*/ 241300 w 1468691"/>
                <a:gd name="GluePoint11Y" fmla="*/ 1512951 h 2607257"/>
                <a:gd name="GluePoint12X" fmla="*/ 475805 w 1468691"/>
                <a:gd name="GluePoint12Y" fmla="*/ 1500949 h 2607257"/>
                <a:gd name="GluePoint13X" fmla="*/ 664781 w 1468691"/>
                <a:gd name="GluePoint13Y" fmla="*/ 1541621 h 2607257"/>
                <a:gd name="GluePoint14X" fmla="*/ 803560 w 1468691"/>
                <a:gd name="GluePoint14Y" fmla="*/ 1541621 h 2607257"/>
                <a:gd name="GluePoint15X" fmla="*/ 942340 w 1468691"/>
                <a:gd name="GluePoint15Y" fmla="*/ 1429131 h 2607257"/>
                <a:gd name="GluePoint16X" fmla="*/ 1018921 w 1468691"/>
                <a:gd name="GluePoint16Y" fmla="*/ 1163383 h 2607257"/>
                <a:gd name="GluePoint17X" fmla="*/ 1061974 w 1468691"/>
                <a:gd name="GluePoint17Y" fmla="*/ 811530 h 2607257"/>
                <a:gd name="GluePoint18X" fmla="*/ 1114647 w 1468691"/>
                <a:gd name="GluePoint18Y" fmla="*/ 574548 h 2607257"/>
                <a:gd name="GluePoint19X" fmla="*/ 1243806 w 1468691"/>
                <a:gd name="GluePoint19Y" fmla="*/ 284893 h 2607257"/>
                <a:gd name="GluePoint20X" fmla="*/ 1468691 w 1468691"/>
                <a:gd name="GluePoint20Y" fmla="*/ 0 h 260725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1468691" h="2607257">
                  <a:moveTo>
                    <a:pt x="1450689" y="2568321"/>
                  </a:moveTo>
                  <a:cubicBezTo>
                    <a:pt x="1398682" y="2574989"/>
                    <a:pt x="1262570" y="2587752"/>
                    <a:pt x="1210183" y="2590609"/>
                  </a:cubicBezTo>
                  <a:cubicBezTo>
                    <a:pt x="1108646" y="2596134"/>
                    <a:pt x="1007205" y="2604707"/>
                    <a:pt x="905573" y="2606802"/>
                  </a:cubicBezTo>
                  <a:cubicBezTo>
                    <a:pt x="789464" y="2609088"/>
                    <a:pt x="673354" y="2602802"/>
                    <a:pt x="558292" y="2587181"/>
                  </a:cubicBezTo>
                  <a:cubicBezTo>
                    <a:pt x="527526" y="2582990"/>
                    <a:pt x="497046" y="2577274"/>
                    <a:pt x="467138" y="2568702"/>
                  </a:cubicBezTo>
                  <a:cubicBezTo>
                    <a:pt x="367220" y="2540222"/>
                    <a:pt x="277876" y="2482501"/>
                    <a:pt x="206343" y="2407063"/>
                  </a:cubicBezTo>
                  <a:cubicBezTo>
                    <a:pt x="152527" y="2350294"/>
                    <a:pt x="111379" y="2283047"/>
                    <a:pt x="78613" y="2211896"/>
                  </a:cubicBezTo>
                  <a:cubicBezTo>
                    <a:pt x="38513" y="2124742"/>
                    <a:pt x="9938" y="2032159"/>
                    <a:pt x="2032" y="1936623"/>
                  </a:cubicBezTo>
                  <a:cubicBezTo>
                    <a:pt x="-3207" y="1873567"/>
                    <a:pt x="1174" y="1809845"/>
                    <a:pt x="21177" y="1749933"/>
                  </a:cubicBezTo>
                  <a:cubicBezTo>
                    <a:pt x="40608" y="1691449"/>
                    <a:pt x="73469" y="1638109"/>
                    <a:pt x="116903" y="1594295"/>
                  </a:cubicBezTo>
                  <a:cubicBezTo>
                    <a:pt x="152241" y="1558576"/>
                    <a:pt x="194151" y="1530001"/>
                    <a:pt x="241300" y="1512951"/>
                  </a:cubicBezTo>
                  <a:cubicBezTo>
                    <a:pt x="315881" y="1485900"/>
                    <a:pt x="397224" y="1487519"/>
                    <a:pt x="475805" y="1500949"/>
                  </a:cubicBezTo>
                  <a:cubicBezTo>
                    <a:pt x="539337" y="1511808"/>
                    <a:pt x="601440" y="1529810"/>
                    <a:pt x="664781" y="1541621"/>
                  </a:cubicBezTo>
                  <a:cubicBezTo>
                    <a:pt x="710977" y="1550194"/>
                    <a:pt x="758412" y="1554194"/>
                    <a:pt x="803560" y="1541621"/>
                  </a:cubicBezTo>
                  <a:cubicBezTo>
                    <a:pt x="862711" y="1525143"/>
                    <a:pt x="909288" y="1481233"/>
                    <a:pt x="942340" y="1429131"/>
                  </a:cubicBezTo>
                  <a:cubicBezTo>
                    <a:pt x="992156" y="1350455"/>
                    <a:pt x="1006919" y="1256157"/>
                    <a:pt x="1018921" y="1163383"/>
                  </a:cubicBezTo>
                  <a:cubicBezTo>
                    <a:pt x="1034065" y="1046131"/>
                    <a:pt x="1043972" y="928306"/>
                    <a:pt x="1061974" y="811530"/>
                  </a:cubicBezTo>
                  <a:cubicBezTo>
                    <a:pt x="1074356" y="731425"/>
                    <a:pt x="1091120" y="652081"/>
                    <a:pt x="1114647" y="574548"/>
                  </a:cubicBezTo>
                  <a:cubicBezTo>
                    <a:pt x="1145413" y="472916"/>
                    <a:pt x="1187990" y="375094"/>
                    <a:pt x="1243806" y="284893"/>
                  </a:cubicBezTo>
                  <a:cubicBezTo>
                    <a:pt x="1307623" y="181832"/>
                    <a:pt x="1388396" y="90868"/>
                    <a:pt x="1468691" y="0"/>
                  </a:cubicBezTo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Freeform: Shape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2247840" y="-429480"/>
              <a:ext cx="1174680" cy="2095200"/>
            </a:xfrm>
            <a:custGeom>
              <a:avLst/>
              <a:gdLst>
                <a:gd name="textAreaLeft" fmla="*/ 0 w 1174680"/>
                <a:gd name="textAreaRight" fmla="*/ 1175040 w 1174680"/>
                <a:gd name="textAreaTop" fmla="*/ 0 h 2095200"/>
                <a:gd name="textAreaBottom" fmla="*/ 2095560 h 2095200"/>
                <a:gd name="GluePoint1X" fmla="*/ 1175183 w 1175182"/>
                <a:gd name="GluePoint1Y" fmla="*/ 1950434 h 2095685"/>
                <a:gd name="GluePoint2X" fmla="*/ 696075 w 1175182"/>
                <a:gd name="GluePoint2Y" fmla="*/ 2077307 h 2095685"/>
                <a:gd name="GluePoint3X" fmla="*/ 349175 w 1175182"/>
                <a:gd name="GluePoint3Y" fmla="*/ 2089309 h 2095685"/>
                <a:gd name="GluePoint4X" fmla="*/ 73997 w 1175182"/>
                <a:gd name="GluePoint4Y" fmla="*/ 1987582 h 2095685"/>
                <a:gd name="GluePoint5X" fmla="*/ 2179 w 1175182"/>
                <a:gd name="GluePoint5Y" fmla="*/ 1818037 h 2095685"/>
                <a:gd name="GluePoint6X" fmla="*/ 18086 w 1175182"/>
                <a:gd name="GluePoint6Y" fmla="*/ 1694402 h 2095685"/>
                <a:gd name="GluePoint7X" fmla="*/ 161627 w 1175182"/>
                <a:gd name="GluePoint7Y" fmla="*/ 1594676 h 2095685"/>
                <a:gd name="GluePoint8X" fmla="*/ 384893 w 1175182"/>
                <a:gd name="GluePoint8Y" fmla="*/ 1664494 h 2095685"/>
                <a:gd name="GluePoint9X" fmla="*/ 648069 w 1175182"/>
                <a:gd name="GluePoint9Y" fmla="*/ 1684401 h 2095685"/>
                <a:gd name="GluePoint10X" fmla="*/ 831520 w 1175182"/>
                <a:gd name="GluePoint10Y" fmla="*/ 1550765 h 2095685"/>
                <a:gd name="GluePoint11X" fmla="*/ 909245 w 1175182"/>
                <a:gd name="GluePoint11Y" fmla="*/ 1315402 h 2095685"/>
                <a:gd name="GluePoint12X" fmla="*/ 975062 w 1175182"/>
                <a:gd name="GluePoint12Y" fmla="*/ 876586 h 2095685"/>
                <a:gd name="GluePoint13X" fmla="*/ 989064 w 1175182"/>
                <a:gd name="GluePoint13Y" fmla="*/ 591312 h 2095685"/>
                <a:gd name="GluePoint14X" fmla="*/ 1158514 w 1175182"/>
                <a:gd name="GluePoint14Y" fmla="*/ 0 h 209568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175182" h="2095685">
                  <a:moveTo>
                    <a:pt x="1175183" y="1950434"/>
                  </a:moveTo>
                  <a:cubicBezTo>
                    <a:pt x="1097554" y="1973485"/>
                    <a:pt x="775799" y="2063115"/>
                    <a:pt x="696075" y="2077307"/>
                  </a:cubicBezTo>
                  <a:cubicBezTo>
                    <a:pt x="581489" y="2097786"/>
                    <a:pt x="465094" y="2100167"/>
                    <a:pt x="349175" y="2089309"/>
                  </a:cubicBezTo>
                  <a:cubicBezTo>
                    <a:pt x="247638" y="2079784"/>
                    <a:pt x="142292" y="2061401"/>
                    <a:pt x="73997" y="1987582"/>
                  </a:cubicBezTo>
                  <a:cubicBezTo>
                    <a:pt x="31420" y="1941481"/>
                    <a:pt x="9513" y="1880616"/>
                    <a:pt x="2179" y="1818037"/>
                  </a:cubicBezTo>
                  <a:cubicBezTo>
                    <a:pt x="-2774" y="1775746"/>
                    <a:pt x="-12" y="1732693"/>
                    <a:pt x="18086" y="1694402"/>
                  </a:cubicBezTo>
                  <a:cubicBezTo>
                    <a:pt x="44755" y="1638110"/>
                    <a:pt x="99810" y="1600295"/>
                    <a:pt x="161627" y="1594676"/>
                  </a:cubicBezTo>
                  <a:cubicBezTo>
                    <a:pt x="240304" y="1587532"/>
                    <a:pt x="310312" y="1635633"/>
                    <a:pt x="384893" y="1664494"/>
                  </a:cubicBezTo>
                  <a:cubicBezTo>
                    <a:pt x="468904" y="1696974"/>
                    <a:pt x="561392" y="1708594"/>
                    <a:pt x="648069" y="1684401"/>
                  </a:cubicBezTo>
                  <a:cubicBezTo>
                    <a:pt x="723602" y="1663351"/>
                    <a:pt x="788563" y="1616488"/>
                    <a:pt x="831520" y="1550765"/>
                  </a:cubicBezTo>
                  <a:cubicBezTo>
                    <a:pt x="877050" y="1480947"/>
                    <a:pt x="893052" y="1397508"/>
                    <a:pt x="909245" y="1315402"/>
                  </a:cubicBezTo>
                  <a:cubicBezTo>
                    <a:pt x="938010" y="1170051"/>
                    <a:pt x="963156" y="1024128"/>
                    <a:pt x="975062" y="876586"/>
                  </a:cubicBezTo>
                  <a:cubicBezTo>
                    <a:pt x="982682" y="781717"/>
                    <a:pt x="981539" y="686276"/>
                    <a:pt x="989064" y="591312"/>
                  </a:cubicBezTo>
                  <a:cubicBezTo>
                    <a:pt x="998970" y="465296"/>
                    <a:pt x="981730" y="160211"/>
                    <a:pt x="1158514" y="0"/>
                  </a:cubicBezTo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9" name="Bottom Righ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980480" y="3276720"/>
            <a:ext cx="4211280" cy="3580920"/>
            <a:chOff x="7980480" y="3276720"/>
            <a:chExt cx="4211280" cy="3580920"/>
          </a:xfrm>
        </p:grpSpPr>
        <p:grpSp>
          <p:nvGrpSpPr>
            <p:cNvPr id="310" name="Graphic 15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680" y="3276720"/>
              <a:ext cx="3529080" cy="3580920"/>
              <a:chOff x="8662680" y="3276720"/>
              <a:chExt cx="3529080" cy="3580920"/>
            </a:xfrm>
          </p:grpSpPr>
          <p:sp>
            <p:nvSpPr>
              <p:cNvPr id="311" name="Freeform: Shape 4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662680" y="3276720"/>
                <a:ext cx="3515760" cy="3565080"/>
              </a:xfrm>
              <a:custGeom>
                <a:avLst/>
                <a:gdLst>
                  <a:gd name="textAreaLeft" fmla="*/ 0 w 3515760"/>
                  <a:gd name="textAreaRight" fmla="*/ 3516120 w 3515760"/>
                  <a:gd name="textAreaTop" fmla="*/ 0 h 3565080"/>
                  <a:gd name="textAreaBottom" fmla="*/ 3565440 h 3565080"/>
                  <a:gd name="GluePoint1X" fmla="*/ 0 w 3946874"/>
                  <a:gd name="GluePoint1Y" fmla="*/ 3989641 h 3989641"/>
                  <a:gd name="GluePoint2X" fmla="*/ 79439 w 3946874"/>
                  <a:gd name="GluePoint2Y" fmla="*/ 3891153 h 3989641"/>
                  <a:gd name="GluePoint3X" fmla="*/ 297371 w 3946874"/>
                  <a:gd name="GluePoint3Y" fmla="*/ 3626930 h 3989641"/>
                  <a:gd name="GluePoint4X" fmla="*/ 454343 w 3946874"/>
                  <a:gd name="GluePoint4Y" fmla="*/ 3440335 h 3989641"/>
                  <a:gd name="GluePoint5X" fmla="*/ 622363 w 3946874"/>
                  <a:gd name="GluePoint5Y" fmla="*/ 3290697 h 3989641"/>
                  <a:gd name="GluePoint6X" fmla="*/ 927068 w 3946874"/>
                  <a:gd name="GluePoint6Y" fmla="*/ 3087434 h 3989641"/>
                  <a:gd name="GluePoint7X" fmla="*/ 1176338 w 3946874"/>
                  <a:gd name="GluePoint7Y" fmla="*/ 2915603 h 3989641"/>
                  <a:gd name="GluePoint8X" fmla="*/ 1394270 w 3946874"/>
                  <a:gd name="GluePoint8Y" fmla="*/ 2780729 h 3989641"/>
                  <a:gd name="GluePoint9X" fmla="*/ 1601057 w 3946874"/>
                  <a:gd name="GluePoint9Y" fmla="*/ 2723483 h 3989641"/>
                  <a:gd name="GluePoint10X" fmla="*/ 1756220 w 3946874"/>
                  <a:gd name="GluePoint10Y" fmla="*/ 2743772 h 3989641"/>
                  <a:gd name="GluePoint11X" fmla="*/ 1889189 w 3946874"/>
                  <a:gd name="GluePoint11Y" fmla="*/ 2765965 h 3989641"/>
                  <a:gd name="GluePoint12X" fmla="*/ 2007394 w 3946874"/>
                  <a:gd name="GluePoint12Y" fmla="*/ 2765965 h 3989641"/>
                  <a:gd name="GluePoint13X" fmla="*/ 2184654 w 3946874"/>
                  <a:gd name="GluePoint13Y" fmla="*/ 2671763 h 3989641"/>
                  <a:gd name="GluePoint14X" fmla="*/ 2372773 w 3946874"/>
                  <a:gd name="GluePoint14Y" fmla="*/ 2538984 h 3989641"/>
                  <a:gd name="GluePoint15X" fmla="*/ 2439543 w 3946874"/>
                  <a:gd name="GluePoint15Y" fmla="*/ 2510504 h 3989641"/>
                  <a:gd name="GluePoint16X" fmla="*/ 2650617 w 3946874"/>
                  <a:gd name="GluePoint16Y" fmla="*/ 2434781 h 3989641"/>
                  <a:gd name="GluePoint17X" fmla="*/ 2785110 w 3946874"/>
                  <a:gd name="GluePoint17Y" fmla="*/ 2383060 h 3989641"/>
                  <a:gd name="GluePoint18X" fmla="*/ 2897315 w 3946874"/>
                  <a:gd name="GluePoint18Y" fmla="*/ 2318861 h 3989641"/>
                  <a:gd name="GluePoint19X" fmla="*/ 2997994 w 3946874"/>
                  <a:gd name="GluePoint19Y" fmla="*/ 2226183 h 3989641"/>
                  <a:gd name="GluePoint20X" fmla="*/ 3061240 w 3946874"/>
                  <a:gd name="GluePoint20Y" fmla="*/ 2141506 h 3989641"/>
                  <a:gd name="GluePoint21X" fmla="*/ 3152108 w 3946874"/>
                  <a:gd name="GluePoint21Y" fmla="*/ 2005203 h 3989641"/>
                  <a:gd name="GluePoint22X" fmla="*/ 3274124 w 3946874"/>
                  <a:gd name="GluePoint22Y" fmla="*/ 1871567 h 3989641"/>
                  <a:gd name="GluePoint23X" fmla="*/ 3388138 w 3946874"/>
                  <a:gd name="GluePoint23Y" fmla="*/ 1770888 h 3989641"/>
                  <a:gd name="GluePoint24X" fmla="*/ 3466529 w 3946874"/>
                  <a:gd name="GluePoint24Y" fmla="*/ 1679162 h 3989641"/>
                  <a:gd name="GluePoint25X" fmla="*/ 3538633 w 3946874"/>
                  <a:gd name="GluePoint25Y" fmla="*/ 1551718 h 3989641"/>
                  <a:gd name="GluePoint26X" fmla="*/ 3588544 w 3946874"/>
                  <a:gd name="GluePoint26Y" fmla="*/ 1376172 h 3989641"/>
                  <a:gd name="GluePoint27X" fmla="*/ 3597402 w 3946874"/>
                  <a:gd name="GluePoint27Y" fmla="*/ 1293305 h 3989641"/>
                  <a:gd name="GluePoint28X" fmla="*/ 3721227 w 3946874"/>
                  <a:gd name="GluePoint28Y" fmla="*/ 880491 h 3989641"/>
                  <a:gd name="GluePoint29X" fmla="*/ 3761137 w 3946874"/>
                  <a:gd name="GluePoint29Y" fmla="*/ 463677 h 3989641"/>
                  <a:gd name="GluePoint30X" fmla="*/ 3946874 w 3946874"/>
                  <a:gd name="GluePoint30Y" fmla="*/ 0 h 398964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</a:cxnLst>
                <a:rect l="textAreaLeft" t="textAreaTop" r="textAreaRight" b="textAreaBottom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cap="rnd" w="9525">
                <a:solidFill>
                  <a:schemeClr val="l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2" name="Freeform: Shape 4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913240" y="4186080"/>
                <a:ext cx="3265200" cy="2667600"/>
              </a:xfrm>
              <a:custGeom>
                <a:avLst/>
                <a:gdLst>
                  <a:gd name="textAreaLeft" fmla="*/ 0 w 3265200"/>
                  <a:gd name="textAreaRight" fmla="*/ 3265560 w 3265200"/>
                  <a:gd name="textAreaTop" fmla="*/ 0 h 2667600"/>
                  <a:gd name="textAreaBottom" fmla="*/ 2667960 h 2667600"/>
                  <a:gd name="GluePoint1X" fmla="*/ 0 w 3665410"/>
                  <a:gd name="GluePoint1Y" fmla="*/ 2985611 h 2985611"/>
                  <a:gd name="GluePoint2X" fmla="*/ 166211 w 3665410"/>
                  <a:gd name="GluePoint2Y" fmla="*/ 2699766 h 2985611"/>
                  <a:gd name="GluePoint3X" fmla="*/ 397002 w 3665410"/>
                  <a:gd name="GluePoint3Y" fmla="*/ 2414969 h 2985611"/>
                  <a:gd name="GluePoint4X" fmla="*/ 620173 w 3665410"/>
                  <a:gd name="GluePoint4Y" fmla="*/ 2237899 h 2985611"/>
                  <a:gd name="GluePoint5X" fmla="*/ 823341 w 3665410"/>
                  <a:gd name="GluePoint5Y" fmla="*/ 2085499 h 2985611"/>
                  <a:gd name="GluePoint6X" fmla="*/ 1089565 w 3665410"/>
                  <a:gd name="GluePoint6Y" fmla="*/ 1911477 h 2985611"/>
                  <a:gd name="GluePoint7X" fmla="*/ 1145000 w 3665410"/>
                  <a:gd name="GluePoint7Y" fmla="*/ 1886807 h 2985611"/>
                  <a:gd name="GluePoint8X" fmla="*/ 1375791 w 3665410"/>
                  <a:gd name="GluePoint8Y" fmla="*/ 1842135 h 2985611"/>
                  <a:gd name="GluePoint9X" fmla="*/ 1486567 w 3665410"/>
                  <a:gd name="GluePoint9Y" fmla="*/ 1857566 h 2985611"/>
                  <a:gd name="GluePoint10X" fmla="*/ 1568101 w 3665410"/>
                  <a:gd name="GluePoint10Y" fmla="*/ 1871377 h 2985611"/>
                  <a:gd name="GluePoint11X" fmla="*/ 1810607 w 3665410"/>
                  <a:gd name="GluePoint11Y" fmla="*/ 1871377 h 2985611"/>
                  <a:gd name="GluePoint12X" fmla="*/ 1997964 w 3665410"/>
                  <a:gd name="GluePoint12Y" fmla="*/ 1790605 h 2985611"/>
                  <a:gd name="GluePoint13X" fmla="*/ 2109883 w 3665410"/>
                  <a:gd name="GluePoint13Y" fmla="*/ 1702784 h 2985611"/>
                  <a:gd name="GluePoint14X" fmla="*/ 2321433 w 3665410"/>
                  <a:gd name="GluePoint14Y" fmla="*/ 1552384 h 2985611"/>
                  <a:gd name="GluePoint15X" fmla="*/ 2558891 w 3665410"/>
                  <a:gd name="GluePoint15Y" fmla="*/ 1453420 h 2985611"/>
                  <a:gd name="GluePoint16X" fmla="*/ 2709767 w 3665410"/>
                  <a:gd name="GluePoint16Y" fmla="*/ 1377887 h 2985611"/>
                  <a:gd name="GluePoint17X" fmla="*/ 2885408 w 3665410"/>
                  <a:gd name="GluePoint17Y" fmla="*/ 1237393 h 2985611"/>
                  <a:gd name="GluePoint18X" fmla="*/ 3017711 w 3665410"/>
                  <a:gd name="GluePoint18Y" fmla="*/ 1072229 h 2985611"/>
                  <a:gd name="GluePoint19X" fmla="*/ 3150680 w 3665410"/>
                  <a:gd name="GluePoint19Y" fmla="*/ 921830 h 2985611"/>
                  <a:gd name="GluePoint20X" fmla="*/ 3255169 w 3665410"/>
                  <a:gd name="GluePoint20Y" fmla="*/ 801815 h 2985611"/>
                  <a:gd name="GluePoint21X" fmla="*/ 3339275 w 3665410"/>
                  <a:gd name="GluePoint21Y" fmla="*/ 694182 h 2985611"/>
                  <a:gd name="GluePoint22X" fmla="*/ 3409188 w 3665410"/>
                  <a:gd name="GluePoint22Y" fmla="*/ 546926 h 2985611"/>
                  <a:gd name="GluePoint23X" fmla="*/ 3464243 w 3665410"/>
                  <a:gd name="GluePoint23Y" fmla="*/ 347663 h 2985611"/>
                  <a:gd name="GluePoint24X" fmla="*/ 3665411 w 3665410"/>
                  <a:gd name="GluePoint24Y" fmla="*/ 0 h 298561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</a:cxnLst>
                <a:rect l="textAreaLeft" t="textAreaTop" r="textAreaRight" b="textAreaBottom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cap="rnd" w="9525">
                <a:solidFill>
                  <a:schemeClr val="l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3" name="Freeform: Shape 4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1937240" y="6677640"/>
                <a:ext cx="254520" cy="177480"/>
              </a:xfrm>
              <a:custGeom>
                <a:avLst/>
                <a:gdLst>
                  <a:gd name="textAreaLeft" fmla="*/ 0 w 254520"/>
                  <a:gd name="textAreaRight" fmla="*/ 254880 w 254520"/>
                  <a:gd name="textAreaTop" fmla="*/ 0 h 177480"/>
                  <a:gd name="textAreaBottom" fmla="*/ 177840 h 177480"/>
                  <a:gd name="GluePoint1X" fmla="*/ 0 w 285940"/>
                  <a:gd name="GluePoint1Y" fmla="*/ 199073 h 199072"/>
                  <a:gd name="GluePoint2X" fmla="*/ 285940 w 285940"/>
                  <a:gd name="GluePoint2Y" fmla="*/ 0 h 19907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cap="rnd" w="9525">
                <a:solidFill>
                  <a:schemeClr val="l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4" name="Freeform: Shape 4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1583360" y="6516720"/>
                <a:ext cx="583920" cy="340200"/>
              </a:xfrm>
              <a:custGeom>
                <a:avLst/>
                <a:gdLst>
                  <a:gd name="textAreaLeft" fmla="*/ 0 w 583920"/>
                  <a:gd name="textAreaRight" fmla="*/ 584280 w 583920"/>
                  <a:gd name="textAreaTop" fmla="*/ 0 h 340200"/>
                  <a:gd name="textAreaBottom" fmla="*/ 340560 h 340200"/>
                  <a:gd name="GluePoint1X" fmla="*/ 0 w 655796"/>
                  <a:gd name="GluePoint1Y" fmla="*/ 381190 h 381190"/>
                  <a:gd name="GluePoint2X" fmla="*/ 655796 w 655796"/>
                  <a:gd name="GluePoint2Y" fmla="*/ 0 h 3811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cap="rnd" w="9525">
                <a:solidFill>
                  <a:schemeClr val="l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5" name="Freeform: Shape 4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588600" y="5460480"/>
                <a:ext cx="2589840" cy="1380240"/>
              </a:xfrm>
              <a:custGeom>
                <a:avLst/>
                <a:gdLst>
                  <a:gd name="textAreaLeft" fmla="*/ 0 w 2589840"/>
                  <a:gd name="textAreaRight" fmla="*/ 2590200 w 2589840"/>
                  <a:gd name="textAreaTop" fmla="*/ 0 h 1380240"/>
                  <a:gd name="textAreaBottom" fmla="*/ 1380600 h 1380240"/>
                  <a:gd name="GluePoint1X" fmla="*/ 0 w 2907315"/>
                  <a:gd name="GluePoint1Y" fmla="*/ 1544764 h 1544764"/>
                  <a:gd name="GluePoint2X" fmla="*/ 201644 w 2907315"/>
                  <a:gd name="GluePoint2Y" fmla="*/ 1352550 h 1544764"/>
                  <a:gd name="GluePoint3X" fmla="*/ 423196 w 2907315"/>
                  <a:gd name="GluePoint3Y" fmla="*/ 1196054 h 1544764"/>
                  <a:gd name="GluePoint4X" fmla="*/ 782193 w 2907315"/>
                  <a:gd name="GluePoint4Y" fmla="*/ 1099947 h 1544764"/>
                  <a:gd name="GluePoint5X" fmla="*/ 1052513 w 2907315"/>
                  <a:gd name="GluePoint5Y" fmla="*/ 1042321 h 1544764"/>
                  <a:gd name="GluePoint6X" fmla="*/ 1311783 w 2907315"/>
                  <a:gd name="GluePoint6Y" fmla="*/ 1056037 h 1544764"/>
                  <a:gd name="GluePoint7X" fmla="*/ 1484662 w 2907315"/>
                  <a:gd name="GluePoint7Y" fmla="*/ 1083469 h 1544764"/>
                  <a:gd name="GluePoint8X" fmla="*/ 1788224 w 2907315"/>
                  <a:gd name="GluePoint8Y" fmla="*/ 1023080 h 1544764"/>
                  <a:gd name="GluePoint9X" fmla="*/ 2269045 w 2907315"/>
                  <a:gd name="GluePoint9Y" fmla="*/ 734758 h 1544764"/>
                  <a:gd name="GluePoint10X" fmla="*/ 2534984 w 2907315"/>
                  <a:gd name="GluePoint10Y" fmla="*/ 572738 h 1544764"/>
                  <a:gd name="GluePoint11X" fmla="*/ 2907316 w 2907315"/>
                  <a:gd name="GluePoint11Y" fmla="*/ 0 h 154476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cap="rnd" w="9525">
                <a:solidFill>
                  <a:schemeClr val="l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6" name="Freeform: Shape 4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369360" y="5113080"/>
                <a:ext cx="2822040" cy="1744560"/>
              </a:xfrm>
              <a:custGeom>
                <a:avLst/>
                <a:gdLst>
                  <a:gd name="textAreaLeft" fmla="*/ 0 w 2822040"/>
                  <a:gd name="textAreaRight" fmla="*/ 2822400 w 2822040"/>
                  <a:gd name="textAreaTop" fmla="*/ 0 h 1744560"/>
                  <a:gd name="textAreaBottom" fmla="*/ 1744920 h 1744560"/>
                  <a:gd name="GluePoint1X" fmla="*/ 0 w 3168300"/>
                  <a:gd name="GluePoint1Y" fmla="*/ 1952435 h 1952434"/>
                  <a:gd name="GluePoint2X" fmla="*/ 202121 w 3168300"/>
                  <a:gd name="GluePoint2Y" fmla="*/ 1687068 h 1952434"/>
                  <a:gd name="GluePoint3X" fmla="*/ 545116 w 3168300"/>
                  <a:gd name="GluePoint3Y" fmla="*/ 1450277 h 1952434"/>
                  <a:gd name="GluePoint4X" fmla="*/ 906780 w 3168300"/>
                  <a:gd name="GluePoint4Y" fmla="*/ 1354455 h 1952434"/>
                  <a:gd name="GluePoint5X" fmla="*/ 1332262 w 3168300"/>
                  <a:gd name="GluePoint5Y" fmla="*/ 1285304 h 1952434"/>
                  <a:gd name="GluePoint6X" fmla="*/ 1691259 w 3168300"/>
                  <a:gd name="GluePoint6Y" fmla="*/ 1240060 h 1952434"/>
                  <a:gd name="GluePoint7X" fmla="*/ 2010346 w 3168300"/>
                  <a:gd name="GluePoint7Y" fmla="*/ 1141667 h 1952434"/>
                  <a:gd name="GluePoint8X" fmla="*/ 2393252 w 3168300"/>
                  <a:gd name="GluePoint8Y" fmla="*/ 1027271 h 1952434"/>
                  <a:gd name="GluePoint9X" fmla="*/ 2582037 w 3168300"/>
                  <a:gd name="GluePoint9Y" fmla="*/ 958120 h 1952434"/>
                  <a:gd name="GluePoint10X" fmla="*/ 2760155 w 3168300"/>
                  <a:gd name="GluePoint10Y" fmla="*/ 827723 h 1952434"/>
                  <a:gd name="GluePoint11X" fmla="*/ 2914364 w 3168300"/>
                  <a:gd name="GluePoint11Y" fmla="*/ 567023 h 1952434"/>
                  <a:gd name="GluePoint12X" fmla="*/ 3168301 w 3168300"/>
                  <a:gd name="GluePoint12Y" fmla="*/ 0 h 195243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</a:cxnLst>
                <a:rect l="textAreaLeft" t="textAreaTop" r="textAreaRight" b="textAreaBottom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cap="rnd" w="9525">
                <a:solidFill>
                  <a:schemeClr val="l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7" name="Freeform: Shape 4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188280" y="4664160"/>
                <a:ext cx="2990160" cy="2190960"/>
              </a:xfrm>
              <a:custGeom>
                <a:avLst/>
                <a:gdLst>
                  <a:gd name="textAreaLeft" fmla="*/ 0 w 2990160"/>
                  <a:gd name="textAreaRight" fmla="*/ 2990520 w 2990160"/>
                  <a:gd name="textAreaTop" fmla="*/ 0 h 2190960"/>
                  <a:gd name="textAreaBottom" fmla="*/ 2191320 h 2190960"/>
                  <a:gd name="GluePoint1X" fmla="*/ 0 w 3356800"/>
                  <a:gd name="GluePoint1Y" fmla="*/ 2452021 h 2452020"/>
                  <a:gd name="GluePoint2X" fmla="*/ 130874 w 3356800"/>
                  <a:gd name="GluePoint2Y" fmla="*/ 2247710 h 2452020"/>
                  <a:gd name="GluePoint3X" fmla="*/ 437197 w 3356800"/>
                  <a:gd name="GluePoint3Y" fmla="*/ 1941195 h 2452020"/>
                  <a:gd name="GluePoint4X" fmla="*/ 737140 w 3356800"/>
                  <a:gd name="GluePoint4Y" fmla="*/ 1736884 h 2452020"/>
                  <a:gd name="GluePoint5X" fmla="*/ 1031843 w 3356800"/>
                  <a:gd name="GluePoint5Y" fmla="*/ 1685068 h 2452020"/>
                  <a:gd name="GluePoint6X" fmla="*/ 1287304 w 3356800"/>
                  <a:gd name="GluePoint6Y" fmla="*/ 1655826 h 2452020"/>
                  <a:gd name="GluePoint7X" fmla="*/ 1471994 w 3356800"/>
                  <a:gd name="GluePoint7Y" fmla="*/ 1634300 h 2452020"/>
                  <a:gd name="GluePoint8X" fmla="*/ 1898237 w 3356800"/>
                  <a:gd name="GluePoint8Y" fmla="*/ 1512665 h 2452020"/>
                  <a:gd name="GluePoint9X" fmla="*/ 2229136 w 3356800"/>
                  <a:gd name="GluePoint9Y" fmla="*/ 1355598 h 2452020"/>
                  <a:gd name="GluePoint10X" fmla="*/ 2512314 w 3356800"/>
                  <a:gd name="GluePoint10Y" fmla="*/ 1238631 h 2452020"/>
                  <a:gd name="GluePoint11X" fmla="*/ 2758535 w 3356800"/>
                  <a:gd name="GluePoint11Y" fmla="*/ 1096994 h 2452020"/>
                  <a:gd name="GluePoint12X" fmla="*/ 2935510 w 3356800"/>
                  <a:gd name="GluePoint12Y" fmla="*/ 919925 h 2452020"/>
                  <a:gd name="GluePoint13X" fmla="*/ 3081719 w 3356800"/>
                  <a:gd name="GluePoint13Y" fmla="*/ 687419 h 2452020"/>
                  <a:gd name="GluePoint14X" fmla="*/ 3356800 w 3356800"/>
                  <a:gd name="GluePoint14Y" fmla="*/ 0 h 245202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</a:cxnLst>
                <a:rect l="textAreaLeft" t="textAreaTop" r="textAreaRight" b="textAreaBottom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cap="rnd" w="9525">
                <a:solidFill>
                  <a:schemeClr val="l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18" name="Freeform: Shape 4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80" y="5197320"/>
              <a:ext cx="4211280" cy="1660320"/>
            </a:xfrm>
            <a:custGeom>
              <a:avLst/>
              <a:gdLst>
                <a:gd name="textAreaLeft" fmla="*/ 0 w 4211280"/>
                <a:gd name="textAreaRight" fmla="*/ 4211640 w 4211280"/>
                <a:gd name="textAreaTop" fmla="*/ 0 h 1660320"/>
                <a:gd name="textAreaBottom" fmla="*/ 1660680 h 1660320"/>
                <a:gd name="GluePoint1X" fmla="*/ 4211600 w 4211600"/>
                <a:gd name="GluePoint1Y" fmla="*/ 0 h 1660822"/>
                <a:gd name="GluePoint2X" fmla="*/ 4211600 w 4211600"/>
                <a:gd name="GluePoint2Y" fmla="*/ 58430 h 1660822"/>
                <a:gd name="GluePoint3X" fmla="*/ 4136524 w 4211600"/>
                <a:gd name="GluePoint3Y" fmla="*/ 208808 h 1660822"/>
                <a:gd name="GluePoint4X" fmla="*/ 3973354 w 4211600"/>
                <a:gd name="GluePoint4Y" fmla="*/ 437313 h 1660822"/>
                <a:gd name="GluePoint5X" fmla="*/ 3884746 w 4211600"/>
                <a:gd name="GluePoint5Y" fmla="*/ 553613 h 1660822"/>
                <a:gd name="GluePoint6X" fmla="*/ 3849435 w 4211600"/>
                <a:gd name="GluePoint6Y" fmla="*/ 603143 h 1660822"/>
                <a:gd name="GluePoint7X" fmla="*/ 3661849 w 4211600"/>
                <a:gd name="GluePoint7Y" fmla="*/ 819075 h 1660822"/>
                <a:gd name="GluePoint8X" fmla="*/ 3402589 w 4211600"/>
                <a:gd name="GluePoint8Y" fmla="*/ 952996 h 1660822"/>
                <a:gd name="GluePoint9X" fmla="*/ 3130202 w 4211600"/>
                <a:gd name="GluePoint9Y" fmla="*/ 1023386 h 1660822"/>
                <a:gd name="GluePoint10X" fmla="*/ 2914657 w 4211600"/>
                <a:gd name="GluePoint10Y" fmla="*/ 1068058 h 1660822"/>
                <a:gd name="GluePoint11X" fmla="*/ 2582149 w 4211600"/>
                <a:gd name="GluePoint11Y" fmla="*/ 1138924 h 1660822"/>
                <a:gd name="GluePoint12X" fmla="*/ 2483958 w 4211600"/>
                <a:gd name="GluePoint12Y" fmla="*/ 1162356 h 1660822"/>
                <a:gd name="GluePoint13X" fmla="*/ 2123750 w 4211600"/>
                <a:gd name="GluePoint13Y" fmla="*/ 1238651 h 1660822"/>
                <a:gd name="GluePoint14X" fmla="*/ 1761444 w 4211600"/>
                <a:gd name="GluePoint14Y" fmla="*/ 1273417 h 1660822"/>
                <a:gd name="GluePoint15X" fmla="*/ 1608382 w 4211600"/>
                <a:gd name="GluePoint15Y" fmla="*/ 1284466 h 1660822"/>
                <a:gd name="GluePoint16X" fmla="*/ 999942 w 4211600"/>
                <a:gd name="GluePoint16Y" fmla="*/ 1354284 h 1660822"/>
                <a:gd name="GluePoint17X" fmla="*/ 484705 w 4211600"/>
                <a:gd name="GluePoint17Y" fmla="*/ 1450487 h 1660822"/>
                <a:gd name="GluePoint18X" fmla="*/ 113310 w 4211600"/>
                <a:gd name="GluePoint18Y" fmla="*/ 1613700 h 1660822"/>
                <a:gd name="GluePoint19X" fmla="*/ 39668 w 4211600"/>
                <a:gd name="GluePoint19Y" fmla="*/ 1660822 h 1660822"/>
                <a:gd name="GluePoint20X" fmla="*/ 0 w 4211600"/>
                <a:gd name="GluePoint20Y" fmla="*/ 1660822 h 1660822"/>
                <a:gd name="GluePoint21X" fmla="*/ 96701 w 4211600"/>
                <a:gd name="GluePoint21Y" fmla="*/ 1598934 h 1660822"/>
                <a:gd name="GluePoint22X" fmla="*/ 474335 w 4211600"/>
                <a:gd name="GluePoint22Y" fmla="*/ 1433056 h 1660822"/>
                <a:gd name="GluePoint23X" fmla="*/ 994299 w 4211600"/>
                <a:gd name="GluePoint23Y" fmla="*/ 1335806 h 1660822"/>
                <a:gd name="GluePoint24X" fmla="*/ 1605231 w 4211600"/>
                <a:gd name="GluePoint24Y" fmla="*/ 1265702 h 1660822"/>
                <a:gd name="GluePoint25X" fmla="*/ 1758819 w 4211600"/>
                <a:gd name="GluePoint25Y" fmla="*/ 1254558 h 1660822"/>
                <a:gd name="GluePoint26X" fmla="*/ 2118106 w 4211600"/>
                <a:gd name="GluePoint26Y" fmla="*/ 1220077 h 1660822"/>
                <a:gd name="GluePoint27X" fmla="*/ 2475557 w 4211600"/>
                <a:gd name="GluePoint27Y" fmla="*/ 1144353 h 1660822"/>
                <a:gd name="GluePoint28X" fmla="*/ 2573878 w 4211600"/>
                <a:gd name="GluePoint28Y" fmla="*/ 1120827 h 1660822"/>
                <a:gd name="GluePoint29X" fmla="*/ 2907437 w 4211600"/>
                <a:gd name="GluePoint29Y" fmla="*/ 1049675 h 1660822"/>
                <a:gd name="GluePoint30X" fmla="*/ 3122589 w 4211600"/>
                <a:gd name="GluePoint30Y" fmla="*/ 1005098 h 1660822"/>
                <a:gd name="GluePoint31X" fmla="*/ 3391169 w 4211600"/>
                <a:gd name="GluePoint31Y" fmla="*/ 935756 h 1660822"/>
                <a:gd name="GluePoint32X" fmla="*/ 3642290 w 4211600"/>
                <a:gd name="GluePoint32Y" fmla="*/ 806216 h 1660822"/>
                <a:gd name="GluePoint33X" fmla="*/ 3825937 w 4211600"/>
                <a:gd name="GluePoint33Y" fmla="*/ 594475 h 1660822"/>
                <a:gd name="GluePoint34X" fmla="*/ 3861381 w 4211600"/>
                <a:gd name="GluePoint34Y" fmla="*/ 544755 h 1660822"/>
                <a:gd name="GluePoint35X" fmla="*/ 3950381 w 4211600"/>
                <a:gd name="GluePoint35Y" fmla="*/ 427978 h 1660822"/>
                <a:gd name="GluePoint36X" fmla="*/ 4112370 w 4211600"/>
                <a:gd name="GluePoint36Y" fmla="*/ 201378 h 1660822"/>
                <a:gd name="GluePoint37X" fmla="*/ 4195989 w 4211600"/>
                <a:gd name="GluePoint37Y" fmla="*/ 33834 h 16608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</a:cxnLst>
              <a:rect l="textAreaLeft" t="textAreaTop" r="textAreaRight" b="textAreaBottom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4000680" y="740160"/>
            <a:ext cx="7530480" cy="3163680"/>
          </a:xfrm>
          <a:prstGeom prst="rect">
            <a:avLst/>
          </a:prstGeom>
          <a:solidFill>
            <a:srgbClr val="bfbfbf">
              <a:alpha val="64000"/>
            </a:srgbClr>
          </a:solidFill>
          <a:ln w="0">
            <a:solidFill>
              <a:schemeClr val="lt1">
                <a:lumMod val="75000"/>
              </a:schemeClr>
            </a:solidFill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5400" b="0" u="none" strike="noStrike">
                <a:solidFill>
                  <a:srgbClr val="ffffff"/>
                </a:solidFill>
                <a:effectLst/>
                <a:uFillTx/>
                <a:latin typeface="Sagona Book"/>
              </a:rPr>
              <a:t>Система единого входа (SSO) на ASP.NET</a:t>
            </a:r>
            <a:endParaRPr lang="ru-RU" sz="5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 type="subTitle"/>
          </p:nvPr>
        </p:nvSpPr>
        <p:spPr>
          <a:xfrm>
            <a:off x="4000320" y="4130280"/>
            <a:ext cx="7582680" cy="1278720"/>
          </a:xfrm>
          <a:prstGeom prst="rect">
            <a:avLst/>
          </a:prstGeom>
          <a:solidFill>
            <a:srgbClr val="bfbfbf">
              <a:alpha val="64000"/>
            </a:srgbClr>
          </a:solidFill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Гребенщиков Глеб Романович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21" name="Cros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937680" y="4013640"/>
            <a:ext cx="118800" cy="118800"/>
            <a:chOff x="3937680" y="4013640"/>
            <a:chExt cx="118800" cy="118800"/>
          </a:xfrm>
        </p:grpSpPr>
        <p:cxnSp>
          <p:nvCxnSpPr>
            <p:cNvPr id="322" name="Straight Connector 5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3997080" y="4013640"/>
              <a:ext cx="360" cy="119160"/>
            </a:xfrm>
            <a:prstGeom prst="straightConnector1">
              <a:avLst/>
            </a:prstGeom>
            <a:ln w="12700">
              <a:solidFill>
                <a:srgbClr val="7162fe"/>
              </a:solidFill>
            </a:ln>
          </p:spPr>
        </p:cxnSp>
        <p:cxnSp>
          <p:nvCxnSpPr>
            <p:cNvPr id="323" name="Straight Connector 5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3937680" y="4073040"/>
              <a:ext cx="119160" cy="360"/>
            </a:xfrm>
            <a:prstGeom prst="straightConnector1">
              <a:avLst/>
            </a:prstGeom>
            <a:ln w="12700">
              <a:solidFill>
                <a:srgbClr val="7162fe"/>
              </a:solidFill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Проблема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7162fe"/>
              </a:buClr>
              <a:buFont typeface="Avenir Next LT Pro"/>
              <a:buChar char="+"/>
            </a:pPr>
            <a:r>
              <a:rPr lang="ru-RU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Классический подход к прямой авторизации пользователя по связке логин/пароль или смарт-карте обладает множеством недостатков. Как минимум, становится сложным использование двухфакторной аутентификации в RESTfull API, а также сложности с масштабированием и интеграцией системы. Происходит замыкание пользователей на главном API сервере.</a:t>
            </a:r>
            <a:endParaRPr lang="ru-RU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6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venirNext LT Pro Medium"/>
            </a:endParaRPr>
          </a:p>
        </p:txBody>
      </p:sp>
      <p:sp>
        <p:nvSpPr>
          <p:cNvPr id="327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venirNext LT Pro Medium"/>
            </a:endParaRPr>
          </a:p>
        </p:txBody>
      </p:sp>
      <p:grpSp>
        <p:nvGrpSpPr>
          <p:cNvPr id="328" name="Top Lef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800" y="-2880"/>
            <a:ext cx="2198520" cy="3348720"/>
            <a:chOff x="10800" y="-2880"/>
            <a:chExt cx="2198520" cy="3348720"/>
          </a:xfrm>
        </p:grpSpPr>
        <p:sp>
          <p:nvSpPr>
            <p:cNvPr id="329" name="Freeform: Shap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693000" y="-2880"/>
              <a:ext cx="1325880" cy="597240"/>
            </a:xfrm>
            <a:custGeom>
              <a:avLst/>
              <a:gdLst>
                <a:gd name="textAreaLeft" fmla="*/ 0 w 1325880"/>
                <a:gd name="textAreaRight" fmla="*/ 1326240 w 1325880"/>
                <a:gd name="textAreaTop" fmla="*/ 0 h 597240"/>
                <a:gd name="textAreaBottom" fmla="*/ 597600 h 597240"/>
                <a:gd name="GluePoint1X" fmla="*/ 741051 w 1482102"/>
                <a:gd name="GluePoint1Y" fmla="*/ 0 h 679363"/>
                <a:gd name="GluePoint2X" fmla="*/ 1473822 w 1482102"/>
                <a:gd name="GluePoint2Y" fmla="*/ 597226 h 679363"/>
                <a:gd name="GluePoint3X" fmla="*/ 1482102 w 1482102"/>
                <a:gd name="GluePoint3Y" fmla="*/ 679363 h 679363"/>
                <a:gd name="GluePoint4X" fmla="*/ 0 w 1482102"/>
                <a:gd name="GluePoint4Y" fmla="*/ 679363 h 679363"/>
                <a:gd name="GluePoint5X" fmla="*/ 8280 w 1482102"/>
                <a:gd name="GluePoint5Y" fmla="*/ 597226 h 679363"/>
                <a:gd name="GluePoint6X" fmla="*/ 741051 w 1482102"/>
                <a:gd name="GluePoint6Y" fmla="*/ 0 h 67936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venirNext LT Pro Medium"/>
              </a:endParaRPr>
            </a:p>
          </p:txBody>
        </p:sp>
        <p:sp>
          <p:nvSpPr>
            <p:cNvPr id="330" name="Freeform: Shape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9440" y="15120"/>
              <a:ext cx="2189880" cy="3330720"/>
            </a:xfrm>
            <a:custGeom>
              <a:avLst/>
              <a:gdLst>
                <a:gd name="textAreaLeft" fmla="*/ 0 w 2189880"/>
                <a:gd name="textAreaRight" fmla="*/ 2190240 w 2189880"/>
                <a:gd name="textAreaTop" fmla="*/ 0 h 3330720"/>
                <a:gd name="textAreaBottom" fmla="*/ 3331080 h 3330720"/>
                <a:gd name="GluePoint1X" fmla="*/ 0 w 3296088"/>
                <a:gd name="GluePoint1Y" fmla="*/ 5012722 h 5012722"/>
                <a:gd name="GluePoint2X" fmla="*/ 244031 w 3296088"/>
                <a:gd name="GluePoint2Y" fmla="*/ 4820222 h 5012722"/>
                <a:gd name="GluePoint3X" fmla="*/ 729234 w 3296088"/>
                <a:gd name="GluePoint3Y" fmla="*/ 4360641 h 5012722"/>
                <a:gd name="GluePoint4X" fmla="*/ 881444 w 3296088"/>
                <a:gd name="GluePoint4Y" fmla="*/ 4173950 h 5012722"/>
                <a:gd name="GluePoint5X" fmla="*/ 1151287 w 3296088"/>
                <a:gd name="GluePoint5Y" fmla="*/ 3972877 h 5012722"/>
                <a:gd name="GluePoint6X" fmla="*/ 1498664 w 3296088"/>
                <a:gd name="GluePoint6Y" fmla="*/ 3786188 h 5012722"/>
                <a:gd name="GluePoint7X" fmla="*/ 1716881 w 3296088"/>
                <a:gd name="GluePoint7Y" fmla="*/ 3674174 h 5012722"/>
                <a:gd name="GluePoint8X" fmla="*/ 1913573 w 3296088"/>
                <a:gd name="GluePoint8Y" fmla="*/ 3477387 h 5012722"/>
                <a:gd name="GluePoint9X" fmla="*/ 2167700 w 3296088"/>
                <a:gd name="GluePoint9Y" fmla="*/ 3042190 h 5012722"/>
                <a:gd name="GluePoint10X" fmla="*/ 2273903 w 3296088"/>
                <a:gd name="GluePoint10Y" fmla="*/ 2775014 h 5012722"/>
                <a:gd name="GluePoint11X" fmla="*/ 2463356 w 3296088"/>
                <a:gd name="GluePoint11Y" fmla="*/ 2335530 h 5012722"/>
                <a:gd name="GluePoint12X" fmla="*/ 2741866 w 3296088"/>
                <a:gd name="GluePoint12Y" fmla="*/ 1982248 h 5012722"/>
                <a:gd name="GluePoint13X" fmla="*/ 2985897 w 3296088"/>
                <a:gd name="GluePoint13Y" fmla="*/ 1634681 h 5012722"/>
                <a:gd name="GluePoint14X" fmla="*/ 3212687 w 3296088"/>
                <a:gd name="GluePoint14Y" fmla="*/ 1226820 h 5012722"/>
                <a:gd name="GluePoint15X" fmla="*/ 3281553 w 3296088"/>
                <a:gd name="GluePoint15Y" fmla="*/ 959644 h 5012722"/>
                <a:gd name="GluePoint16X" fmla="*/ 3295936 w 3296088"/>
                <a:gd name="GluePoint16Y" fmla="*/ 701135 h 5012722"/>
                <a:gd name="GluePoint17X" fmla="*/ 3267266 w 3296088"/>
                <a:gd name="GluePoint17Y" fmla="*/ 436817 h 5012722"/>
                <a:gd name="GluePoint18X" fmla="*/ 3105341 w 3296088"/>
                <a:gd name="GluePoint18Y" fmla="*/ 0 h 50127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1" name="Freeform: Shape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00" y="15120"/>
              <a:ext cx="1978200" cy="3074760"/>
            </a:xfrm>
            <a:custGeom>
              <a:avLst/>
              <a:gdLst>
                <a:gd name="textAreaLeft" fmla="*/ 0 w 1978200"/>
                <a:gd name="textAreaRight" fmla="*/ 1978560 w 1978200"/>
                <a:gd name="textAreaTop" fmla="*/ 0 h 3074760"/>
                <a:gd name="textAreaBottom" fmla="*/ 3075120 h 3074760"/>
                <a:gd name="GluePoint1X" fmla="*/ 0 w 2977477"/>
                <a:gd name="GluePoint1Y" fmla="*/ 4627150 h 4627149"/>
                <a:gd name="GluePoint2X" fmla="*/ 275082 w 2977477"/>
                <a:gd name="GluePoint2Y" fmla="*/ 4341590 h 4627149"/>
                <a:gd name="GluePoint3X" fmla="*/ 502825 w 2977477"/>
                <a:gd name="GluePoint3Y" fmla="*/ 4054126 h 4627149"/>
                <a:gd name="GluePoint4X" fmla="*/ 666179 w 2977477"/>
                <a:gd name="GluePoint4Y" fmla="*/ 3890677 h 4627149"/>
                <a:gd name="GluePoint5X" fmla="*/ 864203 w 2977477"/>
                <a:gd name="GluePoint5Y" fmla="*/ 3675983 h 4627149"/>
                <a:gd name="GluePoint6X" fmla="*/ 982599 w 2977477"/>
                <a:gd name="GluePoint6Y" fmla="*/ 3557492 h 4627149"/>
                <a:gd name="GluePoint7X" fmla="*/ 1188244 w 2977477"/>
                <a:gd name="GluePoint7Y" fmla="*/ 3329654 h 4627149"/>
                <a:gd name="GluePoint8X" fmla="*/ 1344740 w 2977477"/>
                <a:gd name="GluePoint8Y" fmla="*/ 3146774 h 4627149"/>
                <a:gd name="GluePoint9X" fmla="*/ 1470755 w 2977477"/>
                <a:gd name="GluePoint9Y" fmla="*/ 2984659 h 4627149"/>
                <a:gd name="GluePoint10X" fmla="*/ 1657636 w 2977477"/>
                <a:gd name="GluePoint10Y" fmla="*/ 2670239 h 4627149"/>
                <a:gd name="GluePoint11X" fmla="*/ 1762887 w 2977477"/>
                <a:gd name="GluePoint11Y" fmla="*/ 2473547 h 4627149"/>
                <a:gd name="GluePoint12X" fmla="*/ 1866710 w 2977477"/>
                <a:gd name="GluePoint12Y" fmla="*/ 2290667 h 4627149"/>
                <a:gd name="GluePoint13X" fmla="*/ 2106263 w 2977477"/>
                <a:gd name="GluePoint13Y" fmla="*/ 2030254 h 4627149"/>
                <a:gd name="GluePoint14X" fmla="*/ 2277237 w 2977477"/>
                <a:gd name="GluePoint14Y" fmla="*/ 1859185 h 4627149"/>
                <a:gd name="GluePoint15X" fmla="*/ 2499455 w 2977477"/>
                <a:gd name="GluePoint15Y" fmla="*/ 1656207 h 4627149"/>
                <a:gd name="GluePoint16X" fmla="*/ 2707100 w 2977477"/>
                <a:gd name="GluePoint16Y" fmla="*/ 1390269 h 4627149"/>
                <a:gd name="GluePoint17X" fmla="*/ 2812352 w 2977477"/>
                <a:gd name="GluePoint17Y" fmla="*/ 1230916 h 4627149"/>
                <a:gd name="GluePoint18X" fmla="*/ 2898172 w 2977477"/>
                <a:gd name="GluePoint18Y" fmla="*/ 1036987 h 4627149"/>
                <a:gd name="GluePoint19X" fmla="*/ 2963228 w 2977477"/>
                <a:gd name="GluePoint19Y" fmla="*/ 850011 h 4627149"/>
                <a:gd name="GluePoint20X" fmla="*/ 2977325 w 2977477"/>
                <a:gd name="GluePoint20Y" fmla="*/ 745427 h 4627149"/>
                <a:gd name="GluePoint21X" fmla="*/ 2929509 w 2977477"/>
                <a:gd name="GluePoint21Y" fmla="*/ 480155 h 4627149"/>
                <a:gd name="GluePoint22X" fmla="*/ 2563082 w 2977477"/>
                <a:gd name="GluePoint22Y" fmla="*/ 0 h 462714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textAreaLeft" t="textAreaTop" r="textAreaRight" b="textAreaBottom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2" name="Freeform: Shap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5200" y="15120"/>
              <a:ext cx="1565640" cy="2737080"/>
            </a:xfrm>
            <a:custGeom>
              <a:avLst/>
              <a:gdLst>
                <a:gd name="textAreaLeft" fmla="*/ 0 w 1565640"/>
                <a:gd name="textAreaRight" fmla="*/ 1566000 w 1565640"/>
                <a:gd name="textAreaTop" fmla="*/ 0 h 2737080"/>
                <a:gd name="textAreaBottom" fmla="*/ 2737440 h 2737080"/>
                <a:gd name="GluePoint1X" fmla="*/ 1707071 w 2356712"/>
                <a:gd name="GluePoint1Y" fmla="*/ 0 h 4118991"/>
                <a:gd name="GluePoint2X" fmla="*/ 1824514 w 2356712"/>
                <a:gd name="GluePoint2Y" fmla="*/ 244697 h 4118991"/>
                <a:gd name="GluePoint3X" fmla="*/ 1908715 w 2356712"/>
                <a:gd name="GluePoint3Y" fmla="*/ 328994 h 4118991"/>
                <a:gd name="GluePoint4X" fmla="*/ 2226469 w 2356712"/>
                <a:gd name="GluePoint4Y" fmla="*/ 603695 h 4118991"/>
                <a:gd name="GluePoint5X" fmla="*/ 2355628 w 2356712"/>
                <a:gd name="GluePoint5Y" fmla="*/ 900494 h 4118991"/>
                <a:gd name="GluePoint6X" fmla="*/ 2281428 w 2356712"/>
                <a:gd name="GluePoint6Y" fmla="*/ 1206913 h 4118991"/>
                <a:gd name="GluePoint7X" fmla="*/ 2092452 w 2356712"/>
                <a:gd name="GluePoint7Y" fmla="*/ 1460659 h 4118991"/>
                <a:gd name="GluePoint8X" fmla="*/ 1834039 w 2356712"/>
                <a:gd name="GluePoint8Y" fmla="*/ 1625822 h 4118991"/>
                <a:gd name="GluePoint9X" fmla="*/ 1558862 w 2356712"/>
                <a:gd name="GluePoint9Y" fmla="*/ 1743075 h 4118991"/>
                <a:gd name="GluePoint10X" fmla="*/ 1386554 w 2356712"/>
                <a:gd name="GluePoint10Y" fmla="*/ 1869948 h 4118991"/>
                <a:gd name="GluePoint11X" fmla="*/ 1271683 w 2356712"/>
                <a:gd name="GluePoint11Y" fmla="*/ 2073402 h 4118991"/>
                <a:gd name="GluePoint12X" fmla="*/ 1178338 w 2356712"/>
                <a:gd name="GluePoint12Y" fmla="*/ 2355914 h 4118991"/>
                <a:gd name="GluePoint13X" fmla="*/ 1113758 w 2356712"/>
                <a:gd name="GluePoint13Y" fmla="*/ 2578513 h 4118991"/>
                <a:gd name="GluePoint14X" fmla="*/ 1034796 w 2356712"/>
                <a:gd name="GluePoint14Y" fmla="*/ 2834640 h 4118991"/>
                <a:gd name="GluePoint15X" fmla="*/ 905637 w 2356712"/>
                <a:gd name="GluePoint15Y" fmla="*/ 3081242 h 4118991"/>
                <a:gd name="GluePoint16X" fmla="*/ 793147 w 2356712"/>
                <a:gd name="GluePoint16Y" fmla="*/ 3258407 h 4118991"/>
                <a:gd name="GluePoint17X" fmla="*/ 546735 w 2356712"/>
                <a:gd name="GluePoint17Y" fmla="*/ 3571970 h 4118991"/>
                <a:gd name="GluePoint18X" fmla="*/ 346996 w 2356712"/>
                <a:gd name="GluePoint18Y" fmla="*/ 3771900 h 4118991"/>
                <a:gd name="GluePoint19X" fmla="*/ 174689 w 2356712"/>
                <a:gd name="GluePoint19Y" fmla="*/ 3944207 h 4118991"/>
                <a:gd name="GluePoint20X" fmla="*/ 0 w 2356712"/>
                <a:gd name="GluePoint20Y" fmla="*/ 4118991 h 411899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3" name="Freeform: Shape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00" y="15120"/>
              <a:ext cx="1368000" cy="2644560"/>
            </a:xfrm>
            <a:custGeom>
              <a:avLst/>
              <a:gdLst>
                <a:gd name="textAreaLeft" fmla="*/ 0 w 1368000"/>
                <a:gd name="textAreaRight" fmla="*/ 1368360 w 1368000"/>
                <a:gd name="textAreaTop" fmla="*/ 0 h 2644560"/>
                <a:gd name="textAreaBottom" fmla="*/ 2644920 h 2644560"/>
                <a:gd name="GluePoint1X" fmla="*/ 0 w 2059193"/>
                <a:gd name="GluePoint1Y" fmla="*/ 3980116 h 3980116"/>
                <a:gd name="GluePoint2X" fmla="*/ 471583 w 2059193"/>
                <a:gd name="GluePoint2Y" fmla="*/ 3515678 h 3980116"/>
                <a:gd name="GluePoint3X" fmla="*/ 758666 w 2059193"/>
                <a:gd name="GluePoint3Y" fmla="*/ 3163824 h 3980116"/>
                <a:gd name="GluePoint4X" fmla="*/ 940499 w 2059193"/>
                <a:gd name="GluePoint4Y" fmla="*/ 2780824 h 3980116"/>
                <a:gd name="GluePoint5X" fmla="*/ 1055370 w 2059193"/>
                <a:gd name="GluePoint5Y" fmla="*/ 2242185 h 3980116"/>
                <a:gd name="GluePoint6X" fmla="*/ 1136714 w 2059193"/>
                <a:gd name="GluePoint6Y" fmla="*/ 1878330 h 3980116"/>
                <a:gd name="GluePoint7X" fmla="*/ 1246727 w 2059193"/>
                <a:gd name="GluePoint7Y" fmla="*/ 1562386 h 3980116"/>
                <a:gd name="GluePoint8X" fmla="*/ 1378363 w 2059193"/>
                <a:gd name="GluePoint8Y" fmla="*/ 1430750 h 3980116"/>
                <a:gd name="GluePoint9X" fmla="*/ 1691831 w 2059193"/>
                <a:gd name="GluePoint9Y" fmla="*/ 1394841 h 3980116"/>
                <a:gd name="GluePoint10X" fmla="*/ 1914335 w 2059193"/>
                <a:gd name="GluePoint10Y" fmla="*/ 1323023 h 3980116"/>
                <a:gd name="GluePoint11X" fmla="*/ 2055495 w 2059193"/>
                <a:gd name="GluePoint11Y" fmla="*/ 1098042 h 3980116"/>
                <a:gd name="GluePoint12X" fmla="*/ 2033969 w 2059193"/>
                <a:gd name="GluePoint12Y" fmla="*/ 930497 h 3980116"/>
                <a:gd name="GluePoint13X" fmla="*/ 1885664 w 2059193"/>
                <a:gd name="GluePoint13Y" fmla="*/ 760571 h 3980116"/>
                <a:gd name="GluePoint14X" fmla="*/ 1636871 w 2059193"/>
                <a:gd name="GluePoint14Y" fmla="*/ 612172 h 3980116"/>
                <a:gd name="GluePoint15X" fmla="*/ 1335405 w 2059193"/>
                <a:gd name="GluePoint15Y" fmla="*/ 459010 h 3980116"/>
                <a:gd name="GluePoint16X" fmla="*/ 1234916 w 2059193"/>
                <a:gd name="GluePoint16Y" fmla="*/ 269939 h 3980116"/>
                <a:gd name="GluePoint17X" fmla="*/ 1386935 w 2059193"/>
                <a:gd name="GluePoint17Y" fmla="*/ 0 h 39801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4" name="Freeform: Shape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8720" y="543960"/>
              <a:ext cx="493920" cy="19051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0 h 1905120"/>
                <a:gd name="textAreaBottom" fmla="*/ 1905480 h 1905120"/>
                <a:gd name="GluePoint1X" fmla="*/ 11144 w 743796"/>
                <a:gd name="GluePoint1Y" fmla="*/ 0 h 2867501"/>
                <a:gd name="GluePoint2X" fmla="*/ 353663 w 743796"/>
                <a:gd name="GluePoint2Y" fmla="*/ 55245 h 2867501"/>
                <a:gd name="GluePoint3X" fmla="*/ 571405 w 743796"/>
                <a:gd name="GluePoint3Y" fmla="*/ 179737 h 2867501"/>
                <a:gd name="GluePoint4X" fmla="*/ 688658 w 743796"/>
                <a:gd name="GluePoint4Y" fmla="*/ 368808 h 2867501"/>
                <a:gd name="GluePoint5X" fmla="*/ 731711 w 743796"/>
                <a:gd name="GluePoint5Y" fmla="*/ 612934 h 2867501"/>
                <a:gd name="GluePoint6X" fmla="*/ 725233 w 743796"/>
                <a:gd name="GluePoint6Y" fmla="*/ 995648 h 2867501"/>
                <a:gd name="GluePoint7X" fmla="*/ 742855 w 743796"/>
                <a:gd name="GluePoint7Y" fmla="*/ 1499330 h 2867501"/>
                <a:gd name="GluePoint8X" fmla="*/ 707898 w 743796"/>
                <a:gd name="GluePoint8Y" fmla="*/ 1793081 h 2867501"/>
                <a:gd name="GluePoint9X" fmla="*/ 633222 w 743796"/>
                <a:gd name="GluePoint9Y" fmla="*/ 2073592 h 2867501"/>
                <a:gd name="GluePoint10X" fmla="*/ 404527 w 743796"/>
                <a:gd name="GluePoint10Y" fmla="*/ 2472404 h 2867501"/>
                <a:gd name="GluePoint11X" fmla="*/ 0 w 743796"/>
                <a:gd name="GluePoint11Y" fmla="*/ 2867501 h 286750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5" name="Freeform: Shape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00" y="672120"/>
              <a:ext cx="396720" cy="1689840"/>
            </a:xfrm>
            <a:custGeom>
              <a:avLst/>
              <a:gdLst>
                <a:gd name="textAreaLeft" fmla="*/ 0 w 396720"/>
                <a:gd name="textAreaRight" fmla="*/ 397080 w 396720"/>
                <a:gd name="textAreaTop" fmla="*/ 0 h 1689840"/>
                <a:gd name="textAreaBottom" fmla="*/ 1690200 h 1689840"/>
                <a:gd name="GluePoint1X" fmla="*/ 16478 w 597294"/>
                <a:gd name="GluePoint1Y" fmla="*/ 2079 h 2543540"/>
                <a:gd name="GluePoint2X" fmla="*/ 299847 w 597294"/>
                <a:gd name="GluePoint2Y" fmla="*/ 53991 h 2543540"/>
                <a:gd name="GluePoint3X" fmla="*/ 503206 w 597294"/>
                <a:gd name="GluePoint3Y" fmla="*/ 291354 h 2543540"/>
                <a:gd name="GluePoint4X" fmla="*/ 525113 w 597294"/>
                <a:gd name="GluePoint4Y" fmla="*/ 724265 h 2543540"/>
                <a:gd name="GluePoint5X" fmla="*/ 578930 w 597294"/>
                <a:gd name="GluePoint5Y" fmla="*/ 1117267 h 2543540"/>
                <a:gd name="GluePoint6X" fmla="*/ 592931 w 597294"/>
                <a:gd name="GluePoint6Y" fmla="*/ 1476359 h 2543540"/>
                <a:gd name="GluePoint7X" fmla="*/ 503206 w 597294"/>
                <a:gd name="GluePoint7Y" fmla="*/ 1859359 h 2543540"/>
                <a:gd name="GluePoint8X" fmla="*/ 291846 w 597294"/>
                <a:gd name="GluePoint8Y" fmla="*/ 2250361 h 2543540"/>
                <a:gd name="GluePoint9X" fmla="*/ 0 w 597294"/>
                <a:gd name="GluePoint9Y" fmla="*/ 2543540 h 25435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6" name="Freeform: Shape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040" y="881280"/>
              <a:ext cx="258480" cy="1336320"/>
            </a:xfrm>
            <a:custGeom>
              <a:avLst/>
              <a:gdLst>
                <a:gd name="textAreaLeft" fmla="*/ 0 w 258480"/>
                <a:gd name="textAreaRight" fmla="*/ 258840 w 258480"/>
                <a:gd name="textAreaTop" fmla="*/ 0 h 1336320"/>
                <a:gd name="textAreaBottom" fmla="*/ 1336680 h 1336320"/>
                <a:gd name="GluePoint1X" fmla="*/ 0 w 389425"/>
                <a:gd name="GluePoint1Y" fmla="*/ 33 h 2011236"/>
                <a:gd name="GluePoint2X" fmla="*/ 171260 w 389425"/>
                <a:gd name="GluePoint2Y" fmla="*/ 60326 h 2011236"/>
                <a:gd name="GluePoint3X" fmla="*/ 211455 w 389425"/>
                <a:gd name="GluePoint3Y" fmla="*/ 221204 h 2011236"/>
                <a:gd name="GluePoint4X" fmla="*/ 243078 w 389425"/>
                <a:gd name="GluePoint4Y" fmla="*/ 448089 h 2011236"/>
                <a:gd name="GluePoint5X" fmla="*/ 346424 w 389425"/>
                <a:gd name="GluePoint5Y" fmla="*/ 789941 h 2011236"/>
                <a:gd name="GluePoint6X" fmla="*/ 372237 w 389425"/>
                <a:gd name="GluePoint6Y" fmla="*/ 942151 h 2011236"/>
                <a:gd name="GluePoint7X" fmla="*/ 386620 w 389425"/>
                <a:gd name="GluePoint7Y" fmla="*/ 1272478 h 2011236"/>
                <a:gd name="GluePoint8X" fmla="*/ 280416 w 389425"/>
                <a:gd name="GluePoint8Y" fmla="*/ 1660241 h 2011236"/>
                <a:gd name="GluePoint9X" fmla="*/ 151257 w 389425"/>
                <a:gd name="GluePoint9Y" fmla="*/ 1844073 h 2011236"/>
                <a:gd name="GluePoint10X" fmla="*/ 1905 w 389425"/>
                <a:gd name="GluePoint10Y" fmla="*/ 2011237 h 20112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1198080" y="559800"/>
            <a:ext cx="4987440" cy="166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Решение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/>
          </p:nvPr>
        </p:nvSpPr>
        <p:spPr>
          <a:xfrm>
            <a:off x="1196280" y="1717560"/>
            <a:ext cx="4997880" cy="51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7162fe"/>
              </a:buClr>
              <a:buFont typeface="Avenir Next LT Pro"/>
              <a:buChar char="+"/>
            </a:pPr>
            <a:r>
              <a:rPr lang="ru-RU" sz="15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Необходимо выделить подсистему управления доступом в отдельный сервис. Тогда появится возможность авторизовывать пользователей через единый интерфейс, что исключает зависимость различных компонентов системы и делает её гибкой и масштабируемой. Также появляется возможность внедрения двухфакторной аутентификации, возможности блокировки аккаунта и аутентификации через сторонние сервисы без изменения логики самих приложений. Каждый микросервис не работает с аутентификационными данными пользователей, а получает JWT-токен доступа.</a:t>
            </a:r>
            <a:endParaRPr lang="ru-RU" sz="15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39" name="Рисунок 3" descr="Picture background"/>
          <p:cNvSpPr/>
          <p:nvPr/>
        </p:nvSpPr>
        <p:spPr>
          <a:xfrm>
            <a:off x="6508800" y="862920"/>
            <a:ext cx="5132160" cy="5132160"/>
          </a:xfrm>
          <a:custGeom>
            <a:avLst/>
            <a:gdLst>
              <a:gd name="textAreaLeft" fmla="*/ 0 w 5132160"/>
              <a:gd name="textAreaRight" fmla="*/ 5132520 w 5132160"/>
              <a:gd name="textAreaTop" fmla="*/ 0 h 5132160"/>
              <a:gd name="textAreaBottom" fmla="*/ 5132520 h 5132160"/>
            </a:gdLst>
            <a:ahLst/>
            <a:cxnLst/>
            <a:rect l="textAreaLeft" t="textAreaTop" r="textAreaRight" b="textAreaBottom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40" name="Bottom Righ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980480" y="3276720"/>
            <a:ext cx="4211280" cy="3580920"/>
            <a:chOff x="7980480" y="3276720"/>
            <a:chExt cx="4211280" cy="3580920"/>
          </a:xfrm>
        </p:grpSpPr>
        <p:sp>
          <p:nvSpPr>
            <p:cNvPr id="341" name="Freeform: Shap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439280" y="6178680"/>
              <a:ext cx="1481760" cy="678960"/>
            </a:xfrm>
            <a:custGeom>
              <a:avLst/>
              <a:gdLst>
                <a:gd name="textAreaLeft" fmla="*/ 0 w 1481760"/>
                <a:gd name="textAreaRight" fmla="*/ 1482120 w 1481760"/>
                <a:gd name="textAreaTop" fmla="*/ 0 h 678960"/>
                <a:gd name="textAreaBottom" fmla="*/ 679320 h 678960"/>
                <a:gd name="GluePoint1X" fmla="*/ 741051 w 1482102"/>
                <a:gd name="GluePoint1Y" fmla="*/ 0 h 679363"/>
                <a:gd name="GluePoint2X" fmla="*/ 1473822 w 1482102"/>
                <a:gd name="GluePoint2Y" fmla="*/ 597226 h 679363"/>
                <a:gd name="GluePoint3X" fmla="*/ 1482102 w 1482102"/>
                <a:gd name="GluePoint3Y" fmla="*/ 679363 h 679363"/>
                <a:gd name="GluePoint4X" fmla="*/ 0 w 1482102"/>
                <a:gd name="GluePoint4Y" fmla="*/ 679363 h 679363"/>
                <a:gd name="GluePoint5X" fmla="*/ 8280 w 1482102"/>
                <a:gd name="GluePoint5Y" fmla="*/ 597226 h 679363"/>
                <a:gd name="GluePoint6X" fmla="*/ 741051 w 1482102"/>
                <a:gd name="GluePoint6Y" fmla="*/ 0 h 67936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venirNext LT Pro Medium"/>
              </a:endParaRPr>
            </a:p>
          </p:txBody>
        </p:sp>
        <p:grpSp>
          <p:nvGrpSpPr>
            <p:cNvPr id="342" name="Graphic 15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680" y="3276720"/>
              <a:ext cx="3529080" cy="3580920"/>
              <a:chOff x="8662680" y="3276720"/>
              <a:chExt cx="3529080" cy="3580920"/>
            </a:xfrm>
          </p:grpSpPr>
          <p:sp>
            <p:nvSpPr>
              <p:cNvPr id="343" name="Freeform: Shape 2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662680" y="3276720"/>
                <a:ext cx="3515760" cy="3565080"/>
              </a:xfrm>
              <a:custGeom>
                <a:avLst/>
                <a:gdLst>
                  <a:gd name="textAreaLeft" fmla="*/ 0 w 3515760"/>
                  <a:gd name="textAreaRight" fmla="*/ 3516120 w 3515760"/>
                  <a:gd name="textAreaTop" fmla="*/ 0 h 3565080"/>
                  <a:gd name="textAreaBottom" fmla="*/ 3565440 h 3565080"/>
                  <a:gd name="GluePoint1X" fmla="*/ 0 w 3946874"/>
                  <a:gd name="GluePoint1Y" fmla="*/ 3989641 h 3989641"/>
                  <a:gd name="GluePoint2X" fmla="*/ 79439 w 3946874"/>
                  <a:gd name="GluePoint2Y" fmla="*/ 3891153 h 3989641"/>
                  <a:gd name="GluePoint3X" fmla="*/ 297371 w 3946874"/>
                  <a:gd name="GluePoint3Y" fmla="*/ 3626930 h 3989641"/>
                  <a:gd name="GluePoint4X" fmla="*/ 454343 w 3946874"/>
                  <a:gd name="GluePoint4Y" fmla="*/ 3440335 h 3989641"/>
                  <a:gd name="GluePoint5X" fmla="*/ 622363 w 3946874"/>
                  <a:gd name="GluePoint5Y" fmla="*/ 3290697 h 3989641"/>
                  <a:gd name="GluePoint6X" fmla="*/ 927068 w 3946874"/>
                  <a:gd name="GluePoint6Y" fmla="*/ 3087434 h 3989641"/>
                  <a:gd name="GluePoint7X" fmla="*/ 1176338 w 3946874"/>
                  <a:gd name="GluePoint7Y" fmla="*/ 2915603 h 3989641"/>
                  <a:gd name="GluePoint8X" fmla="*/ 1394270 w 3946874"/>
                  <a:gd name="GluePoint8Y" fmla="*/ 2780729 h 3989641"/>
                  <a:gd name="GluePoint9X" fmla="*/ 1601057 w 3946874"/>
                  <a:gd name="GluePoint9Y" fmla="*/ 2723483 h 3989641"/>
                  <a:gd name="GluePoint10X" fmla="*/ 1756220 w 3946874"/>
                  <a:gd name="GluePoint10Y" fmla="*/ 2743772 h 3989641"/>
                  <a:gd name="GluePoint11X" fmla="*/ 1889189 w 3946874"/>
                  <a:gd name="GluePoint11Y" fmla="*/ 2765965 h 3989641"/>
                  <a:gd name="GluePoint12X" fmla="*/ 2007394 w 3946874"/>
                  <a:gd name="GluePoint12Y" fmla="*/ 2765965 h 3989641"/>
                  <a:gd name="GluePoint13X" fmla="*/ 2184654 w 3946874"/>
                  <a:gd name="GluePoint13Y" fmla="*/ 2671763 h 3989641"/>
                  <a:gd name="GluePoint14X" fmla="*/ 2372773 w 3946874"/>
                  <a:gd name="GluePoint14Y" fmla="*/ 2538984 h 3989641"/>
                  <a:gd name="GluePoint15X" fmla="*/ 2439543 w 3946874"/>
                  <a:gd name="GluePoint15Y" fmla="*/ 2510504 h 3989641"/>
                  <a:gd name="GluePoint16X" fmla="*/ 2650617 w 3946874"/>
                  <a:gd name="GluePoint16Y" fmla="*/ 2434781 h 3989641"/>
                  <a:gd name="GluePoint17X" fmla="*/ 2785110 w 3946874"/>
                  <a:gd name="GluePoint17Y" fmla="*/ 2383060 h 3989641"/>
                  <a:gd name="GluePoint18X" fmla="*/ 2897315 w 3946874"/>
                  <a:gd name="GluePoint18Y" fmla="*/ 2318861 h 3989641"/>
                  <a:gd name="GluePoint19X" fmla="*/ 2997994 w 3946874"/>
                  <a:gd name="GluePoint19Y" fmla="*/ 2226183 h 3989641"/>
                  <a:gd name="GluePoint20X" fmla="*/ 3061240 w 3946874"/>
                  <a:gd name="GluePoint20Y" fmla="*/ 2141506 h 3989641"/>
                  <a:gd name="GluePoint21X" fmla="*/ 3152108 w 3946874"/>
                  <a:gd name="GluePoint21Y" fmla="*/ 2005203 h 3989641"/>
                  <a:gd name="GluePoint22X" fmla="*/ 3274124 w 3946874"/>
                  <a:gd name="GluePoint22Y" fmla="*/ 1871567 h 3989641"/>
                  <a:gd name="GluePoint23X" fmla="*/ 3388138 w 3946874"/>
                  <a:gd name="GluePoint23Y" fmla="*/ 1770888 h 3989641"/>
                  <a:gd name="GluePoint24X" fmla="*/ 3466529 w 3946874"/>
                  <a:gd name="GluePoint24Y" fmla="*/ 1679162 h 3989641"/>
                  <a:gd name="GluePoint25X" fmla="*/ 3538633 w 3946874"/>
                  <a:gd name="GluePoint25Y" fmla="*/ 1551718 h 3989641"/>
                  <a:gd name="GluePoint26X" fmla="*/ 3588544 w 3946874"/>
                  <a:gd name="GluePoint26Y" fmla="*/ 1376172 h 3989641"/>
                  <a:gd name="GluePoint27X" fmla="*/ 3597402 w 3946874"/>
                  <a:gd name="GluePoint27Y" fmla="*/ 1293305 h 3989641"/>
                  <a:gd name="GluePoint28X" fmla="*/ 3721227 w 3946874"/>
                  <a:gd name="GluePoint28Y" fmla="*/ 880491 h 3989641"/>
                  <a:gd name="GluePoint29X" fmla="*/ 3761137 w 3946874"/>
                  <a:gd name="GluePoint29Y" fmla="*/ 463677 h 3989641"/>
                  <a:gd name="GluePoint30X" fmla="*/ 3946874 w 3946874"/>
                  <a:gd name="GluePoint30Y" fmla="*/ 0 h 398964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</a:cxnLst>
                <a:rect l="textAreaLeft" t="textAreaTop" r="textAreaRight" b="textAreaBottom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4" name="Freeform: Shape 2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913240" y="4186080"/>
                <a:ext cx="3265200" cy="2667600"/>
              </a:xfrm>
              <a:custGeom>
                <a:avLst/>
                <a:gdLst>
                  <a:gd name="textAreaLeft" fmla="*/ 0 w 3265200"/>
                  <a:gd name="textAreaRight" fmla="*/ 3265560 w 3265200"/>
                  <a:gd name="textAreaTop" fmla="*/ 0 h 2667600"/>
                  <a:gd name="textAreaBottom" fmla="*/ 2667960 h 2667600"/>
                  <a:gd name="GluePoint1X" fmla="*/ 0 w 3665410"/>
                  <a:gd name="GluePoint1Y" fmla="*/ 2985611 h 2985611"/>
                  <a:gd name="GluePoint2X" fmla="*/ 166211 w 3665410"/>
                  <a:gd name="GluePoint2Y" fmla="*/ 2699766 h 2985611"/>
                  <a:gd name="GluePoint3X" fmla="*/ 397002 w 3665410"/>
                  <a:gd name="GluePoint3Y" fmla="*/ 2414969 h 2985611"/>
                  <a:gd name="GluePoint4X" fmla="*/ 620173 w 3665410"/>
                  <a:gd name="GluePoint4Y" fmla="*/ 2237899 h 2985611"/>
                  <a:gd name="GluePoint5X" fmla="*/ 823341 w 3665410"/>
                  <a:gd name="GluePoint5Y" fmla="*/ 2085499 h 2985611"/>
                  <a:gd name="GluePoint6X" fmla="*/ 1089565 w 3665410"/>
                  <a:gd name="GluePoint6Y" fmla="*/ 1911477 h 2985611"/>
                  <a:gd name="GluePoint7X" fmla="*/ 1145000 w 3665410"/>
                  <a:gd name="GluePoint7Y" fmla="*/ 1886807 h 2985611"/>
                  <a:gd name="GluePoint8X" fmla="*/ 1375791 w 3665410"/>
                  <a:gd name="GluePoint8Y" fmla="*/ 1842135 h 2985611"/>
                  <a:gd name="GluePoint9X" fmla="*/ 1486567 w 3665410"/>
                  <a:gd name="GluePoint9Y" fmla="*/ 1857566 h 2985611"/>
                  <a:gd name="GluePoint10X" fmla="*/ 1568101 w 3665410"/>
                  <a:gd name="GluePoint10Y" fmla="*/ 1871377 h 2985611"/>
                  <a:gd name="GluePoint11X" fmla="*/ 1810607 w 3665410"/>
                  <a:gd name="GluePoint11Y" fmla="*/ 1871377 h 2985611"/>
                  <a:gd name="GluePoint12X" fmla="*/ 1997964 w 3665410"/>
                  <a:gd name="GluePoint12Y" fmla="*/ 1790605 h 2985611"/>
                  <a:gd name="GluePoint13X" fmla="*/ 2109883 w 3665410"/>
                  <a:gd name="GluePoint13Y" fmla="*/ 1702784 h 2985611"/>
                  <a:gd name="GluePoint14X" fmla="*/ 2321433 w 3665410"/>
                  <a:gd name="GluePoint14Y" fmla="*/ 1552384 h 2985611"/>
                  <a:gd name="GluePoint15X" fmla="*/ 2558891 w 3665410"/>
                  <a:gd name="GluePoint15Y" fmla="*/ 1453420 h 2985611"/>
                  <a:gd name="GluePoint16X" fmla="*/ 2709767 w 3665410"/>
                  <a:gd name="GluePoint16Y" fmla="*/ 1377887 h 2985611"/>
                  <a:gd name="GluePoint17X" fmla="*/ 2885408 w 3665410"/>
                  <a:gd name="GluePoint17Y" fmla="*/ 1237393 h 2985611"/>
                  <a:gd name="GluePoint18X" fmla="*/ 3017711 w 3665410"/>
                  <a:gd name="GluePoint18Y" fmla="*/ 1072229 h 2985611"/>
                  <a:gd name="GluePoint19X" fmla="*/ 3150680 w 3665410"/>
                  <a:gd name="GluePoint19Y" fmla="*/ 921830 h 2985611"/>
                  <a:gd name="GluePoint20X" fmla="*/ 3255169 w 3665410"/>
                  <a:gd name="GluePoint20Y" fmla="*/ 801815 h 2985611"/>
                  <a:gd name="GluePoint21X" fmla="*/ 3339275 w 3665410"/>
                  <a:gd name="GluePoint21Y" fmla="*/ 694182 h 2985611"/>
                  <a:gd name="GluePoint22X" fmla="*/ 3409188 w 3665410"/>
                  <a:gd name="GluePoint22Y" fmla="*/ 546926 h 2985611"/>
                  <a:gd name="GluePoint23X" fmla="*/ 3464243 w 3665410"/>
                  <a:gd name="GluePoint23Y" fmla="*/ 347663 h 2985611"/>
                  <a:gd name="GluePoint24X" fmla="*/ 3665411 w 3665410"/>
                  <a:gd name="GluePoint24Y" fmla="*/ 0 h 298561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</a:cxnLst>
                <a:rect l="textAreaLeft" t="textAreaTop" r="textAreaRight" b="textAreaBottom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5" name="Freeform: Shape 2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1937240" y="6677640"/>
                <a:ext cx="254520" cy="177480"/>
              </a:xfrm>
              <a:custGeom>
                <a:avLst/>
                <a:gdLst>
                  <a:gd name="textAreaLeft" fmla="*/ 0 w 254520"/>
                  <a:gd name="textAreaRight" fmla="*/ 254880 w 254520"/>
                  <a:gd name="textAreaTop" fmla="*/ 0 h 177480"/>
                  <a:gd name="textAreaBottom" fmla="*/ 177840 h 177480"/>
                  <a:gd name="GluePoint1X" fmla="*/ 0 w 285940"/>
                  <a:gd name="GluePoint1Y" fmla="*/ 199073 h 199072"/>
                  <a:gd name="GluePoint2X" fmla="*/ 285940 w 285940"/>
                  <a:gd name="GluePoint2Y" fmla="*/ 0 h 19907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6" name="Freeform: Shape 2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1583360" y="6516720"/>
                <a:ext cx="583920" cy="340200"/>
              </a:xfrm>
              <a:custGeom>
                <a:avLst/>
                <a:gdLst>
                  <a:gd name="textAreaLeft" fmla="*/ 0 w 583920"/>
                  <a:gd name="textAreaRight" fmla="*/ 584280 w 583920"/>
                  <a:gd name="textAreaTop" fmla="*/ 0 h 340200"/>
                  <a:gd name="textAreaBottom" fmla="*/ 340560 h 340200"/>
                  <a:gd name="GluePoint1X" fmla="*/ 0 w 655796"/>
                  <a:gd name="GluePoint1Y" fmla="*/ 381190 h 381190"/>
                  <a:gd name="GluePoint2X" fmla="*/ 655796 w 655796"/>
                  <a:gd name="GluePoint2Y" fmla="*/ 0 h 3811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7" name="Freeform: Shape 3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588600" y="5460480"/>
                <a:ext cx="2589840" cy="1380240"/>
              </a:xfrm>
              <a:custGeom>
                <a:avLst/>
                <a:gdLst>
                  <a:gd name="textAreaLeft" fmla="*/ 0 w 2589840"/>
                  <a:gd name="textAreaRight" fmla="*/ 2590200 w 2589840"/>
                  <a:gd name="textAreaTop" fmla="*/ 0 h 1380240"/>
                  <a:gd name="textAreaBottom" fmla="*/ 1380600 h 1380240"/>
                  <a:gd name="GluePoint1X" fmla="*/ 0 w 2907315"/>
                  <a:gd name="GluePoint1Y" fmla="*/ 1544764 h 1544764"/>
                  <a:gd name="GluePoint2X" fmla="*/ 201644 w 2907315"/>
                  <a:gd name="GluePoint2Y" fmla="*/ 1352550 h 1544764"/>
                  <a:gd name="GluePoint3X" fmla="*/ 423196 w 2907315"/>
                  <a:gd name="GluePoint3Y" fmla="*/ 1196054 h 1544764"/>
                  <a:gd name="GluePoint4X" fmla="*/ 782193 w 2907315"/>
                  <a:gd name="GluePoint4Y" fmla="*/ 1099947 h 1544764"/>
                  <a:gd name="GluePoint5X" fmla="*/ 1052513 w 2907315"/>
                  <a:gd name="GluePoint5Y" fmla="*/ 1042321 h 1544764"/>
                  <a:gd name="GluePoint6X" fmla="*/ 1311783 w 2907315"/>
                  <a:gd name="GluePoint6Y" fmla="*/ 1056037 h 1544764"/>
                  <a:gd name="GluePoint7X" fmla="*/ 1484662 w 2907315"/>
                  <a:gd name="GluePoint7Y" fmla="*/ 1083469 h 1544764"/>
                  <a:gd name="GluePoint8X" fmla="*/ 1788224 w 2907315"/>
                  <a:gd name="GluePoint8Y" fmla="*/ 1023080 h 1544764"/>
                  <a:gd name="GluePoint9X" fmla="*/ 2269045 w 2907315"/>
                  <a:gd name="GluePoint9Y" fmla="*/ 734758 h 1544764"/>
                  <a:gd name="GluePoint10X" fmla="*/ 2534984 w 2907315"/>
                  <a:gd name="GluePoint10Y" fmla="*/ 572738 h 1544764"/>
                  <a:gd name="GluePoint11X" fmla="*/ 2907316 w 2907315"/>
                  <a:gd name="GluePoint11Y" fmla="*/ 0 h 154476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8" name="Freeform: Shape 3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369360" y="5113080"/>
                <a:ext cx="2822040" cy="1744560"/>
              </a:xfrm>
              <a:custGeom>
                <a:avLst/>
                <a:gdLst>
                  <a:gd name="textAreaLeft" fmla="*/ 0 w 2822040"/>
                  <a:gd name="textAreaRight" fmla="*/ 2822400 w 2822040"/>
                  <a:gd name="textAreaTop" fmla="*/ 0 h 1744560"/>
                  <a:gd name="textAreaBottom" fmla="*/ 1744920 h 1744560"/>
                  <a:gd name="GluePoint1X" fmla="*/ 0 w 3168300"/>
                  <a:gd name="GluePoint1Y" fmla="*/ 1952435 h 1952434"/>
                  <a:gd name="GluePoint2X" fmla="*/ 202121 w 3168300"/>
                  <a:gd name="GluePoint2Y" fmla="*/ 1687068 h 1952434"/>
                  <a:gd name="GluePoint3X" fmla="*/ 545116 w 3168300"/>
                  <a:gd name="GluePoint3Y" fmla="*/ 1450277 h 1952434"/>
                  <a:gd name="GluePoint4X" fmla="*/ 906780 w 3168300"/>
                  <a:gd name="GluePoint4Y" fmla="*/ 1354455 h 1952434"/>
                  <a:gd name="GluePoint5X" fmla="*/ 1332262 w 3168300"/>
                  <a:gd name="GluePoint5Y" fmla="*/ 1285304 h 1952434"/>
                  <a:gd name="GluePoint6X" fmla="*/ 1691259 w 3168300"/>
                  <a:gd name="GluePoint6Y" fmla="*/ 1240060 h 1952434"/>
                  <a:gd name="GluePoint7X" fmla="*/ 2010346 w 3168300"/>
                  <a:gd name="GluePoint7Y" fmla="*/ 1141667 h 1952434"/>
                  <a:gd name="GluePoint8X" fmla="*/ 2393252 w 3168300"/>
                  <a:gd name="GluePoint8Y" fmla="*/ 1027271 h 1952434"/>
                  <a:gd name="GluePoint9X" fmla="*/ 2582037 w 3168300"/>
                  <a:gd name="GluePoint9Y" fmla="*/ 958120 h 1952434"/>
                  <a:gd name="GluePoint10X" fmla="*/ 2760155 w 3168300"/>
                  <a:gd name="GluePoint10Y" fmla="*/ 827723 h 1952434"/>
                  <a:gd name="GluePoint11X" fmla="*/ 2914364 w 3168300"/>
                  <a:gd name="GluePoint11Y" fmla="*/ 567023 h 1952434"/>
                  <a:gd name="GluePoint12X" fmla="*/ 3168301 w 3168300"/>
                  <a:gd name="GluePoint12Y" fmla="*/ 0 h 195243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</a:cxnLst>
                <a:rect l="textAreaLeft" t="textAreaTop" r="textAreaRight" b="textAreaBottom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9" name="Freeform: Shape 3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188280" y="4664160"/>
                <a:ext cx="2990160" cy="2190960"/>
              </a:xfrm>
              <a:custGeom>
                <a:avLst/>
                <a:gdLst>
                  <a:gd name="textAreaLeft" fmla="*/ 0 w 2990160"/>
                  <a:gd name="textAreaRight" fmla="*/ 2990520 w 2990160"/>
                  <a:gd name="textAreaTop" fmla="*/ 0 h 2190960"/>
                  <a:gd name="textAreaBottom" fmla="*/ 2191320 h 2190960"/>
                  <a:gd name="GluePoint1X" fmla="*/ 0 w 3356800"/>
                  <a:gd name="GluePoint1Y" fmla="*/ 2452021 h 2452020"/>
                  <a:gd name="GluePoint2X" fmla="*/ 130874 w 3356800"/>
                  <a:gd name="GluePoint2Y" fmla="*/ 2247710 h 2452020"/>
                  <a:gd name="GluePoint3X" fmla="*/ 437197 w 3356800"/>
                  <a:gd name="GluePoint3Y" fmla="*/ 1941195 h 2452020"/>
                  <a:gd name="GluePoint4X" fmla="*/ 737140 w 3356800"/>
                  <a:gd name="GluePoint4Y" fmla="*/ 1736884 h 2452020"/>
                  <a:gd name="GluePoint5X" fmla="*/ 1031843 w 3356800"/>
                  <a:gd name="GluePoint5Y" fmla="*/ 1685068 h 2452020"/>
                  <a:gd name="GluePoint6X" fmla="*/ 1287304 w 3356800"/>
                  <a:gd name="GluePoint6Y" fmla="*/ 1655826 h 2452020"/>
                  <a:gd name="GluePoint7X" fmla="*/ 1471994 w 3356800"/>
                  <a:gd name="GluePoint7Y" fmla="*/ 1634300 h 2452020"/>
                  <a:gd name="GluePoint8X" fmla="*/ 1898237 w 3356800"/>
                  <a:gd name="GluePoint8Y" fmla="*/ 1512665 h 2452020"/>
                  <a:gd name="GluePoint9X" fmla="*/ 2229136 w 3356800"/>
                  <a:gd name="GluePoint9Y" fmla="*/ 1355598 h 2452020"/>
                  <a:gd name="GluePoint10X" fmla="*/ 2512314 w 3356800"/>
                  <a:gd name="GluePoint10Y" fmla="*/ 1238631 h 2452020"/>
                  <a:gd name="GluePoint11X" fmla="*/ 2758535 w 3356800"/>
                  <a:gd name="GluePoint11Y" fmla="*/ 1096994 h 2452020"/>
                  <a:gd name="GluePoint12X" fmla="*/ 2935510 w 3356800"/>
                  <a:gd name="GluePoint12Y" fmla="*/ 919925 h 2452020"/>
                  <a:gd name="GluePoint13X" fmla="*/ 3081719 w 3356800"/>
                  <a:gd name="GluePoint13Y" fmla="*/ 687419 h 2452020"/>
                  <a:gd name="GluePoint14X" fmla="*/ 3356800 w 3356800"/>
                  <a:gd name="GluePoint14Y" fmla="*/ 0 h 245202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</a:cxnLst>
                <a:rect l="textAreaLeft" t="textAreaTop" r="textAreaRight" b="textAreaBottom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0" name="Freeform: Shap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80" y="5197320"/>
              <a:ext cx="4211280" cy="1660320"/>
            </a:xfrm>
            <a:custGeom>
              <a:avLst/>
              <a:gdLst>
                <a:gd name="textAreaLeft" fmla="*/ 0 w 4211280"/>
                <a:gd name="textAreaRight" fmla="*/ 4211640 w 4211280"/>
                <a:gd name="textAreaTop" fmla="*/ 0 h 1660320"/>
                <a:gd name="textAreaBottom" fmla="*/ 1660680 h 1660320"/>
                <a:gd name="GluePoint1X" fmla="*/ 4211600 w 4211600"/>
                <a:gd name="GluePoint1Y" fmla="*/ 0 h 1660822"/>
                <a:gd name="GluePoint2X" fmla="*/ 4211600 w 4211600"/>
                <a:gd name="GluePoint2Y" fmla="*/ 58430 h 1660822"/>
                <a:gd name="GluePoint3X" fmla="*/ 4136524 w 4211600"/>
                <a:gd name="GluePoint3Y" fmla="*/ 208808 h 1660822"/>
                <a:gd name="GluePoint4X" fmla="*/ 3973354 w 4211600"/>
                <a:gd name="GluePoint4Y" fmla="*/ 437313 h 1660822"/>
                <a:gd name="GluePoint5X" fmla="*/ 3884746 w 4211600"/>
                <a:gd name="GluePoint5Y" fmla="*/ 553613 h 1660822"/>
                <a:gd name="GluePoint6X" fmla="*/ 3849435 w 4211600"/>
                <a:gd name="GluePoint6Y" fmla="*/ 603143 h 1660822"/>
                <a:gd name="GluePoint7X" fmla="*/ 3661849 w 4211600"/>
                <a:gd name="GluePoint7Y" fmla="*/ 819075 h 1660822"/>
                <a:gd name="GluePoint8X" fmla="*/ 3402589 w 4211600"/>
                <a:gd name="GluePoint8Y" fmla="*/ 952996 h 1660822"/>
                <a:gd name="GluePoint9X" fmla="*/ 3130202 w 4211600"/>
                <a:gd name="GluePoint9Y" fmla="*/ 1023386 h 1660822"/>
                <a:gd name="GluePoint10X" fmla="*/ 2914657 w 4211600"/>
                <a:gd name="GluePoint10Y" fmla="*/ 1068058 h 1660822"/>
                <a:gd name="GluePoint11X" fmla="*/ 2582149 w 4211600"/>
                <a:gd name="GluePoint11Y" fmla="*/ 1138924 h 1660822"/>
                <a:gd name="GluePoint12X" fmla="*/ 2483958 w 4211600"/>
                <a:gd name="GluePoint12Y" fmla="*/ 1162356 h 1660822"/>
                <a:gd name="GluePoint13X" fmla="*/ 2123750 w 4211600"/>
                <a:gd name="GluePoint13Y" fmla="*/ 1238651 h 1660822"/>
                <a:gd name="GluePoint14X" fmla="*/ 1761444 w 4211600"/>
                <a:gd name="GluePoint14Y" fmla="*/ 1273417 h 1660822"/>
                <a:gd name="GluePoint15X" fmla="*/ 1608382 w 4211600"/>
                <a:gd name="GluePoint15Y" fmla="*/ 1284466 h 1660822"/>
                <a:gd name="GluePoint16X" fmla="*/ 999942 w 4211600"/>
                <a:gd name="GluePoint16Y" fmla="*/ 1354284 h 1660822"/>
                <a:gd name="GluePoint17X" fmla="*/ 484705 w 4211600"/>
                <a:gd name="GluePoint17Y" fmla="*/ 1450487 h 1660822"/>
                <a:gd name="GluePoint18X" fmla="*/ 113310 w 4211600"/>
                <a:gd name="GluePoint18Y" fmla="*/ 1613700 h 1660822"/>
                <a:gd name="GluePoint19X" fmla="*/ 39668 w 4211600"/>
                <a:gd name="GluePoint19Y" fmla="*/ 1660822 h 1660822"/>
                <a:gd name="GluePoint20X" fmla="*/ 0 w 4211600"/>
                <a:gd name="GluePoint20Y" fmla="*/ 1660822 h 1660822"/>
                <a:gd name="GluePoint21X" fmla="*/ 96701 w 4211600"/>
                <a:gd name="GluePoint21Y" fmla="*/ 1598934 h 1660822"/>
                <a:gd name="GluePoint22X" fmla="*/ 474335 w 4211600"/>
                <a:gd name="GluePoint22Y" fmla="*/ 1433056 h 1660822"/>
                <a:gd name="GluePoint23X" fmla="*/ 994299 w 4211600"/>
                <a:gd name="GluePoint23Y" fmla="*/ 1335806 h 1660822"/>
                <a:gd name="GluePoint24X" fmla="*/ 1605231 w 4211600"/>
                <a:gd name="GluePoint24Y" fmla="*/ 1265702 h 1660822"/>
                <a:gd name="GluePoint25X" fmla="*/ 1758819 w 4211600"/>
                <a:gd name="GluePoint25Y" fmla="*/ 1254558 h 1660822"/>
                <a:gd name="GluePoint26X" fmla="*/ 2118106 w 4211600"/>
                <a:gd name="GluePoint26Y" fmla="*/ 1220077 h 1660822"/>
                <a:gd name="GluePoint27X" fmla="*/ 2475557 w 4211600"/>
                <a:gd name="GluePoint27Y" fmla="*/ 1144353 h 1660822"/>
                <a:gd name="GluePoint28X" fmla="*/ 2573878 w 4211600"/>
                <a:gd name="GluePoint28Y" fmla="*/ 1120827 h 1660822"/>
                <a:gd name="GluePoint29X" fmla="*/ 2907437 w 4211600"/>
                <a:gd name="GluePoint29Y" fmla="*/ 1049675 h 1660822"/>
                <a:gd name="GluePoint30X" fmla="*/ 3122589 w 4211600"/>
                <a:gd name="GluePoint30Y" fmla="*/ 1005098 h 1660822"/>
                <a:gd name="GluePoint31X" fmla="*/ 3391169 w 4211600"/>
                <a:gd name="GluePoint31Y" fmla="*/ 935756 h 1660822"/>
                <a:gd name="GluePoint32X" fmla="*/ 3642290 w 4211600"/>
                <a:gd name="GluePoint32Y" fmla="*/ 806216 h 1660822"/>
                <a:gd name="GluePoint33X" fmla="*/ 3825937 w 4211600"/>
                <a:gd name="GluePoint33Y" fmla="*/ 594475 h 1660822"/>
                <a:gd name="GluePoint34X" fmla="*/ 3861381 w 4211600"/>
                <a:gd name="GluePoint34Y" fmla="*/ 544755 h 1660822"/>
                <a:gd name="GluePoint35X" fmla="*/ 3950381 w 4211600"/>
                <a:gd name="GluePoint35Y" fmla="*/ 427978 h 1660822"/>
                <a:gd name="GluePoint36X" fmla="*/ 4112370 w 4211600"/>
                <a:gd name="GluePoint36Y" fmla="*/ 201378 h 1660822"/>
                <a:gd name="GluePoint37X" fmla="*/ 4195989 w 4211600"/>
                <a:gd name="GluePoint37Y" fmla="*/ 33834 h 16608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</a:cxnLst>
              <a:rect l="textAreaLeft" t="textAreaTop" r="textAreaRight" b="textAreaBottom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Преимущества и недостатки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Плюсы</a:t>
            </a:r>
            <a:endParaRPr lang="ru-RU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7162fe"/>
              </a:buClr>
              <a:buFont typeface="Avenir Next LT Pro"/>
              <a:buChar char="+"/>
            </a:pPr>
            <a:r>
              <a:rPr lang="ru-RU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Возможность введения 2FA и альтернативных методов авторизации</a:t>
            </a:r>
            <a:endParaRPr lang="ru-RU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7162fe"/>
              </a:buClr>
              <a:buFont typeface="Avenir Next LT Pro"/>
              <a:buChar char="+"/>
            </a:pPr>
            <a:r>
              <a:rPr lang="ru-RU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Возможность авторизации пользователя без прямого доступа к базе данных</a:t>
            </a:r>
            <a:endParaRPr lang="ru-RU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7162fe"/>
              </a:buClr>
              <a:buFont typeface="Avenir Next LT Pro"/>
              <a:buChar char="+"/>
            </a:pPr>
            <a:r>
              <a:rPr lang="ru-RU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Масштабируемость</a:t>
            </a:r>
            <a:endParaRPr lang="ru-RU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4"/>
          <p:cNvSpPr>
            <a:spLocks noGrp="1"/>
          </p:cNvSpPr>
          <p:nvPr>
            <p:ph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1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Минусы</a:t>
            </a:r>
            <a:endParaRPr lang="ru-RU" sz="24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5"/>
          <p:cNvSpPr>
            <a:spLocks noGrp="1"/>
          </p:cNvSpPr>
          <p:nvPr>
            <p:ph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7162fe"/>
              </a:buClr>
              <a:buFont typeface="Avenir Next LT Pro"/>
              <a:buChar char="+"/>
            </a:pPr>
            <a:r>
              <a:rPr lang="ru-RU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Сервер авторизации (SSO) является единой точкой отказа. Необходимо резервирование сервиса.</a:t>
            </a:r>
            <a:endParaRPr lang="ru-RU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6" name="Rectangle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venirNext LT Pro Medium"/>
            </a:endParaRPr>
          </a:p>
        </p:txBody>
      </p:sp>
      <p:sp>
        <p:nvSpPr>
          <p:cNvPr id="357" name="Rectangle 4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venirNext LT Pro Medium"/>
            </a:endParaRPr>
          </a:p>
        </p:txBody>
      </p:sp>
      <p:sp>
        <p:nvSpPr>
          <p:cNvPr id="358" name="PlaceHolder 1"/>
          <p:cNvSpPr>
            <a:spLocks noGrp="1"/>
          </p:cNvSpPr>
          <p:nvPr>
            <p:ph type="title"/>
          </p:nvPr>
        </p:nvSpPr>
        <p:spPr>
          <a:xfrm>
            <a:off x="1198080" y="559800"/>
            <a:ext cx="4813920" cy="166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Технические особенности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2"/>
          <p:cNvSpPr>
            <a:spLocks noGrp="1"/>
          </p:cNvSpPr>
          <p:nvPr>
            <p:ph/>
          </p:nvPr>
        </p:nvSpPr>
        <p:spPr>
          <a:xfrm>
            <a:off x="1197360" y="2384640"/>
            <a:ext cx="4813920" cy="447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7162fe"/>
              </a:buClr>
              <a:buFont typeface="Avenir Next LT Pro"/>
              <a:buChar char="+"/>
            </a:pPr>
            <a:r>
              <a:rPr lang="ru-RU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Соединение с сервером авторизации, а также с API выполняется по безопасному протоколу HTTPs, что исключает перехват чувствительной информации. Пароли в базе данных не хранятся в открытом виде, доступен только SHA-256 хеш. Канал связи с сервером СУБД также шифруется. Каждое событие в системе логируется. Есть возможность увидеть, с какой учётной записью возникла проблема.</a:t>
            </a:r>
            <a:endParaRPr lang="ru-RU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360" name="Top lef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800" y="-2880"/>
            <a:ext cx="2198520" cy="3348720"/>
            <a:chOff x="10800" y="-2880"/>
            <a:chExt cx="2198520" cy="3348720"/>
          </a:xfrm>
        </p:grpSpPr>
        <p:sp>
          <p:nvSpPr>
            <p:cNvPr id="361" name="Freeform: Shape 4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693000" y="-2880"/>
              <a:ext cx="1325880" cy="597240"/>
            </a:xfrm>
            <a:custGeom>
              <a:avLst/>
              <a:gdLst>
                <a:gd name="textAreaLeft" fmla="*/ 0 w 1325880"/>
                <a:gd name="textAreaRight" fmla="*/ 1326240 w 1325880"/>
                <a:gd name="textAreaTop" fmla="*/ 0 h 597240"/>
                <a:gd name="textAreaBottom" fmla="*/ 597600 h 597240"/>
                <a:gd name="GluePoint1X" fmla="*/ 741051 w 1482102"/>
                <a:gd name="GluePoint1Y" fmla="*/ 0 h 679363"/>
                <a:gd name="GluePoint2X" fmla="*/ 1473822 w 1482102"/>
                <a:gd name="GluePoint2Y" fmla="*/ 597226 h 679363"/>
                <a:gd name="GluePoint3X" fmla="*/ 1482102 w 1482102"/>
                <a:gd name="GluePoint3Y" fmla="*/ 679363 h 679363"/>
                <a:gd name="GluePoint4X" fmla="*/ 0 w 1482102"/>
                <a:gd name="GluePoint4Y" fmla="*/ 679363 h 679363"/>
                <a:gd name="GluePoint5X" fmla="*/ 8280 w 1482102"/>
                <a:gd name="GluePoint5Y" fmla="*/ 597226 h 679363"/>
                <a:gd name="GluePoint6X" fmla="*/ 741051 w 1482102"/>
                <a:gd name="GluePoint6Y" fmla="*/ 0 h 67936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venirNext LT Pro Medium"/>
              </a:endParaRPr>
            </a:p>
          </p:txBody>
        </p:sp>
        <p:sp>
          <p:nvSpPr>
            <p:cNvPr id="362" name="Freeform: Shape 4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9440" y="15120"/>
              <a:ext cx="2189880" cy="3330720"/>
            </a:xfrm>
            <a:custGeom>
              <a:avLst/>
              <a:gdLst>
                <a:gd name="textAreaLeft" fmla="*/ 0 w 2189880"/>
                <a:gd name="textAreaRight" fmla="*/ 2190240 w 2189880"/>
                <a:gd name="textAreaTop" fmla="*/ 0 h 3330720"/>
                <a:gd name="textAreaBottom" fmla="*/ 3331080 h 3330720"/>
                <a:gd name="GluePoint1X" fmla="*/ 0 w 3296088"/>
                <a:gd name="GluePoint1Y" fmla="*/ 5012722 h 5012722"/>
                <a:gd name="GluePoint2X" fmla="*/ 244031 w 3296088"/>
                <a:gd name="GluePoint2Y" fmla="*/ 4820222 h 5012722"/>
                <a:gd name="GluePoint3X" fmla="*/ 729234 w 3296088"/>
                <a:gd name="GluePoint3Y" fmla="*/ 4360641 h 5012722"/>
                <a:gd name="GluePoint4X" fmla="*/ 881444 w 3296088"/>
                <a:gd name="GluePoint4Y" fmla="*/ 4173950 h 5012722"/>
                <a:gd name="GluePoint5X" fmla="*/ 1151287 w 3296088"/>
                <a:gd name="GluePoint5Y" fmla="*/ 3972877 h 5012722"/>
                <a:gd name="GluePoint6X" fmla="*/ 1498664 w 3296088"/>
                <a:gd name="GluePoint6Y" fmla="*/ 3786188 h 5012722"/>
                <a:gd name="GluePoint7X" fmla="*/ 1716881 w 3296088"/>
                <a:gd name="GluePoint7Y" fmla="*/ 3674174 h 5012722"/>
                <a:gd name="GluePoint8X" fmla="*/ 1913573 w 3296088"/>
                <a:gd name="GluePoint8Y" fmla="*/ 3477387 h 5012722"/>
                <a:gd name="GluePoint9X" fmla="*/ 2167700 w 3296088"/>
                <a:gd name="GluePoint9Y" fmla="*/ 3042190 h 5012722"/>
                <a:gd name="GluePoint10X" fmla="*/ 2273903 w 3296088"/>
                <a:gd name="GluePoint10Y" fmla="*/ 2775014 h 5012722"/>
                <a:gd name="GluePoint11X" fmla="*/ 2463356 w 3296088"/>
                <a:gd name="GluePoint11Y" fmla="*/ 2335530 h 5012722"/>
                <a:gd name="GluePoint12X" fmla="*/ 2741866 w 3296088"/>
                <a:gd name="GluePoint12Y" fmla="*/ 1982248 h 5012722"/>
                <a:gd name="GluePoint13X" fmla="*/ 2985897 w 3296088"/>
                <a:gd name="GluePoint13Y" fmla="*/ 1634681 h 5012722"/>
                <a:gd name="GluePoint14X" fmla="*/ 3212687 w 3296088"/>
                <a:gd name="GluePoint14Y" fmla="*/ 1226820 h 5012722"/>
                <a:gd name="GluePoint15X" fmla="*/ 3281553 w 3296088"/>
                <a:gd name="GluePoint15Y" fmla="*/ 959644 h 5012722"/>
                <a:gd name="GluePoint16X" fmla="*/ 3295936 w 3296088"/>
                <a:gd name="GluePoint16Y" fmla="*/ 701135 h 5012722"/>
                <a:gd name="GluePoint17X" fmla="*/ 3267266 w 3296088"/>
                <a:gd name="GluePoint17Y" fmla="*/ 436817 h 5012722"/>
                <a:gd name="GluePoint18X" fmla="*/ 3105341 w 3296088"/>
                <a:gd name="GluePoint18Y" fmla="*/ 0 h 50127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3" name="Freeform: Shape 4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00" y="15120"/>
              <a:ext cx="1978200" cy="3074760"/>
            </a:xfrm>
            <a:custGeom>
              <a:avLst/>
              <a:gdLst>
                <a:gd name="textAreaLeft" fmla="*/ 0 w 1978200"/>
                <a:gd name="textAreaRight" fmla="*/ 1978560 w 1978200"/>
                <a:gd name="textAreaTop" fmla="*/ 0 h 3074760"/>
                <a:gd name="textAreaBottom" fmla="*/ 3075120 h 3074760"/>
                <a:gd name="GluePoint1X" fmla="*/ 0 w 2977477"/>
                <a:gd name="GluePoint1Y" fmla="*/ 4627150 h 4627149"/>
                <a:gd name="GluePoint2X" fmla="*/ 275082 w 2977477"/>
                <a:gd name="GluePoint2Y" fmla="*/ 4341590 h 4627149"/>
                <a:gd name="GluePoint3X" fmla="*/ 502825 w 2977477"/>
                <a:gd name="GluePoint3Y" fmla="*/ 4054126 h 4627149"/>
                <a:gd name="GluePoint4X" fmla="*/ 666179 w 2977477"/>
                <a:gd name="GluePoint4Y" fmla="*/ 3890677 h 4627149"/>
                <a:gd name="GluePoint5X" fmla="*/ 864203 w 2977477"/>
                <a:gd name="GluePoint5Y" fmla="*/ 3675983 h 4627149"/>
                <a:gd name="GluePoint6X" fmla="*/ 982599 w 2977477"/>
                <a:gd name="GluePoint6Y" fmla="*/ 3557492 h 4627149"/>
                <a:gd name="GluePoint7X" fmla="*/ 1188244 w 2977477"/>
                <a:gd name="GluePoint7Y" fmla="*/ 3329654 h 4627149"/>
                <a:gd name="GluePoint8X" fmla="*/ 1344740 w 2977477"/>
                <a:gd name="GluePoint8Y" fmla="*/ 3146774 h 4627149"/>
                <a:gd name="GluePoint9X" fmla="*/ 1470755 w 2977477"/>
                <a:gd name="GluePoint9Y" fmla="*/ 2984659 h 4627149"/>
                <a:gd name="GluePoint10X" fmla="*/ 1657636 w 2977477"/>
                <a:gd name="GluePoint10Y" fmla="*/ 2670239 h 4627149"/>
                <a:gd name="GluePoint11X" fmla="*/ 1762887 w 2977477"/>
                <a:gd name="GluePoint11Y" fmla="*/ 2473547 h 4627149"/>
                <a:gd name="GluePoint12X" fmla="*/ 1866710 w 2977477"/>
                <a:gd name="GluePoint12Y" fmla="*/ 2290667 h 4627149"/>
                <a:gd name="GluePoint13X" fmla="*/ 2106263 w 2977477"/>
                <a:gd name="GluePoint13Y" fmla="*/ 2030254 h 4627149"/>
                <a:gd name="GluePoint14X" fmla="*/ 2277237 w 2977477"/>
                <a:gd name="GluePoint14Y" fmla="*/ 1859185 h 4627149"/>
                <a:gd name="GluePoint15X" fmla="*/ 2499455 w 2977477"/>
                <a:gd name="GluePoint15Y" fmla="*/ 1656207 h 4627149"/>
                <a:gd name="GluePoint16X" fmla="*/ 2707100 w 2977477"/>
                <a:gd name="GluePoint16Y" fmla="*/ 1390269 h 4627149"/>
                <a:gd name="GluePoint17X" fmla="*/ 2812352 w 2977477"/>
                <a:gd name="GluePoint17Y" fmla="*/ 1230916 h 4627149"/>
                <a:gd name="GluePoint18X" fmla="*/ 2898172 w 2977477"/>
                <a:gd name="GluePoint18Y" fmla="*/ 1036987 h 4627149"/>
                <a:gd name="GluePoint19X" fmla="*/ 2963228 w 2977477"/>
                <a:gd name="GluePoint19Y" fmla="*/ 850011 h 4627149"/>
                <a:gd name="GluePoint20X" fmla="*/ 2977325 w 2977477"/>
                <a:gd name="GluePoint20Y" fmla="*/ 745427 h 4627149"/>
                <a:gd name="GluePoint21X" fmla="*/ 2929509 w 2977477"/>
                <a:gd name="GluePoint21Y" fmla="*/ 480155 h 4627149"/>
                <a:gd name="GluePoint22X" fmla="*/ 2563082 w 2977477"/>
                <a:gd name="GluePoint22Y" fmla="*/ 0 h 462714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textAreaLeft" t="textAreaTop" r="textAreaRight" b="textAreaBottom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4" name="Freeform: Shape 4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5200" y="15120"/>
              <a:ext cx="1565640" cy="2737080"/>
            </a:xfrm>
            <a:custGeom>
              <a:avLst/>
              <a:gdLst>
                <a:gd name="textAreaLeft" fmla="*/ 0 w 1565640"/>
                <a:gd name="textAreaRight" fmla="*/ 1566000 w 1565640"/>
                <a:gd name="textAreaTop" fmla="*/ 0 h 2737080"/>
                <a:gd name="textAreaBottom" fmla="*/ 2737440 h 2737080"/>
                <a:gd name="GluePoint1X" fmla="*/ 1707071 w 2356712"/>
                <a:gd name="GluePoint1Y" fmla="*/ 0 h 4118991"/>
                <a:gd name="GluePoint2X" fmla="*/ 1824514 w 2356712"/>
                <a:gd name="GluePoint2Y" fmla="*/ 244697 h 4118991"/>
                <a:gd name="GluePoint3X" fmla="*/ 1908715 w 2356712"/>
                <a:gd name="GluePoint3Y" fmla="*/ 328994 h 4118991"/>
                <a:gd name="GluePoint4X" fmla="*/ 2226469 w 2356712"/>
                <a:gd name="GluePoint4Y" fmla="*/ 603695 h 4118991"/>
                <a:gd name="GluePoint5X" fmla="*/ 2355628 w 2356712"/>
                <a:gd name="GluePoint5Y" fmla="*/ 900494 h 4118991"/>
                <a:gd name="GluePoint6X" fmla="*/ 2281428 w 2356712"/>
                <a:gd name="GluePoint6Y" fmla="*/ 1206913 h 4118991"/>
                <a:gd name="GluePoint7X" fmla="*/ 2092452 w 2356712"/>
                <a:gd name="GluePoint7Y" fmla="*/ 1460659 h 4118991"/>
                <a:gd name="GluePoint8X" fmla="*/ 1834039 w 2356712"/>
                <a:gd name="GluePoint8Y" fmla="*/ 1625822 h 4118991"/>
                <a:gd name="GluePoint9X" fmla="*/ 1558862 w 2356712"/>
                <a:gd name="GluePoint9Y" fmla="*/ 1743075 h 4118991"/>
                <a:gd name="GluePoint10X" fmla="*/ 1386554 w 2356712"/>
                <a:gd name="GluePoint10Y" fmla="*/ 1869948 h 4118991"/>
                <a:gd name="GluePoint11X" fmla="*/ 1271683 w 2356712"/>
                <a:gd name="GluePoint11Y" fmla="*/ 2073402 h 4118991"/>
                <a:gd name="GluePoint12X" fmla="*/ 1178338 w 2356712"/>
                <a:gd name="GluePoint12Y" fmla="*/ 2355914 h 4118991"/>
                <a:gd name="GluePoint13X" fmla="*/ 1113758 w 2356712"/>
                <a:gd name="GluePoint13Y" fmla="*/ 2578513 h 4118991"/>
                <a:gd name="GluePoint14X" fmla="*/ 1034796 w 2356712"/>
                <a:gd name="GluePoint14Y" fmla="*/ 2834640 h 4118991"/>
                <a:gd name="GluePoint15X" fmla="*/ 905637 w 2356712"/>
                <a:gd name="GluePoint15Y" fmla="*/ 3081242 h 4118991"/>
                <a:gd name="GluePoint16X" fmla="*/ 793147 w 2356712"/>
                <a:gd name="GluePoint16Y" fmla="*/ 3258407 h 4118991"/>
                <a:gd name="GluePoint17X" fmla="*/ 546735 w 2356712"/>
                <a:gd name="GluePoint17Y" fmla="*/ 3571970 h 4118991"/>
                <a:gd name="GluePoint18X" fmla="*/ 346996 w 2356712"/>
                <a:gd name="GluePoint18Y" fmla="*/ 3771900 h 4118991"/>
                <a:gd name="GluePoint19X" fmla="*/ 174689 w 2356712"/>
                <a:gd name="GluePoint19Y" fmla="*/ 3944207 h 4118991"/>
                <a:gd name="GluePoint20X" fmla="*/ 0 w 2356712"/>
                <a:gd name="GluePoint20Y" fmla="*/ 4118991 h 411899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5" name="Freeform: Shape 4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00" y="15120"/>
              <a:ext cx="1368000" cy="2644560"/>
            </a:xfrm>
            <a:custGeom>
              <a:avLst/>
              <a:gdLst>
                <a:gd name="textAreaLeft" fmla="*/ 0 w 1368000"/>
                <a:gd name="textAreaRight" fmla="*/ 1368360 w 1368000"/>
                <a:gd name="textAreaTop" fmla="*/ 0 h 2644560"/>
                <a:gd name="textAreaBottom" fmla="*/ 2644920 h 2644560"/>
                <a:gd name="GluePoint1X" fmla="*/ 0 w 2059193"/>
                <a:gd name="GluePoint1Y" fmla="*/ 3980116 h 3980116"/>
                <a:gd name="GluePoint2X" fmla="*/ 471583 w 2059193"/>
                <a:gd name="GluePoint2Y" fmla="*/ 3515678 h 3980116"/>
                <a:gd name="GluePoint3X" fmla="*/ 758666 w 2059193"/>
                <a:gd name="GluePoint3Y" fmla="*/ 3163824 h 3980116"/>
                <a:gd name="GluePoint4X" fmla="*/ 940499 w 2059193"/>
                <a:gd name="GluePoint4Y" fmla="*/ 2780824 h 3980116"/>
                <a:gd name="GluePoint5X" fmla="*/ 1055370 w 2059193"/>
                <a:gd name="GluePoint5Y" fmla="*/ 2242185 h 3980116"/>
                <a:gd name="GluePoint6X" fmla="*/ 1136714 w 2059193"/>
                <a:gd name="GluePoint6Y" fmla="*/ 1878330 h 3980116"/>
                <a:gd name="GluePoint7X" fmla="*/ 1246727 w 2059193"/>
                <a:gd name="GluePoint7Y" fmla="*/ 1562386 h 3980116"/>
                <a:gd name="GluePoint8X" fmla="*/ 1378363 w 2059193"/>
                <a:gd name="GluePoint8Y" fmla="*/ 1430750 h 3980116"/>
                <a:gd name="GluePoint9X" fmla="*/ 1691831 w 2059193"/>
                <a:gd name="GluePoint9Y" fmla="*/ 1394841 h 3980116"/>
                <a:gd name="GluePoint10X" fmla="*/ 1914335 w 2059193"/>
                <a:gd name="GluePoint10Y" fmla="*/ 1323023 h 3980116"/>
                <a:gd name="GluePoint11X" fmla="*/ 2055495 w 2059193"/>
                <a:gd name="GluePoint11Y" fmla="*/ 1098042 h 3980116"/>
                <a:gd name="GluePoint12X" fmla="*/ 2033969 w 2059193"/>
                <a:gd name="GluePoint12Y" fmla="*/ 930497 h 3980116"/>
                <a:gd name="GluePoint13X" fmla="*/ 1885664 w 2059193"/>
                <a:gd name="GluePoint13Y" fmla="*/ 760571 h 3980116"/>
                <a:gd name="GluePoint14X" fmla="*/ 1636871 w 2059193"/>
                <a:gd name="GluePoint14Y" fmla="*/ 612172 h 3980116"/>
                <a:gd name="GluePoint15X" fmla="*/ 1335405 w 2059193"/>
                <a:gd name="GluePoint15Y" fmla="*/ 459010 h 3980116"/>
                <a:gd name="GluePoint16X" fmla="*/ 1234916 w 2059193"/>
                <a:gd name="GluePoint16Y" fmla="*/ 269939 h 3980116"/>
                <a:gd name="GluePoint17X" fmla="*/ 1386935 w 2059193"/>
                <a:gd name="GluePoint17Y" fmla="*/ 0 h 39801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6" name="Freeform: Shape 5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8720" y="543960"/>
              <a:ext cx="493920" cy="19051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0 h 1905120"/>
                <a:gd name="textAreaBottom" fmla="*/ 1905480 h 1905120"/>
                <a:gd name="GluePoint1X" fmla="*/ 11144 w 743796"/>
                <a:gd name="GluePoint1Y" fmla="*/ 0 h 2867501"/>
                <a:gd name="GluePoint2X" fmla="*/ 353663 w 743796"/>
                <a:gd name="GluePoint2Y" fmla="*/ 55245 h 2867501"/>
                <a:gd name="GluePoint3X" fmla="*/ 571405 w 743796"/>
                <a:gd name="GluePoint3Y" fmla="*/ 179737 h 2867501"/>
                <a:gd name="GluePoint4X" fmla="*/ 688658 w 743796"/>
                <a:gd name="GluePoint4Y" fmla="*/ 368808 h 2867501"/>
                <a:gd name="GluePoint5X" fmla="*/ 731711 w 743796"/>
                <a:gd name="GluePoint5Y" fmla="*/ 612934 h 2867501"/>
                <a:gd name="GluePoint6X" fmla="*/ 725233 w 743796"/>
                <a:gd name="GluePoint6Y" fmla="*/ 995648 h 2867501"/>
                <a:gd name="GluePoint7X" fmla="*/ 742855 w 743796"/>
                <a:gd name="GluePoint7Y" fmla="*/ 1499330 h 2867501"/>
                <a:gd name="GluePoint8X" fmla="*/ 707898 w 743796"/>
                <a:gd name="GluePoint8Y" fmla="*/ 1793081 h 2867501"/>
                <a:gd name="GluePoint9X" fmla="*/ 633222 w 743796"/>
                <a:gd name="GluePoint9Y" fmla="*/ 2073592 h 2867501"/>
                <a:gd name="GluePoint10X" fmla="*/ 404527 w 743796"/>
                <a:gd name="GluePoint10Y" fmla="*/ 2472404 h 2867501"/>
                <a:gd name="GluePoint11X" fmla="*/ 0 w 743796"/>
                <a:gd name="GluePoint11Y" fmla="*/ 2867501 h 286750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7" name="Freeform: Shape 5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00" y="672120"/>
              <a:ext cx="396720" cy="1689840"/>
            </a:xfrm>
            <a:custGeom>
              <a:avLst/>
              <a:gdLst>
                <a:gd name="textAreaLeft" fmla="*/ 0 w 396720"/>
                <a:gd name="textAreaRight" fmla="*/ 397080 w 396720"/>
                <a:gd name="textAreaTop" fmla="*/ 0 h 1689840"/>
                <a:gd name="textAreaBottom" fmla="*/ 1690200 h 1689840"/>
                <a:gd name="GluePoint1X" fmla="*/ 16478 w 597294"/>
                <a:gd name="GluePoint1Y" fmla="*/ 2079 h 2543540"/>
                <a:gd name="GluePoint2X" fmla="*/ 299847 w 597294"/>
                <a:gd name="GluePoint2Y" fmla="*/ 53991 h 2543540"/>
                <a:gd name="GluePoint3X" fmla="*/ 503206 w 597294"/>
                <a:gd name="GluePoint3Y" fmla="*/ 291354 h 2543540"/>
                <a:gd name="GluePoint4X" fmla="*/ 525113 w 597294"/>
                <a:gd name="GluePoint4Y" fmla="*/ 724265 h 2543540"/>
                <a:gd name="GluePoint5X" fmla="*/ 578930 w 597294"/>
                <a:gd name="GluePoint5Y" fmla="*/ 1117267 h 2543540"/>
                <a:gd name="GluePoint6X" fmla="*/ 592931 w 597294"/>
                <a:gd name="GluePoint6Y" fmla="*/ 1476359 h 2543540"/>
                <a:gd name="GluePoint7X" fmla="*/ 503206 w 597294"/>
                <a:gd name="GluePoint7Y" fmla="*/ 1859359 h 2543540"/>
                <a:gd name="GluePoint8X" fmla="*/ 291846 w 597294"/>
                <a:gd name="GluePoint8Y" fmla="*/ 2250361 h 2543540"/>
                <a:gd name="GluePoint9X" fmla="*/ 0 w 597294"/>
                <a:gd name="GluePoint9Y" fmla="*/ 2543540 h 25435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8" name="Freeform: Shape 5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040" y="881280"/>
              <a:ext cx="258480" cy="1336320"/>
            </a:xfrm>
            <a:custGeom>
              <a:avLst/>
              <a:gdLst>
                <a:gd name="textAreaLeft" fmla="*/ 0 w 258480"/>
                <a:gd name="textAreaRight" fmla="*/ 258840 w 258480"/>
                <a:gd name="textAreaTop" fmla="*/ 0 h 1336320"/>
                <a:gd name="textAreaBottom" fmla="*/ 1336680 h 1336320"/>
                <a:gd name="GluePoint1X" fmla="*/ 0 w 389425"/>
                <a:gd name="GluePoint1Y" fmla="*/ 33 h 2011236"/>
                <a:gd name="GluePoint2X" fmla="*/ 171260 w 389425"/>
                <a:gd name="GluePoint2Y" fmla="*/ 60326 h 2011236"/>
                <a:gd name="GluePoint3X" fmla="*/ 211455 w 389425"/>
                <a:gd name="GluePoint3Y" fmla="*/ 221204 h 2011236"/>
                <a:gd name="GluePoint4X" fmla="*/ 243078 w 389425"/>
                <a:gd name="GluePoint4Y" fmla="*/ 448089 h 2011236"/>
                <a:gd name="GluePoint5X" fmla="*/ 346424 w 389425"/>
                <a:gd name="GluePoint5Y" fmla="*/ 789941 h 2011236"/>
                <a:gd name="GluePoint6X" fmla="*/ 372237 w 389425"/>
                <a:gd name="GluePoint6Y" fmla="*/ 942151 h 2011236"/>
                <a:gd name="GluePoint7X" fmla="*/ 386620 w 389425"/>
                <a:gd name="GluePoint7Y" fmla="*/ 1272478 h 2011236"/>
                <a:gd name="GluePoint8X" fmla="*/ 280416 w 389425"/>
                <a:gd name="GluePoint8Y" fmla="*/ 1660241 h 2011236"/>
                <a:gd name="GluePoint9X" fmla="*/ 151257 w 389425"/>
                <a:gd name="GluePoint9Y" fmla="*/ 1844073 h 2011236"/>
                <a:gd name="GluePoint10X" fmla="*/ 1905 w 389425"/>
                <a:gd name="GluePoint10Y" fmla="*/ 2011237 h 20112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369" name="Рисунок 6" descr="Picture background"/>
          <p:cNvPicPr/>
          <p:nvPr/>
        </p:nvPicPr>
        <p:blipFill>
          <a:blip r:embed="rId1"/>
          <a:srcRect l="0" t="0" r="2" b="11621"/>
          <a:stretch/>
        </p:blipFill>
        <p:spPr>
          <a:xfrm>
            <a:off x="6666120" y="978480"/>
            <a:ext cx="4781880" cy="237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0" name="Рисунок 7" descr="Picture background"/>
          <p:cNvPicPr/>
          <p:nvPr/>
        </p:nvPicPr>
        <p:blipFill>
          <a:blip r:embed="rId2"/>
          <a:srcRect l="0" t="0" r="3" b="11622"/>
          <a:stretch/>
        </p:blipFill>
        <p:spPr>
          <a:xfrm>
            <a:off x="6666120" y="3489840"/>
            <a:ext cx="4781880" cy="2377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71" name="Bottom Righ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980480" y="3276720"/>
            <a:ext cx="4211280" cy="3580920"/>
            <a:chOff x="7980480" y="3276720"/>
            <a:chExt cx="4211280" cy="3580920"/>
          </a:xfrm>
        </p:grpSpPr>
        <p:sp>
          <p:nvSpPr>
            <p:cNvPr id="372" name="Freeform: Shape 5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439280" y="6178680"/>
              <a:ext cx="1481760" cy="678960"/>
            </a:xfrm>
            <a:custGeom>
              <a:avLst/>
              <a:gdLst>
                <a:gd name="textAreaLeft" fmla="*/ 0 w 1481760"/>
                <a:gd name="textAreaRight" fmla="*/ 1482120 w 1481760"/>
                <a:gd name="textAreaTop" fmla="*/ 0 h 678960"/>
                <a:gd name="textAreaBottom" fmla="*/ 679320 h 678960"/>
                <a:gd name="GluePoint1X" fmla="*/ 741051 w 1482102"/>
                <a:gd name="GluePoint1Y" fmla="*/ 0 h 679363"/>
                <a:gd name="GluePoint2X" fmla="*/ 1473822 w 1482102"/>
                <a:gd name="GluePoint2Y" fmla="*/ 597226 h 679363"/>
                <a:gd name="GluePoint3X" fmla="*/ 1482102 w 1482102"/>
                <a:gd name="GluePoint3Y" fmla="*/ 679363 h 679363"/>
                <a:gd name="GluePoint4X" fmla="*/ 0 w 1482102"/>
                <a:gd name="GluePoint4Y" fmla="*/ 679363 h 679363"/>
                <a:gd name="GluePoint5X" fmla="*/ 8280 w 1482102"/>
                <a:gd name="GluePoint5Y" fmla="*/ 597226 h 679363"/>
                <a:gd name="GluePoint6X" fmla="*/ 741051 w 1482102"/>
                <a:gd name="GluePoint6Y" fmla="*/ 0 h 67936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venirNext LT Pro Medium"/>
              </a:endParaRPr>
            </a:p>
          </p:txBody>
        </p:sp>
        <p:grpSp>
          <p:nvGrpSpPr>
            <p:cNvPr id="373" name="Graphic 15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680" y="3276720"/>
              <a:ext cx="3529080" cy="3580920"/>
              <a:chOff x="8662680" y="3276720"/>
              <a:chExt cx="3529080" cy="3580920"/>
            </a:xfrm>
          </p:grpSpPr>
          <p:sp>
            <p:nvSpPr>
              <p:cNvPr id="374" name="Freeform: Shape 5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662680" y="3276720"/>
                <a:ext cx="3515760" cy="3565080"/>
              </a:xfrm>
              <a:custGeom>
                <a:avLst/>
                <a:gdLst>
                  <a:gd name="textAreaLeft" fmla="*/ 0 w 3515760"/>
                  <a:gd name="textAreaRight" fmla="*/ 3516120 w 3515760"/>
                  <a:gd name="textAreaTop" fmla="*/ 0 h 3565080"/>
                  <a:gd name="textAreaBottom" fmla="*/ 3565440 h 3565080"/>
                  <a:gd name="GluePoint1X" fmla="*/ 0 w 3946874"/>
                  <a:gd name="GluePoint1Y" fmla="*/ 3989641 h 3989641"/>
                  <a:gd name="GluePoint2X" fmla="*/ 79439 w 3946874"/>
                  <a:gd name="GluePoint2Y" fmla="*/ 3891153 h 3989641"/>
                  <a:gd name="GluePoint3X" fmla="*/ 297371 w 3946874"/>
                  <a:gd name="GluePoint3Y" fmla="*/ 3626930 h 3989641"/>
                  <a:gd name="GluePoint4X" fmla="*/ 454343 w 3946874"/>
                  <a:gd name="GluePoint4Y" fmla="*/ 3440335 h 3989641"/>
                  <a:gd name="GluePoint5X" fmla="*/ 622363 w 3946874"/>
                  <a:gd name="GluePoint5Y" fmla="*/ 3290697 h 3989641"/>
                  <a:gd name="GluePoint6X" fmla="*/ 927068 w 3946874"/>
                  <a:gd name="GluePoint6Y" fmla="*/ 3087434 h 3989641"/>
                  <a:gd name="GluePoint7X" fmla="*/ 1176338 w 3946874"/>
                  <a:gd name="GluePoint7Y" fmla="*/ 2915603 h 3989641"/>
                  <a:gd name="GluePoint8X" fmla="*/ 1394270 w 3946874"/>
                  <a:gd name="GluePoint8Y" fmla="*/ 2780729 h 3989641"/>
                  <a:gd name="GluePoint9X" fmla="*/ 1601057 w 3946874"/>
                  <a:gd name="GluePoint9Y" fmla="*/ 2723483 h 3989641"/>
                  <a:gd name="GluePoint10X" fmla="*/ 1756220 w 3946874"/>
                  <a:gd name="GluePoint10Y" fmla="*/ 2743772 h 3989641"/>
                  <a:gd name="GluePoint11X" fmla="*/ 1889189 w 3946874"/>
                  <a:gd name="GluePoint11Y" fmla="*/ 2765965 h 3989641"/>
                  <a:gd name="GluePoint12X" fmla="*/ 2007394 w 3946874"/>
                  <a:gd name="GluePoint12Y" fmla="*/ 2765965 h 3989641"/>
                  <a:gd name="GluePoint13X" fmla="*/ 2184654 w 3946874"/>
                  <a:gd name="GluePoint13Y" fmla="*/ 2671763 h 3989641"/>
                  <a:gd name="GluePoint14X" fmla="*/ 2372773 w 3946874"/>
                  <a:gd name="GluePoint14Y" fmla="*/ 2538984 h 3989641"/>
                  <a:gd name="GluePoint15X" fmla="*/ 2439543 w 3946874"/>
                  <a:gd name="GluePoint15Y" fmla="*/ 2510504 h 3989641"/>
                  <a:gd name="GluePoint16X" fmla="*/ 2650617 w 3946874"/>
                  <a:gd name="GluePoint16Y" fmla="*/ 2434781 h 3989641"/>
                  <a:gd name="GluePoint17X" fmla="*/ 2785110 w 3946874"/>
                  <a:gd name="GluePoint17Y" fmla="*/ 2383060 h 3989641"/>
                  <a:gd name="GluePoint18X" fmla="*/ 2897315 w 3946874"/>
                  <a:gd name="GluePoint18Y" fmla="*/ 2318861 h 3989641"/>
                  <a:gd name="GluePoint19X" fmla="*/ 2997994 w 3946874"/>
                  <a:gd name="GluePoint19Y" fmla="*/ 2226183 h 3989641"/>
                  <a:gd name="GluePoint20X" fmla="*/ 3061240 w 3946874"/>
                  <a:gd name="GluePoint20Y" fmla="*/ 2141506 h 3989641"/>
                  <a:gd name="GluePoint21X" fmla="*/ 3152108 w 3946874"/>
                  <a:gd name="GluePoint21Y" fmla="*/ 2005203 h 3989641"/>
                  <a:gd name="GluePoint22X" fmla="*/ 3274124 w 3946874"/>
                  <a:gd name="GluePoint22Y" fmla="*/ 1871567 h 3989641"/>
                  <a:gd name="GluePoint23X" fmla="*/ 3388138 w 3946874"/>
                  <a:gd name="GluePoint23Y" fmla="*/ 1770888 h 3989641"/>
                  <a:gd name="GluePoint24X" fmla="*/ 3466529 w 3946874"/>
                  <a:gd name="GluePoint24Y" fmla="*/ 1679162 h 3989641"/>
                  <a:gd name="GluePoint25X" fmla="*/ 3538633 w 3946874"/>
                  <a:gd name="GluePoint25Y" fmla="*/ 1551718 h 3989641"/>
                  <a:gd name="GluePoint26X" fmla="*/ 3588544 w 3946874"/>
                  <a:gd name="GluePoint26Y" fmla="*/ 1376172 h 3989641"/>
                  <a:gd name="GluePoint27X" fmla="*/ 3597402 w 3946874"/>
                  <a:gd name="GluePoint27Y" fmla="*/ 1293305 h 3989641"/>
                  <a:gd name="GluePoint28X" fmla="*/ 3721227 w 3946874"/>
                  <a:gd name="GluePoint28Y" fmla="*/ 880491 h 3989641"/>
                  <a:gd name="GluePoint29X" fmla="*/ 3761137 w 3946874"/>
                  <a:gd name="GluePoint29Y" fmla="*/ 463677 h 3989641"/>
                  <a:gd name="GluePoint30X" fmla="*/ 3946874 w 3946874"/>
                  <a:gd name="GluePoint30Y" fmla="*/ 0 h 398964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</a:cxnLst>
                <a:rect l="textAreaLeft" t="textAreaTop" r="textAreaRight" b="textAreaBottom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5" name="Freeform: Shape 5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913240" y="4186080"/>
                <a:ext cx="3265200" cy="2667600"/>
              </a:xfrm>
              <a:custGeom>
                <a:avLst/>
                <a:gdLst>
                  <a:gd name="textAreaLeft" fmla="*/ 0 w 3265200"/>
                  <a:gd name="textAreaRight" fmla="*/ 3265560 w 3265200"/>
                  <a:gd name="textAreaTop" fmla="*/ 0 h 2667600"/>
                  <a:gd name="textAreaBottom" fmla="*/ 2667960 h 2667600"/>
                  <a:gd name="GluePoint1X" fmla="*/ 0 w 3665410"/>
                  <a:gd name="GluePoint1Y" fmla="*/ 2985611 h 2985611"/>
                  <a:gd name="GluePoint2X" fmla="*/ 166211 w 3665410"/>
                  <a:gd name="GluePoint2Y" fmla="*/ 2699766 h 2985611"/>
                  <a:gd name="GluePoint3X" fmla="*/ 397002 w 3665410"/>
                  <a:gd name="GluePoint3Y" fmla="*/ 2414969 h 2985611"/>
                  <a:gd name="GluePoint4X" fmla="*/ 620173 w 3665410"/>
                  <a:gd name="GluePoint4Y" fmla="*/ 2237899 h 2985611"/>
                  <a:gd name="GluePoint5X" fmla="*/ 823341 w 3665410"/>
                  <a:gd name="GluePoint5Y" fmla="*/ 2085499 h 2985611"/>
                  <a:gd name="GluePoint6X" fmla="*/ 1089565 w 3665410"/>
                  <a:gd name="GluePoint6Y" fmla="*/ 1911477 h 2985611"/>
                  <a:gd name="GluePoint7X" fmla="*/ 1145000 w 3665410"/>
                  <a:gd name="GluePoint7Y" fmla="*/ 1886807 h 2985611"/>
                  <a:gd name="GluePoint8X" fmla="*/ 1375791 w 3665410"/>
                  <a:gd name="GluePoint8Y" fmla="*/ 1842135 h 2985611"/>
                  <a:gd name="GluePoint9X" fmla="*/ 1486567 w 3665410"/>
                  <a:gd name="GluePoint9Y" fmla="*/ 1857566 h 2985611"/>
                  <a:gd name="GluePoint10X" fmla="*/ 1568101 w 3665410"/>
                  <a:gd name="GluePoint10Y" fmla="*/ 1871377 h 2985611"/>
                  <a:gd name="GluePoint11X" fmla="*/ 1810607 w 3665410"/>
                  <a:gd name="GluePoint11Y" fmla="*/ 1871377 h 2985611"/>
                  <a:gd name="GluePoint12X" fmla="*/ 1997964 w 3665410"/>
                  <a:gd name="GluePoint12Y" fmla="*/ 1790605 h 2985611"/>
                  <a:gd name="GluePoint13X" fmla="*/ 2109883 w 3665410"/>
                  <a:gd name="GluePoint13Y" fmla="*/ 1702784 h 2985611"/>
                  <a:gd name="GluePoint14X" fmla="*/ 2321433 w 3665410"/>
                  <a:gd name="GluePoint14Y" fmla="*/ 1552384 h 2985611"/>
                  <a:gd name="GluePoint15X" fmla="*/ 2558891 w 3665410"/>
                  <a:gd name="GluePoint15Y" fmla="*/ 1453420 h 2985611"/>
                  <a:gd name="GluePoint16X" fmla="*/ 2709767 w 3665410"/>
                  <a:gd name="GluePoint16Y" fmla="*/ 1377887 h 2985611"/>
                  <a:gd name="GluePoint17X" fmla="*/ 2885408 w 3665410"/>
                  <a:gd name="GluePoint17Y" fmla="*/ 1237393 h 2985611"/>
                  <a:gd name="GluePoint18X" fmla="*/ 3017711 w 3665410"/>
                  <a:gd name="GluePoint18Y" fmla="*/ 1072229 h 2985611"/>
                  <a:gd name="GluePoint19X" fmla="*/ 3150680 w 3665410"/>
                  <a:gd name="GluePoint19Y" fmla="*/ 921830 h 2985611"/>
                  <a:gd name="GluePoint20X" fmla="*/ 3255169 w 3665410"/>
                  <a:gd name="GluePoint20Y" fmla="*/ 801815 h 2985611"/>
                  <a:gd name="GluePoint21X" fmla="*/ 3339275 w 3665410"/>
                  <a:gd name="GluePoint21Y" fmla="*/ 694182 h 2985611"/>
                  <a:gd name="GluePoint22X" fmla="*/ 3409188 w 3665410"/>
                  <a:gd name="GluePoint22Y" fmla="*/ 546926 h 2985611"/>
                  <a:gd name="GluePoint23X" fmla="*/ 3464243 w 3665410"/>
                  <a:gd name="GluePoint23Y" fmla="*/ 347663 h 2985611"/>
                  <a:gd name="GluePoint24X" fmla="*/ 3665411 w 3665410"/>
                  <a:gd name="GluePoint24Y" fmla="*/ 0 h 298561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</a:cxnLst>
                <a:rect l="textAreaLeft" t="textAreaTop" r="textAreaRight" b="textAreaBottom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6" name="Freeform: Shape 6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1937240" y="6677640"/>
                <a:ext cx="254520" cy="177480"/>
              </a:xfrm>
              <a:custGeom>
                <a:avLst/>
                <a:gdLst>
                  <a:gd name="textAreaLeft" fmla="*/ 0 w 254520"/>
                  <a:gd name="textAreaRight" fmla="*/ 254880 w 254520"/>
                  <a:gd name="textAreaTop" fmla="*/ 0 h 177480"/>
                  <a:gd name="textAreaBottom" fmla="*/ 177840 h 177480"/>
                  <a:gd name="GluePoint1X" fmla="*/ 0 w 285940"/>
                  <a:gd name="GluePoint1Y" fmla="*/ 199073 h 199072"/>
                  <a:gd name="GluePoint2X" fmla="*/ 285940 w 285940"/>
                  <a:gd name="GluePoint2Y" fmla="*/ 0 h 19907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7" name="Freeform: Shape 6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1583360" y="6516720"/>
                <a:ext cx="583920" cy="340200"/>
              </a:xfrm>
              <a:custGeom>
                <a:avLst/>
                <a:gdLst>
                  <a:gd name="textAreaLeft" fmla="*/ 0 w 583920"/>
                  <a:gd name="textAreaRight" fmla="*/ 584280 w 583920"/>
                  <a:gd name="textAreaTop" fmla="*/ 0 h 340200"/>
                  <a:gd name="textAreaBottom" fmla="*/ 340560 h 340200"/>
                  <a:gd name="GluePoint1X" fmla="*/ 0 w 655796"/>
                  <a:gd name="GluePoint1Y" fmla="*/ 381190 h 381190"/>
                  <a:gd name="GluePoint2X" fmla="*/ 655796 w 655796"/>
                  <a:gd name="GluePoint2Y" fmla="*/ 0 h 3811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8" name="Freeform: Shape 6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588600" y="5460480"/>
                <a:ext cx="2589840" cy="1380240"/>
              </a:xfrm>
              <a:custGeom>
                <a:avLst/>
                <a:gdLst>
                  <a:gd name="textAreaLeft" fmla="*/ 0 w 2589840"/>
                  <a:gd name="textAreaRight" fmla="*/ 2590200 w 2589840"/>
                  <a:gd name="textAreaTop" fmla="*/ 0 h 1380240"/>
                  <a:gd name="textAreaBottom" fmla="*/ 1380600 h 1380240"/>
                  <a:gd name="GluePoint1X" fmla="*/ 0 w 2907315"/>
                  <a:gd name="GluePoint1Y" fmla="*/ 1544764 h 1544764"/>
                  <a:gd name="GluePoint2X" fmla="*/ 201644 w 2907315"/>
                  <a:gd name="GluePoint2Y" fmla="*/ 1352550 h 1544764"/>
                  <a:gd name="GluePoint3X" fmla="*/ 423196 w 2907315"/>
                  <a:gd name="GluePoint3Y" fmla="*/ 1196054 h 1544764"/>
                  <a:gd name="GluePoint4X" fmla="*/ 782193 w 2907315"/>
                  <a:gd name="GluePoint4Y" fmla="*/ 1099947 h 1544764"/>
                  <a:gd name="GluePoint5X" fmla="*/ 1052513 w 2907315"/>
                  <a:gd name="GluePoint5Y" fmla="*/ 1042321 h 1544764"/>
                  <a:gd name="GluePoint6X" fmla="*/ 1311783 w 2907315"/>
                  <a:gd name="GluePoint6Y" fmla="*/ 1056037 h 1544764"/>
                  <a:gd name="GluePoint7X" fmla="*/ 1484662 w 2907315"/>
                  <a:gd name="GluePoint7Y" fmla="*/ 1083469 h 1544764"/>
                  <a:gd name="GluePoint8X" fmla="*/ 1788224 w 2907315"/>
                  <a:gd name="GluePoint8Y" fmla="*/ 1023080 h 1544764"/>
                  <a:gd name="GluePoint9X" fmla="*/ 2269045 w 2907315"/>
                  <a:gd name="GluePoint9Y" fmla="*/ 734758 h 1544764"/>
                  <a:gd name="GluePoint10X" fmla="*/ 2534984 w 2907315"/>
                  <a:gd name="GluePoint10Y" fmla="*/ 572738 h 1544764"/>
                  <a:gd name="GluePoint11X" fmla="*/ 2907316 w 2907315"/>
                  <a:gd name="GluePoint11Y" fmla="*/ 0 h 154476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9" name="Freeform: Shape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369360" y="5113080"/>
                <a:ext cx="2822040" cy="1744560"/>
              </a:xfrm>
              <a:custGeom>
                <a:avLst/>
                <a:gdLst>
                  <a:gd name="textAreaLeft" fmla="*/ 0 w 2822040"/>
                  <a:gd name="textAreaRight" fmla="*/ 2822400 w 2822040"/>
                  <a:gd name="textAreaTop" fmla="*/ 0 h 1744560"/>
                  <a:gd name="textAreaBottom" fmla="*/ 1744920 h 1744560"/>
                  <a:gd name="GluePoint1X" fmla="*/ 0 w 3168300"/>
                  <a:gd name="GluePoint1Y" fmla="*/ 1952435 h 1952434"/>
                  <a:gd name="GluePoint2X" fmla="*/ 202121 w 3168300"/>
                  <a:gd name="GluePoint2Y" fmla="*/ 1687068 h 1952434"/>
                  <a:gd name="GluePoint3X" fmla="*/ 545116 w 3168300"/>
                  <a:gd name="GluePoint3Y" fmla="*/ 1450277 h 1952434"/>
                  <a:gd name="GluePoint4X" fmla="*/ 906780 w 3168300"/>
                  <a:gd name="GluePoint4Y" fmla="*/ 1354455 h 1952434"/>
                  <a:gd name="GluePoint5X" fmla="*/ 1332262 w 3168300"/>
                  <a:gd name="GluePoint5Y" fmla="*/ 1285304 h 1952434"/>
                  <a:gd name="GluePoint6X" fmla="*/ 1691259 w 3168300"/>
                  <a:gd name="GluePoint6Y" fmla="*/ 1240060 h 1952434"/>
                  <a:gd name="GluePoint7X" fmla="*/ 2010346 w 3168300"/>
                  <a:gd name="GluePoint7Y" fmla="*/ 1141667 h 1952434"/>
                  <a:gd name="GluePoint8X" fmla="*/ 2393252 w 3168300"/>
                  <a:gd name="GluePoint8Y" fmla="*/ 1027271 h 1952434"/>
                  <a:gd name="GluePoint9X" fmla="*/ 2582037 w 3168300"/>
                  <a:gd name="GluePoint9Y" fmla="*/ 958120 h 1952434"/>
                  <a:gd name="GluePoint10X" fmla="*/ 2760155 w 3168300"/>
                  <a:gd name="GluePoint10Y" fmla="*/ 827723 h 1952434"/>
                  <a:gd name="GluePoint11X" fmla="*/ 2914364 w 3168300"/>
                  <a:gd name="GluePoint11Y" fmla="*/ 567023 h 1952434"/>
                  <a:gd name="GluePoint12X" fmla="*/ 3168301 w 3168300"/>
                  <a:gd name="GluePoint12Y" fmla="*/ 0 h 195243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</a:cxnLst>
                <a:rect l="textAreaLeft" t="textAreaTop" r="textAreaRight" b="textAreaBottom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0" name="Freeform: Shape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188280" y="4664160"/>
                <a:ext cx="2990160" cy="2190960"/>
              </a:xfrm>
              <a:custGeom>
                <a:avLst/>
                <a:gdLst>
                  <a:gd name="textAreaLeft" fmla="*/ 0 w 2990160"/>
                  <a:gd name="textAreaRight" fmla="*/ 2990520 w 2990160"/>
                  <a:gd name="textAreaTop" fmla="*/ 0 h 2190960"/>
                  <a:gd name="textAreaBottom" fmla="*/ 2191320 h 2190960"/>
                  <a:gd name="GluePoint1X" fmla="*/ 0 w 3356800"/>
                  <a:gd name="GluePoint1Y" fmla="*/ 2452021 h 2452020"/>
                  <a:gd name="GluePoint2X" fmla="*/ 130874 w 3356800"/>
                  <a:gd name="GluePoint2Y" fmla="*/ 2247710 h 2452020"/>
                  <a:gd name="GluePoint3X" fmla="*/ 437197 w 3356800"/>
                  <a:gd name="GluePoint3Y" fmla="*/ 1941195 h 2452020"/>
                  <a:gd name="GluePoint4X" fmla="*/ 737140 w 3356800"/>
                  <a:gd name="GluePoint4Y" fmla="*/ 1736884 h 2452020"/>
                  <a:gd name="GluePoint5X" fmla="*/ 1031843 w 3356800"/>
                  <a:gd name="GluePoint5Y" fmla="*/ 1685068 h 2452020"/>
                  <a:gd name="GluePoint6X" fmla="*/ 1287304 w 3356800"/>
                  <a:gd name="GluePoint6Y" fmla="*/ 1655826 h 2452020"/>
                  <a:gd name="GluePoint7X" fmla="*/ 1471994 w 3356800"/>
                  <a:gd name="GluePoint7Y" fmla="*/ 1634300 h 2452020"/>
                  <a:gd name="GluePoint8X" fmla="*/ 1898237 w 3356800"/>
                  <a:gd name="GluePoint8Y" fmla="*/ 1512665 h 2452020"/>
                  <a:gd name="GluePoint9X" fmla="*/ 2229136 w 3356800"/>
                  <a:gd name="GluePoint9Y" fmla="*/ 1355598 h 2452020"/>
                  <a:gd name="GluePoint10X" fmla="*/ 2512314 w 3356800"/>
                  <a:gd name="GluePoint10Y" fmla="*/ 1238631 h 2452020"/>
                  <a:gd name="GluePoint11X" fmla="*/ 2758535 w 3356800"/>
                  <a:gd name="GluePoint11Y" fmla="*/ 1096994 h 2452020"/>
                  <a:gd name="GluePoint12X" fmla="*/ 2935510 w 3356800"/>
                  <a:gd name="GluePoint12Y" fmla="*/ 919925 h 2452020"/>
                  <a:gd name="GluePoint13X" fmla="*/ 3081719 w 3356800"/>
                  <a:gd name="GluePoint13Y" fmla="*/ 687419 h 2452020"/>
                  <a:gd name="GluePoint14X" fmla="*/ 3356800 w 3356800"/>
                  <a:gd name="GluePoint14Y" fmla="*/ 0 h 245202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</a:cxnLst>
                <a:rect l="textAreaLeft" t="textAreaTop" r="textAreaRight" b="textAreaBottom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81" name="Freeform: Shape 5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80" y="5197320"/>
              <a:ext cx="4211280" cy="1660320"/>
            </a:xfrm>
            <a:custGeom>
              <a:avLst/>
              <a:gdLst>
                <a:gd name="textAreaLeft" fmla="*/ 0 w 4211280"/>
                <a:gd name="textAreaRight" fmla="*/ 4211640 w 4211280"/>
                <a:gd name="textAreaTop" fmla="*/ 0 h 1660320"/>
                <a:gd name="textAreaBottom" fmla="*/ 1660680 h 1660320"/>
                <a:gd name="GluePoint1X" fmla="*/ 4211600 w 4211600"/>
                <a:gd name="GluePoint1Y" fmla="*/ 0 h 1660822"/>
                <a:gd name="GluePoint2X" fmla="*/ 4211600 w 4211600"/>
                <a:gd name="GluePoint2Y" fmla="*/ 58430 h 1660822"/>
                <a:gd name="GluePoint3X" fmla="*/ 4136524 w 4211600"/>
                <a:gd name="GluePoint3Y" fmla="*/ 208808 h 1660822"/>
                <a:gd name="GluePoint4X" fmla="*/ 3973354 w 4211600"/>
                <a:gd name="GluePoint4Y" fmla="*/ 437313 h 1660822"/>
                <a:gd name="GluePoint5X" fmla="*/ 3884746 w 4211600"/>
                <a:gd name="GluePoint5Y" fmla="*/ 553613 h 1660822"/>
                <a:gd name="GluePoint6X" fmla="*/ 3849435 w 4211600"/>
                <a:gd name="GluePoint6Y" fmla="*/ 603143 h 1660822"/>
                <a:gd name="GluePoint7X" fmla="*/ 3661849 w 4211600"/>
                <a:gd name="GluePoint7Y" fmla="*/ 819075 h 1660822"/>
                <a:gd name="GluePoint8X" fmla="*/ 3402589 w 4211600"/>
                <a:gd name="GluePoint8Y" fmla="*/ 952996 h 1660822"/>
                <a:gd name="GluePoint9X" fmla="*/ 3130202 w 4211600"/>
                <a:gd name="GluePoint9Y" fmla="*/ 1023386 h 1660822"/>
                <a:gd name="GluePoint10X" fmla="*/ 2914657 w 4211600"/>
                <a:gd name="GluePoint10Y" fmla="*/ 1068058 h 1660822"/>
                <a:gd name="GluePoint11X" fmla="*/ 2582149 w 4211600"/>
                <a:gd name="GluePoint11Y" fmla="*/ 1138924 h 1660822"/>
                <a:gd name="GluePoint12X" fmla="*/ 2483958 w 4211600"/>
                <a:gd name="GluePoint12Y" fmla="*/ 1162356 h 1660822"/>
                <a:gd name="GluePoint13X" fmla="*/ 2123750 w 4211600"/>
                <a:gd name="GluePoint13Y" fmla="*/ 1238651 h 1660822"/>
                <a:gd name="GluePoint14X" fmla="*/ 1761444 w 4211600"/>
                <a:gd name="GluePoint14Y" fmla="*/ 1273417 h 1660822"/>
                <a:gd name="GluePoint15X" fmla="*/ 1608382 w 4211600"/>
                <a:gd name="GluePoint15Y" fmla="*/ 1284466 h 1660822"/>
                <a:gd name="GluePoint16X" fmla="*/ 999942 w 4211600"/>
                <a:gd name="GluePoint16Y" fmla="*/ 1354284 h 1660822"/>
                <a:gd name="GluePoint17X" fmla="*/ 484705 w 4211600"/>
                <a:gd name="GluePoint17Y" fmla="*/ 1450487 h 1660822"/>
                <a:gd name="GluePoint18X" fmla="*/ 113310 w 4211600"/>
                <a:gd name="GluePoint18Y" fmla="*/ 1613700 h 1660822"/>
                <a:gd name="GluePoint19X" fmla="*/ 39668 w 4211600"/>
                <a:gd name="GluePoint19Y" fmla="*/ 1660822 h 1660822"/>
                <a:gd name="GluePoint20X" fmla="*/ 0 w 4211600"/>
                <a:gd name="GluePoint20Y" fmla="*/ 1660822 h 1660822"/>
                <a:gd name="GluePoint21X" fmla="*/ 96701 w 4211600"/>
                <a:gd name="GluePoint21Y" fmla="*/ 1598934 h 1660822"/>
                <a:gd name="GluePoint22X" fmla="*/ 474335 w 4211600"/>
                <a:gd name="GluePoint22Y" fmla="*/ 1433056 h 1660822"/>
                <a:gd name="GluePoint23X" fmla="*/ 994299 w 4211600"/>
                <a:gd name="GluePoint23Y" fmla="*/ 1335806 h 1660822"/>
                <a:gd name="GluePoint24X" fmla="*/ 1605231 w 4211600"/>
                <a:gd name="GluePoint24Y" fmla="*/ 1265702 h 1660822"/>
                <a:gd name="GluePoint25X" fmla="*/ 1758819 w 4211600"/>
                <a:gd name="GluePoint25Y" fmla="*/ 1254558 h 1660822"/>
                <a:gd name="GluePoint26X" fmla="*/ 2118106 w 4211600"/>
                <a:gd name="GluePoint26Y" fmla="*/ 1220077 h 1660822"/>
                <a:gd name="GluePoint27X" fmla="*/ 2475557 w 4211600"/>
                <a:gd name="GluePoint27Y" fmla="*/ 1144353 h 1660822"/>
                <a:gd name="GluePoint28X" fmla="*/ 2573878 w 4211600"/>
                <a:gd name="GluePoint28Y" fmla="*/ 1120827 h 1660822"/>
                <a:gd name="GluePoint29X" fmla="*/ 2907437 w 4211600"/>
                <a:gd name="GluePoint29Y" fmla="*/ 1049675 h 1660822"/>
                <a:gd name="GluePoint30X" fmla="*/ 3122589 w 4211600"/>
                <a:gd name="GluePoint30Y" fmla="*/ 1005098 h 1660822"/>
                <a:gd name="GluePoint31X" fmla="*/ 3391169 w 4211600"/>
                <a:gd name="GluePoint31Y" fmla="*/ 935756 h 1660822"/>
                <a:gd name="GluePoint32X" fmla="*/ 3642290 w 4211600"/>
                <a:gd name="GluePoint32Y" fmla="*/ 806216 h 1660822"/>
                <a:gd name="GluePoint33X" fmla="*/ 3825937 w 4211600"/>
                <a:gd name="GluePoint33Y" fmla="*/ 594475 h 1660822"/>
                <a:gd name="GluePoint34X" fmla="*/ 3861381 w 4211600"/>
                <a:gd name="GluePoint34Y" fmla="*/ 544755 h 1660822"/>
                <a:gd name="GluePoint35X" fmla="*/ 3950381 w 4211600"/>
                <a:gd name="GluePoint35Y" fmla="*/ 427978 h 1660822"/>
                <a:gd name="GluePoint36X" fmla="*/ 4112370 w 4211600"/>
                <a:gd name="GluePoint36Y" fmla="*/ 201378 h 1660822"/>
                <a:gd name="GluePoint37X" fmla="*/ 4195989 w 4211600"/>
                <a:gd name="GluePoint37Y" fmla="*/ 33834 h 16608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</a:cxnLst>
              <a:rect l="textAreaLeft" t="textAreaTop" r="textAreaRight" b="textAreaBottom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2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venirNext LT Pro Medium"/>
            </a:endParaRPr>
          </a:p>
        </p:txBody>
      </p:sp>
      <p:sp>
        <p:nvSpPr>
          <p:cNvPr id="383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venirNext LT Pro Medium"/>
            </a:endParaRPr>
          </a:p>
        </p:txBody>
      </p:sp>
      <p:grpSp>
        <p:nvGrpSpPr>
          <p:cNvPr id="384" name="Top lef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800" y="-2880"/>
            <a:ext cx="2198520" cy="3348720"/>
            <a:chOff x="10800" y="-2880"/>
            <a:chExt cx="2198520" cy="3348720"/>
          </a:xfrm>
        </p:grpSpPr>
        <p:sp>
          <p:nvSpPr>
            <p:cNvPr id="385" name="Freeform: Shap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693000" y="-2880"/>
              <a:ext cx="1325880" cy="597240"/>
            </a:xfrm>
            <a:custGeom>
              <a:avLst/>
              <a:gdLst>
                <a:gd name="textAreaLeft" fmla="*/ 0 w 1325880"/>
                <a:gd name="textAreaRight" fmla="*/ 1326240 w 1325880"/>
                <a:gd name="textAreaTop" fmla="*/ 0 h 597240"/>
                <a:gd name="textAreaBottom" fmla="*/ 597600 h 597240"/>
                <a:gd name="GluePoint1X" fmla="*/ 741051 w 1482102"/>
                <a:gd name="GluePoint1Y" fmla="*/ 0 h 679363"/>
                <a:gd name="GluePoint2X" fmla="*/ 1473822 w 1482102"/>
                <a:gd name="GluePoint2Y" fmla="*/ 597226 h 679363"/>
                <a:gd name="GluePoint3X" fmla="*/ 1482102 w 1482102"/>
                <a:gd name="GluePoint3Y" fmla="*/ 679363 h 679363"/>
                <a:gd name="GluePoint4X" fmla="*/ 0 w 1482102"/>
                <a:gd name="GluePoint4Y" fmla="*/ 679363 h 679363"/>
                <a:gd name="GluePoint5X" fmla="*/ 8280 w 1482102"/>
                <a:gd name="GluePoint5Y" fmla="*/ 597226 h 679363"/>
                <a:gd name="GluePoint6X" fmla="*/ 741051 w 1482102"/>
                <a:gd name="GluePoint6Y" fmla="*/ 0 h 67936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venirNext LT Pro Medium"/>
              </a:endParaRPr>
            </a:p>
          </p:txBody>
        </p:sp>
        <p:sp>
          <p:nvSpPr>
            <p:cNvPr id="386" name="Freeform: Shape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9440" y="15120"/>
              <a:ext cx="2189880" cy="3330720"/>
            </a:xfrm>
            <a:custGeom>
              <a:avLst/>
              <a:gdLst>
                <a:gd name="textAreaLeft" fmla="*/ 0 w 2189880"/>
                <a:gd name="textAreaRight" fmla="*/ 2190240 w 2189880"/>
                <a:gd name="textAreaTop" fmla="*/ 0 h 3330720"/>
                <a:gd name="textAreaBottom" fmla="*/ 3331080 h 3330720"/>
                <a:gd name="GluePoint1X" fmla="*/ 0 w 3296088"/>
                <a:gd name="GluePoint1Y" fmla="*/ 5012722 h 5012722"/>
                <a:gd name="GluePoint2X" fmla="*/ 244031 w 3296088"/>
                <a:gd name="GluePoint2Y" fmla="*/ 4820222 h 5012722"/>
                <a:gd name="GluePoint3X" fmla="*/ 729234 w 3296088"/>
                <a:gd name="GluePoint3Y" fmla="*/ 4360641 h 5012722"/>
                <a:gd name="GluePoint4X" fmla="*/ 881444 w 3296088"/>
                <a:gd name="GluePoint4Y" fmla="*/ 4173950 h 5012722"/>
                <a:gd name="GluePoint5X" fmla="*/ 1151287 w 3296088"/>
                <a:gd name="GluePoint5Y" fmla="*/ 3972877 h 5012722"/>
                <a:gd name="GluePoint6X" fmla="*/ 1498664 w 3296088"/>
                <a:gd name="GluePoint6Y" fmla="*/ 3786188 h 5012722"/>
                <a:gd name="GluePoint7X" fmla="*/ 1716881 w 3296088"/>
                <a:gd name="GluePoint7Y" fmla="*/ 3674174 h 5012722"/>
                <a:gd name="GluePoint8X" fmla="*/ 1913573 w 3296088"/>
                <a:gd name="GluePoint8Y" fmla="*/ 3477387 h 5012722"/>
                <a:gd name="GluePoint9X" fmla="*/ 2167700 w 3296088"/>
                <a:gd name="GluePoint9Y" fmla="*/ 3042190 h 5012722"/>
                <a:gd name="GluePoint10X" fmla="*/ 2273903 w 3296088"/>
                <a:gd name="GluePoint10Y" fmla="*/ 2775014 h 5012722"/>
                <a:gd name="GluePoint11X" fmla="*/ 2463356 w 3296088"/>
                <a:gd name="GluePoint11Y" fmla="*/ 2335530 h 5012722"/>
                <a:gd name="GluePoint12X" fmla="*/ 2741866 w 3296088"/>
                <a:gd name="GluePoint12Y" fmla="*/ 1982248 h 5012722"/>
                <a:gd name="GluePoint13X" fmla="*/ 2985897 w 3296088"/>
                <a:gd name="GluePoint13Y" fmla="*/ 1634681 h 5012722"/>
                <a:gd name="GluePoint14X" fmla="*/ 3212687 w 3296088"/>
                <a:gd name="GluePoint14Y" fmla="*/ 1226820 h 5012722"/>
                <a:gd name="GluePoint15X" fmla="*/ 3281553 w 3296088"/>
                <a:gd name="GluePoint15Y" fmla="*/ 959644 h 5012722"/>
                <a:gd name="GluePoint16X" fmla="*/ 3295936 w 3296088"/>
                <a:gd name="GluePoint16Y" fmla="*/ 701135 h 5012722"/>
                <a:gd name="GluePoint17X" fmla="*/ 3267266 w 3296088"/>
                <a:gd name="GluePoint17Y" fmla="*/ 436817 h 5012722"/>
                <a:gd name="GluePoint18X" fmla="*/ 3105341 w 3296088"/>
                <a:gd name="GluePoint18Y" fmla="*/ 0 h 50127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7" name="Freeform: Shape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00" y="15120"/>
              <a:ext cx="1978200" cy="3074760"/>
            </a:xfrm>
            <a:custGeom>
              <a:avLst/>
              <a:gdLst>
                <a:gd name="textAreaLeft" fmla="*/ 0 w 1978200"/>
                <a:gd name="textAreaRight" fmla="*/ 1978560 w 1978200"/>
                <a:gd name="textAreaTop" fmla="*/ 0 h 3074760"/>
                <a:gd name="textAreaBottom" fmla="*/ 3075120 h 3074760"/>
                <a:gd name="GluePoint1X" fmla="*/ 0 w 2977477"/>
                <a:gd name="GluePoint1Y" fmla="*/ 4627150 h 4627149"/>
                <a:gd name="GluePoint2X" fmla="*/ 275082 w 2977477"/>
                <a:gd name="GluePoint2Y" fmla="*/ 4341590 h 4627149"/>
                <a:gd name="GluePoint3X" fmla="*/ 502825 w 2977477"/>
                <a:gd name="GluePoint3Y" fmla="*/ 4054126 h 4627149"/>
                <a:gd name="GluePoint4X" fmla="*/ 666179 w 2977477"/>
                <a:gd name="GluePoint4Y" fmla="*/ 3890677 h 4627149"/>
                <a:gd name="GluePoint5X" fmla="*/ 864203 w 2977477"/>
                <a:gd name="GluePoint5Y" fmla="*/ 3675983 h 4627149"/>
                <a:gd name="GluePoint6X" fmla="*/ 982599 w 2977477"/>
                <a:gd name="GluePoint6Y" fmla="*/ 3557492 h 4627149"/>
                <a:gd name="GluePoint7X" fmla="*/ 1188244 w 2977477"/>
                <a:gd name="GluePoint7Y" fmla="*/ 3329654 h 4627149"/>
                <a:gd name="GluePoint8X" fmla="*/ 1344740 w 2977477"/>
                <a:gd name="GluePoint8Y" fmla="*/ 3146774 h 4627149"/>
                <a:gd name="GluePoint9X" fmla="*/ 1470755 w 2977477"/>
                <a:gd name="GluePoint9Y" fmla="*/ 2984659 h 4627149"/>
                <a:gd name="GluePoint10X" fmla="*/ 1657636 w 2977477"/>
                <a:gd name="GluePoint10Y" fmla="*/ 2670239 h 4627149"/>
                <a:gd name="GluePoint11X" fmla="*/ 1762887 w 2977477"/>
                <a:gd name="GluePoint11Y" fmla="*/ 2473547 h 4627149"/>
                <a:gd name="GluePoint12X" fmla="*/ 1866710 w 2977477"/>
                <a:gd name="GluePoint12Y" fmla="*/ 2290667 h 4627149"/>
                <a:gd name="GluePoint13X" fmla="*/ 2106263 w 2977477"/>
                <a:gd name="GluePoint13Y" fmla="*/ 2030254 h 4627149"/>
                <a:gd name="GluePoint14X" fmla="*/ 2277237 w 2977477"/>
                <a:gd name="GluePoint14Y" fmla="*/ 1859185 h 4627149"/>
                <a:gd name="GluePoint15X" fmla="*/ 2499455 w 2977477"/>
                <a:gd name="GluePoint15Y" fmla="*/ 1656207 h 4627149"/>
                <a:gd name="GluePoint16X" fmla="*/ 2707100 w 2977477"/>
                <a:gd name="GluePoint16Y" fmla="*/ 1390269 h 4627149"/>
                <a:gd name="GluePoint17X" fmla="*/ 2812352 w 2977477"/>
                <a:gd name="GluePoint17Y" fmla="*/ 1230916 h 4627149"/>
                <a:gd name="GluePoint18X" fmla="*/ 2898172 w 2977477"/>
                <a:gd name="GluePoint18Y" fmla="*/ 1036987 h 4627149"/>
                <a:gd name="GluePoint19X" fmla="*/ 2963228 w 2977477"/>
                <a:gd name="GluePoint19Y" fmla="*/ 850011 h 4627149"/>
                <a:gd name="GluePoint20X" fmla="*/ 2977325 w 2977477"/>
                <a:gd name="GluePoint20Y" fmla="*/ 745427 h 4627149"/>
                <a:gd name="GluePoint21X" fmla="*/ 2929509 w 2977477"/>
                <a:gd name="GluePoint21Y" fmla="*/ 480155 h 4627149"/>
                <a:gd name="GluePoint22X" fmla="*/ 2563082 w 2977477"/>
                <a:gd name="GluePoint22Y" fmla="*/ 0 h 462714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textAreaLeft" t="textAreaTop" r="textAreaRight" b="textAreaBottom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8" name="Freeform: Shap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5200" y="15120"/>
              <a:ext cx="1565640" cy="2737080"/>
            </a:xfrm>
            <a:custGeom>
              <a:avLst/>
              <a:gdLst>
                <a:gd name="textAreaLeft" fmla="*/ 0 w 1565640"/>
                <a:gd name="textAreaRight" fmla="*/ 1566000 w 1565640"/>
                <a:gd name="textAreaTop" fmla="*/ 0 h 2737080"/>
                <a:gd name="textAreaBottom" fmla="*/ 2737440 h 2737080"/>
                <a:gd name="GluePoint1X" fmla="*/ 1707071 w 2356712"/>
                <a:gd name="GluePoint1Y" fmla="*/ 0 h 4118991"/>
                <a:gd name="GluePoint2X" fmla="*/ 1824514 w 2356712"/>
                <a:gd name="GluePoint2Y" fmla="*/ 244697 h 4118991"/>
                <a:gd name="GluePoint3X" fmla="*/ 1908715 w 2356712"/>
                <a:gd name="GluePoint3Y" fmla="*/ 328994 h 4118991"/>
                <a:gd name="GluePoint4X" fmla="*/ 2226469 w 2356712"/>
                <a:gd name="GluePoint4Y" fmla="*/ 603695 h 4118991"/>
                <a:gd name="GluePoint5X" fmla="*/ 2355628 w 2356712"/>
                <a:gd name="GluePoint5Y" fmla="*/ 900494 h 4118991"/>
                <a:gd name="GluePoint6X" fmla="*/ 2281428 w 2356712"/>
                <a:gd name="GluePoint6Y" fmla="*/ 1206913 h 4118991"/>
                <a:gd name="GluePoint7X" fmla="*/ 2092452 w 2356712"/>
                <a:gd name="GluePoint7Y" fmla="*/ 1460659 h 4118991"/>
                <a:gd name="GluePoint8X" fmla="*/ 1834039 w 2356712"/>
                <a:gd name="GluePoint8Y" fmla="*/ 1625822 h 4118991"/>
                <a:gd name="GluePoint9X" fmla="*/ 1558862 w 2356712"/>
                <a:gd name="GluePoint9Y" fmla="*/ 1743075 h 4118991"/>
                <a:gd name="GluePoint10X" fmla="*/ 1386554 w 2356712"/>
                <a:gd name="GluePoint10Y" fmla="*/ 1869948 h 4118991"/>
                <a:gd name="GluePoint11X" fmla="*/ 1271683 w 2356712"/>
                <a:gd name="GluePoint11Y" fmla="*/ 2073402 h 4118991"/>
                <a:gd name="GluePoint12X" fmla="*/ 1178338 w 2356712"/>
                <a:gd name="GluePoint12Y" fmla="*/ 2355914 h 4118991"/>
                <a:gd name="GluePoint13X" fmla="*/ 1113758 w 2356712"/>
                <a:gd name="GluePoint13Y" fmla="*/ 2578513 h 4118991"/>
                <a:gd name="GluePoint14X" fmla="*/ 1034796 w 2356712"/>
                <a:gd name="GluePoint14Y" fmla="*/ 2834640 h 4118991"/>
                <a:gd name="GluePoint15X" fmla="*/ 905637 w 2356712"/>
                <a:gd name="GluePoint15Y" fmla="*/ 3081242 h 4118991"/>
                <a:gd name="GluePoint16X" fmla="*/ 793147 w 2356712"/>
                <a:gd name="GluePoint16Y" fmla="*/ 3258407 h 4118991"/>
                <a:gd name="GluePoint17X" fmla="*/ 546735 w 2356712"/>
                <a:gd name="GluePoint17Y" fmla="*/ 3571970 h 4118991"/>
                <a:gd name="GluePoint18X" fmla="*/ 346996 w 2356712"/>
                <a:gd name="GluePoint18Y" fmla="*/ 3771900 h 4118991"/>
                <a:gd name="GluePoint19X" fmla="*/ 174689 w 2356712"/>
                <a:gd name="GluePoint19Y" fmla="*/ 3944207 h 4118991"/>
                <a:gd name="GluePoint20X" fmla="*/ 0 w 2356712"/>
                <a:gd name="GluePoint20Y" fmla="*/ 4118991 h 411899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9" name="Freeform: Shape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00" y="15120"/>
              <a:ext cx="1368000" cy="2644560"/>
            </a:xfrm>
            <a:custGeom>
              <a:avLst/>
              <a:gdLst>
                <a:gd name="textAreaLeft" fmla="*/ 0 w 1368000"/>
                <a:gd name="textAreaRight" fmla="*/ 1368360 w 1368000"/>
                <a:gd name="textAreaTop" fmla="*/ 0 h 2644560"/>
                <a:gd name="textAreaBottom" fmla="*/ 2644920 h 2644560"/>
                <a:gd name="GluePoint1X" fmla="*/ 0 w 2059193"/>
                <a:gd name="GluePoint1Y" fmla="*/ 3980116 h 3980116"/>
                <a:gd name="GluePoint2X" fmla="*/ 471583 w 2059193"/>
                <a:gd name="GluePoint2Y" fmla="*/ 3515678 h 3980116"/>
                <a:gd name="GluePoint3X" fmla="*/ 758666 w 2059193"/>
                <a:gd name="GluePoint3Y" fmla="*/ 3163824 h 3980116"/>
                <a:gd name="GluePoint4X" fmla="*/ 940499 w 2059193"/>
                <a:gd name="GluePoint4Y" fmla="*/ 2780824 h 3980116"/>
                <a:gd name="GluePoint5X" fmla="*/ 1055370 w 2059193"/>
                <a:gd name="GluePoint5Y" fmla="*/ 2242185 h 3980116"/>
                <a:gd name="GluePoint6X" fmla="*/ 1136714 w 2059193"/>
                <a:gd name="GluePoint6Y" fmla="*/ 1878330 h 3980116"/>
                <a:gd name="GluePoint7X" fmla="*/ 1246727 w 2059193"/>
                <a:gd name="GluePoint7Y" fmla="*/ 1562386 h 3980116"/>
                <a:gd name="GluePoint8X" fmla="*/ 1378363 w 2059193"/>
                <a:gd name="GluePoint8Y" fmla="*/ 1430750 h 3980116"/>
                <a:gd name="GluePoint9X" fmla="*/ 1691831 w 2059193"/>
                <a:gd name="GluePoint9Y" fmla="*/ 1394841 h 3980116"/>
                <a:gd name="GluePoint10X" fmla="*/ 1914335 w 2059193"/>
                <a:gd name="GluePoint10Y" fmla="*/ 1323023 h 3980116"/>
                <a:gd name="GluePoint11X" fmla="*/ 2055495 w 2059193"/>
                <a:gd name="GluePoint11Y" fmla="*/ 1098042 h 3980116"/>
                <a:gd name="GluePoint12X" fmla="*/ 2033969 w 2059193"/>
                <a:gd name="GluePoint12Y" fmla="*/ 930497 h 3980116"/>
                <a:gd name="GluePoint13X" fmla="*/ 1885664 w 2059193"/>
                <a:gd name="GluePoint13Y" fmla="*/ 760571 h 3980116"/>
                <a:gd name="GluePoint14X" fmla="*/ 1636871 w 2059193"/>
                <a:gd name="GluePoint14Y" fmla="*/ 612172 h 3980116"/>
                <a:gd name="GluePoint15X" fmla="*/ 1335405 w 2059193"/>
                <a:gd name="GluePoint15Y" fmla="*/ 459010 h 3980116"/>
                <a:gd name="GluePoint16X" fmla="*/ 1234916 w 2059193"/>
                <a:gd name="GluePoint16Y" fmla="*/ 269939 h 3980116"/>
                <a:gd name="GluePoint17X" fmla="*/ 1386935 w 2059193"/>
                <a:gd name="GluePoint17Y" fmla="*/ 0 h 39801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0" name="Freeform: Shape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8720" y="543960"/>
              <a:ext cx="493920" cy="19051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0 h 1905120"/>
                <a:gd name="textAreaBottom" fmla="*/ 1905480 h 1905120"/>
                <a:gd name="GluePoint1X" fmla="*/ 11144 w 743796"/>
                <a:gd name="GluePoint1Y" fmla="*/ 0 h 2867501"/>
                <a:gd name="GluePoint2X" fmla="*/ 353663 w 743796"/>
                <a:gd name="GluePoint2Y" fmla="*/ 55245 h 2867501"/>
                <a:gd name="GluePoint3X" fmla="*/ 571405 w 743796"/>
                <a:gd name="GluePoint3Y" fmla="*/ 179737 h 2867501"/>
                <a:gd name="GluePoint4X" fmla="*/ 688658 w 743796"/>
                <a:gd name="GluePoint4Y" fmla="*/ 368808 h 2867501"/>
                <a:gd name="GluePoint5X" fmla="*/ 731711 w 743796"/>
                <a:gd name="GluePoint5Y" fmla="*/ 612934 h 2867501"/>
                <a:gd name="GluePoint6X" fmla="*/ 725233 w 743796"/>
                <a:gd name="GluePoint6Y" fmla="*/ 995648 h 2867501"/>
                <a:gd name="GluePoint7X" fmla="*/ 742855 w 743796"/>
                <a:gd name="GluePoint7Y" fmla="*/ 1499330 h 2867501"/>
                <a:gd name="GluePoint8X" fmla="*/ 707898 w 743796"/>
                <a:gd name="GluePoint8Y" fmla="*/ 1793081 h 2867501"/>
                <a:gd name="GluePoint9X" fmla="*/ 633222 w 743796"/>
                <a:gd name="GluePoint9Y" fmla="*/ 2073592 h 2867501"/>
                <a:gd name="GluePoint10X" fmla="*/ 404527 w 743796"/>
                <a:gd name="GluePoint10Y" fmla="*/ 2472404 h 2867501"/>
                <a:gd name="GluePoint11X" fmla="*/ 0 w 743796"/>
                <a:gd name="GluePoint11Y" fmla="*/ 2867501 h 286750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1" name="Freeform: Shape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00" y="672120"/>
              <a:ext cx="396720" cy="1689840"/>
            </a:xfrm>
            <a:custGeom>
              <a:avLst/>
              <a:gdLst>
                <a:gd name="textAreaLeft" fmla="*/ 0 w 396720"/>
                <a:gd name="textAreaRight" fmla="*/ 397080 w 396720"/>
                <a:gd name="textAreaTop" fmla="*/ 0 h 1689840"/>
                <a:gd name="textAreaBottom" fmla="*/ 1690200 h 1689840"/>
                <a:gd name="GluePoint1X" fmla="*/ 16478 w 597294"/>
                <a:gd name="GluePoint1Y" fmla="*/ 2079 h 2543540"/>
                <a:gd name="GluePoint2X" fmla="*/ 299847 w 597294"/>
                <a:gd name="GluePoint2Y" fmla="*/ 53991 h 2543540"/>
                <a:gd name="GluePoint3X" fmla="*/ 503206 w 597294"/>
                <a:gd name="GluePoint3Y" fmla="*/ 291354 h 2543540"/>
                <a:gd name="GluePoint4X" fmla="*/ 525113 w 597294"/>
                <a:gd name="GluePoint4Y" fmla="*/ 724265 h 2543540"/>
                <a:gd name="GluePoint5X" fmla="*/ 578930 w 597294"/>
                <a:gd name="GluePoint5Y" fmla="*/ 1117267 h 2543540"/>
                <a:gd name="GluePoint6X" fmla="*/ 592931 w 597294"/>
                <a:gd name="GluePoint6Y" fmla="*/ 1476359 h 2543540"/>
                <a:gd name="GluePoint7X" fmla="*/ 503206 w 597294"/>
                <a:gd name="GluePoint7Y" fmla="*/ 1859359 h 2543540"/>
                <a:gd name="GluePoint8X" fmla="*/ 291846 w 597294"/>
                <a:gd name="GluePoint8Y" fmla="*/ 2250361 h 2543540"/>
                <a:gd name="GluePoint9X" fmla="*/ 0 w 597294"/>
                <a:gd name="GluePoint9Y" fmla="*/ 2543540 h 25435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2" name="Freeform: Shape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040" y="881280"/>
              <a:ext cx="258480" cy="1336320"/>
            </a:xfrm>
            <a:custGeom>
              <a:avLst/>
              <a:gdLst>
                <a:gd name="textAreaLeft" fmla="*/ 0 w 258480"/>
                <a:gd name="textAreaRight" fmla="*/ 258840 w 258480"/>
                <a:gd name="textAreaTop" fmla="*/ 0 h 1336320"/>
                <a:gd name="textAreaBottom" fmla="*/ 1336680 h 1336320"/>
                <a:gd name="GluePoint1X" fmla="*/ 0 w 389425"/>
                <a:gd name="GluePoint1Y" fmla="*/ 33 h 2011236"/>
                <a:gd name="GluePoint2X" fmla="*/ 171260 w 389425"/>
                <a:gd name="GluePoint2Y" fmla="*/ 60326 h 2011236"/>
                <a:gd name="GluePoint3X" fmla="*/ 211455 w 389425"/>
                <a:gd name="GluePoint3Y" fmla="*/ 221204 h 2011236"/>
                <a:gd name="GluePoint4X" fmla="*/ 243078 w 389425"/>
                <a:gd name="GluePoint4Y" fmla="*/ 448089 h 2011236"/>
                <a:gd name="GluePoint5X" fmla="*/ 346424 w 389425"/>
                <a:gd name="GluePoint5Y" fmla="*/ 789941 h 2011236"/>
                <a:gd name="GluePoint6X" fmla="*/ 372237 w 389425"/>
                <a:gd name="GluePoint6Y" fmla="*/ 942151 h 2011236"/>
                <a:gd name="GluePoint7X" fmla="*/ 386620 w 389425"/>
                <a:gd name="GluePoint7Y" fmla="*/ 1272478 h 2011236"/>
                <a:gd name="GluePoint8X" fmla="*/ 280416 w 389425"/>
                <a:gd name="GluePoint8Y" fmla="*/ 1660241 h 2011236"/>
                <a:gd name="GluePoint9X" fmla="*/ 151257 w 389425"/>
                <a:gd name="GluePoint9Y" fmla="*/ 1844073 h 2011236"/>
                <a:gd name="GluePoint10X" fmla="*/ 1905 w 389425"/>
                <a:gd name="GluePoint10Y" fmla="*/ 2011237 h 20112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1188720" y="559800"/>
            <a:ext cx="3988080" cy="17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41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Регистрация пользователей</a:t>
            </a:r>
            <a:endParaRPr lang="ru-RU" sz="4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/>
          </p:nvPr>
        </p:nvSpPr>
        <p:spPr>
          <a:xfrm>
            <a:off x="1185840" y="2147040"/>
            <a:ext cx="3987720" cy="440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7162fe"/>
              </a:buClr>
              <a:buFont typeface="Avenir Next LT Pro"/>
              <a:buChar char="+"/>
            </a:pPr>
            <a:r>
              <a:rPr lang="ru-RU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На странице регистрации пользователь может указать ФИО, дату рождения, адрес электронной почты, номер телефона, логин и пароль. Доступна проверка корректности введённых сведений</a:t>
            </a:r>
            <a:endParaRPr lang="ru-RU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pic>
        <p:nvPicPr>
          <p:cNvPr id="395" name="Рисунок 3" descr="Изображение выглядит как текст, снимок экрана, число, Шрифт&#10;&#10;Содержимое, созданное искусственным интеллектом, может быть неверным."/>
          <p:cNvPicPr/>
          <p:nvPr/>
        </p:nvPicPr>
        <p:blipFill>
          <a:blip r:embed="rId1"/>
          <a:stretch/>
        </p:blipFill>
        <p:spPr>
          <a:xfrm>
            <a:off x="5603040" y="1047240"/>
            <a:ext cx="6386760" cy="47581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96" name="Bottom Righ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980480" y="3276720"/>
            <a:ext cx="4211280" cy="3580920"/>
            <a:chOff x="7980480" y="3276720"/>
            <a:chExt cx="4211280" cy="3580920"/>
          </a:xfrm>
        </p:grpSpPr>
        <p:sp>
          <p:nvSpPr>
            <p:cNvPr id="397" name="Freeform: Shap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439280" y="6178680"/>
              <a:ext cx="1481760" cy="678960"/>
            </a:xfrm>
            <a:custGeom>
              <a:avLst/>
              <a:gdLst>
                <a:gd name="textAreaLeft" fmla="*/ 0 w 1481760"/>
                <a:gd name="textAreaRight" fmla="*/ 1482120 w 1481760"/>
                <a:gd name="textAreaTop" fmla="*/ 0 h 678960"/>
                <a:gd name="textAreaBottom" fmla="*/ 679320 h 678960"/>
                <a:gd name="GluePoint1X" fmla="*/ 741051 w 1482102"/>
                <a:gd name="GluePoint1Y" fmla="*/ 0 h 679363"/>
                <a:gd name="GluePoint2X" fmla="*/ 1473822 w 1482102"/>
                <a:gd name="GluePoint2Y" fmla="*/ 597226 h 679363"/>
                <a:gd name="GluePoint3X" fmla="*/ 1482102 w 1482102"/>
                <a:gd name="GluePoint3Y" fmla="*/ 679363 h 679363"/>
                <a:gd name="GluePoint4X" fmla="*/ 0 w 1482102"/>
                <a:gd name="GluePoint4Y" fmla="*/ 679363 h 679363"/>
                <a:gd name="GluePoint5X" fmla="*/ 8280 w 1482102"/>
                <a:gd name="GluePoint5Y" fmla="*/ 597226 h 679363"/>
                <a:gd name="GluePoint6X" fmla="*/ 741051 w 1482102"/>
                <a:gd name="GluePoint6Y" fmla="*/ 0 h 67936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venirNext LT Pro Medium"/>
              </a:endParaRPr>
            </a:p>
          </p:txBody>
        </p:sp>
        <p:grpSp>
          <p:nvGrpSpPr>
            <p:cNvPr id="398" name="Graphic 15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680" y="3276720"/>
              <a:ext cx="3529080" cy="3580920"/>
              <a:chOff x="8662680" y="3276720"/>
              <a:chExt cx="3529080" cy="3580920"/>
            </a:xfrm>
          </p:grpSpPr>
          <p:sp>
            <p:nvSpPr>
              <p:cNvPr id="399" name="Freeform: Shape 2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662680" y="3276720"/>
                <a:ext cx="3515760" cy="3565080"/>
              </a:xfrm>
              <a:custGeom>
                <a:avLst/>
                <a:gdLst>
                  <a:gd name="textAreaLeft" fmla="*/ 0 w 3515760"/>
                  <a:gd name="textAreaRight" fmla="*/ 3516120 w 3515760"/>
                  <a:gd name="textAreaTop" fmla="*/ 0 h 3565080"/>
                  <a:gd name="textAreaBottom" fmla="*/ 3565440 h 3565080"/>
                  <a:gd name="GluePoint1X" fmla="*/ 0 w 3946874"/>
                  <a:gd name="GluePoint1Y" fmla="*/ 3989641 h 3989641"/>
                  <a:gd name="GluePoint2X" fmla="*/ 79439 w 3946874"/>
                  <a:gd name="GluePoint2Y" fmla="*/ 3891153 h 3989641"/>
                  <a:gd name="GluePoint3X" fmla="*/ 297371 w 3946874"/>
                  <a:gd name="GluePoint3Y" fmla="*/ 3626930 h 3989641"/>
                  <a:gd name="GluePoint4X" fmla="*/ 454343 w 3946874"/>
                  <a:gd name="GluePoint4Y" fmla="*/ 3440335 h 3989641"/>
                  <a:gd name="GluePoint5X" fmla="*/ 622363 w 3946874"/>
                  <a:gd name="GluePoint5Y" fmla="*/ 3290697 h 3989641"/>
                  <a:gd name="GluePoint6X" fmla="*/ 927068 w 3946874"/>
                  <a:gd name="GluePoint6Y" fmla="*/ 3087434 h 3989641"/>
                  <a:gd name="GluePoint7X" fmla="*/ 1176338 w 3946874"/>
                  <a:gd name="GluePoint7Y" fmla="*/ 2915603 h 3989641"/>
                  <a:gd name="GluePoint8X" fmla="*/ 1394270 w 3946874"/>
                  <a:gd name="GluePoint8Y" fmla="*/ 2780729 h 3989641"/>
                  <a:gd name="GluePoint9X" fmla="*/ 1601057 w 3946874"/>
                  <a:gd name="GluePoint9Y" fmla="*/ 2723483 h 3989641"/>
                  <a:gd name="GluePoint10X" fmla="*/ 1756220 w 3946874"/>
                  <a:gd name="GluePoint10Y" fmla="*/ 2743772 h 3989641"/>
                  <a:gd name="GluePoint11X" fmla="*/ 1889189 w 3946874"/>
                  <a:gd name="GluePoint11Y" fmla="*/ 2765965 h 3989641"/>
                  <a:gd name="GluePoint12X" fmla="*/ 2007394 w 3946874"/>
                  <a:gd name="GluePoint12Y" fmla="*/ 2765965 h 3989641"/>
                  <a:gd name="GluePoint13X" fmla="*/ 2184654 w 3946874"/>
                  <a:gd name="GluePoint13Y" fmla="*/ 2671763 h 3989641"/>
                  <a:gd name="GluePoint14X" fmla="*/ 2372773 w 3946874"/>
                  <a:gd name="GluePoint14Y" fmla="*/ 2538984 h 3989641"/>
                  <a:gd name="GluePoint15X" fmla="*/ 2439543 w 3946874"/>
                  <a:gd name="GluePoint15Y" fmla="*/ 2510504 h 3989641"/>
                  <a:gd name="GluePoint16X" fmla="*/ 2650617 w 3946874"/>
                  <a:gd name="GluePoint16Y" fmla="*/ 2434781 h 3989641"/>
                  <a:gd name="GluePoint17X" fmla="*/ 2785110 w 3946874"/>
                  <a:gd name="GluePoint17Y" fmla="*/ 2383060 h 3989641"/>
                  <a:gd name="GluePoint18X" fmla="*/ 2897315 w 3946874"/>
                  <a:gd name="GluePoint18Y" fmla="*/ 2318861 h 3989641"/>
                  <a:gd name="GluePoint19X" fmla="*/ 2997994 w 3946874"/>
                  <a:gd name="GluePoint19Y" fmla="*/ 2226183 h 3989641"/>
                  <a:gd name="GluePoint20X" fmla="*/ 3061240 w 3946874"/>
                  <a:gd name="GluePoint20Y" fmla="*/ 2141506 h 3989641"/>
                  <a:gd name="GluePoint21X" fmla="*/ 3152108 w 3946874"/>
                  <a:gd name="GluePoint21Y" fmla="*/ 2005203 h 3989641"/>
                  <a:gd name="GluePoint22X" fmla="*/ 3274124 w 3946874"/>
                  <a:gd name="GluePoint22Y" fmla="*/ 1871567 h 3989641"/>
                  <a:gd name="GluePoint23X" fmla="*/ 3388138 w 3946874"/>
                  <a:gd name="GluePoint23Y" fmla="*/ 1770888 h 3989641"/>
                  <a:gd name="GluePoint24X" fmla="*/ 3466529 w 3946874"/>
                  <a:gd name="GluePoint24Y" fmla="*/ 1679162 h 3989641"/>
                  <a:gd name="GluePoint25X" fmla="*/ 3538633 w 3946874"/>
                  <a:gd name="GluePoint25Y" fmla="*/ 1551718 h 3989641"/>
                  <a:gd name="GluePoint26X" fmla="*/ 3588544 w 3946874"/>
                  <a:gd name="GluePoint26Y" fmla="*/ 1376172 h 3989641"/>
                  <a:gd name="GluePoint27X" fmla="*/ 3597402 w 3946874"/>
                  <a:gd name="GluePoint27Y" fmla="*/ 1293305 h 3989641"/>
                  <a:gd name="GluePoint28X" fmla="*/ 3721227 w 3946874"/>
                  <a:gd name="GluePoint28Y" fmla="*/ 880491 h 3989641"/>
                  <a:gd name="GluePoint29X" fmla="*/ 3761137 w 3946874"/>
                  <a:gd name="GluePoint29Y" fmla="*/ 463677 h 3989641"/>
                  <a:gd name="GluePoint30X" fmla="*/ 3946874 w 3946874"/>
                  <a:gd name="GluePoint30Y" fmla="*/ 0 h 398964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</a:cxnLst>
                <a:rect l="textAreaLeft" t="textAreaTop" r="textAreaRight" b="textAreaBottom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0" name="Freeform: Shape 2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913240" y="4186080"/>
                <a:ext cx="3265200" cy="2667600"/>
              </a:xfrm>
              <a:custGeom>
                <a:avLst/>
                <a:gdLst>
                  <a:gd name="textAreaLeft" fmla="*/ 0 w 3265200"/>
                  <a:gd name="textAreaRight" fmla="*/ 3265560 w 3265200"/>
                  <a:gd name="textAreaTop" fmla="*/ 0 h 2667600"/>
                  <a:gd name="textAreaBottom" fmla="*/ 2667960 h 2667600"/>
                  <a:gd name="GluePoint1X" fmla="*/ 0 w 3665410"/>
                  <a:gd name="GluePoint1Y" fmla="*/ 2985611 h 2985611"/>
                  <a:gd name="GluePoint2X" fmla="*/ 166211 w 3665410"/>
                  <a:gd name="GluePoint2Y" fmla="*/ 2699766 h 2985611"/>
                  <a:gd name="GluePoint3X" fmla="*/ 397002 w 3665410"/>
                  <a:gd name="GluePoint3Y" fmla="*/ 2414969 h 2985611"/>
                  <a:gd name="GluePoint4X" fmla="*/ 620173 w 3665410"/>
                  <a:gd name="GluePoint4Y" fmla="*/ 2237899 h 2985611"/>
                  <a:gd name="GluePoint5X" fmla="*/ 823341 w 3665410"/>
                  <a:gd name="GluePoint5Y" fmla="*/ 2085499 h 2985611"/>
                  <a:gd name="GluePoint6X" fmla="*/ 1089565 w 3665410"/>
                  <a:gd name="GluePoint6Y" fmla="*/ 1911477 h 2985611"/>
                  <a:gd name="GluePoint7X" fmla="*/ 1145000 w 3665410"/>
                  <a:gd name="GluePoint7Y" fmla="*/ 1886807 h 2985611"/>
                  <a:gd name="GluePoint8X" fmla="*/ 1375791 w 3665410"/>
                  <a:gd name="GluePoint8Y" fmla="*/ 1842135 h 2985611"/>
                  <a:gd name="GluePoint9X" fmla="*/ 1486567 w 3665410"/>
                  <a:gd name="GluePoint9Y" fmla="*/ 1857566 h 2985611"/>
                  <a:gd name="GluePoint10X" fmla="*/ 1568101 w 3665410"/>
                  <a:gd name="GluePoint10Y" fmla="*/ 1871377 h 2985611"/>
                  <a:gd name="GluePoint11X" fmla="*/ 1810607 w 3665410"/>
                  <a:gd name="GluePoint11Y" fmla="*/ 1871377 h 2985611"/>
                  <a:gd name="GluePoint12X" fmla="*/ 1997964 w 3665410"/>
                  <a:gd name="GluePoint12Y" fmla="*/ 1790605 h 2985611"/>
                  <a:gd name="GluePoint13X" fmla="*/ 2109883 w 3665410"/>
                  <a:gd name="GluePoint13Y" fmla="*/ 1702784 h 2985611"/>
                  <a:gd name="GluePoint14X" fmla="*/ 2321433 w 3665410"/>
                  <a:gd name="GluePoint14Y" fmla="*/ 1552384 h 2985611"/>
                  <a:gd name="GluePoint15X" fmla="*/ 2558891 w 3665410"/>
                  <a:gd name="GluePoint15Y" fmla="*/ 1453420 h 2985611"/>
                  <a:gd name="GluePoint16X" fmla="*/ 2709767 w 3665410"/>
                  <a:gd name="GluePoint16Y" fmla="*/ 1377887 h 2985611"/>
                  <a:gd name="GluePoint17X" fmla="*/ 2885408 w 3665410"/>
                  <a:gd name="GluePoint17Y" fmla="*/ 1237393 h 2985611"/>
                  <a:gd name="GluePoint18X" fmla="*/ 3017711 w 3665410"/>
                  <a:gd name="GluePoint18Y" fmla="*/ 1072229 h 2985611"/>
                  <a:gd name="GluePoint19X" fmla="*/ 3150680 w 3665410"/>
                  <a:gd name="GluePoint19Y" fmla="*/ 921830 h 2985611"/>
                  <a:gd name="GluePoint20X" fmla="*/ 3255169 w 3665410"/>
                  <a:gd name="GluePoint20Y" fmla="*/ 801815 h 2985611"/>
                  <a:gd name="GluePoint21X" fmla="*/ 3339275 w 3665410"/>
                  <a:gd name="GluePoint21Y" fmla="*/ 694182 h 2985611"/>
                  <a:gd name="GluePoint22X" fmla="*/ 3409188 w 3665410"/>
                  <a:gd name="GluePoint22Y" fmla="*/ 546926 h 2985611"/>
                  <a:gd name="GluePoint23X" fmla="*/ 3464243 w 3665410"/>
                  <a:gd name="GluePoint23Y" fmla="*/ 347663 h 2985611"/>
                  <a:gd name="GluePoint24X" fmla="*/ 3665411 w 3665410"/>
                  <a:gd name="GluePoint24Y" fmla="*/ 0 h 298561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</a:cxnLst>
                <a:rect l="textAreaLeft" t="textAreaTop" r="textAreaRight" b="textAreaBottom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1" name="Freeform: Shape 2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1937240" y="6677640"/>
                <a:ext cx="254520" cy="177480"/>
              </a:xfrm>
              <a:custGeom>
                <a:avLst/>
                <a:gdLst>
                  <a:gd name="textAreaLeft" fmla="*/ 0 w 254520"/>
                  <a:gd name="textAreaRight" fmla="*/ 254880 w 254520"/>
                  <a:gd name="textAreaTop" fmla="*/ 0 h 177480"/>
                  <a:gd name="textAreaBottom" fmla="*/ 177840 h 177480"/>
                  <a:gd name="GluePoint1X" fmla="*/ 0 w 285940"/>
                  <a:gd name="GluePoint1Y" fmla="*/ 199073 h 199072"/>
                  <a:gd name="GluePoint2X" fmla="*/ 285940 w 285940"/>
                  <a:gd name="GluePoint2Y" fmla="*/ 0 h 19907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2" name="Freeform: Shape 2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1583360" y="6516720"/>
                <a:ext cx="583920" cy="340200"/>
              </a:xfrm>
              <a:custGeom>
                <a:avLst/>
                <a:gdLst>
                  <a:gd name="textAreaLeft" fmla="*/ 0 w 583920"/>
                  <a:gd name="textAreaRight" fmla="*/ 584280 w 583920"/>
                  <a:gd name="textAreaTop" fmla="*/ 0 h 340200"/>
                  <a:gd name="textAreaBottom" fmla="*/ 340560 h 340200"/>
                  <a:gd name="GluePoint1X" fmla="*/ 0 w 655796"/>
                  <a:gd name="GluePoint1Y" fmla="*/ 381190 h 381190"/>
                  <a:gd name="GluePoint2X" fmla="*/ 655796 w 655796"/>
                  <a:gd name="GluePoint2Y" fmla="*/ 0 h 3811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3" name="Freeform: Shape 3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588600" y="5460480"/>
                <a:ext cx="2589840" cy="1380240"/>
              </a:xfrm>
              <a:custGeom>
                <a:avLst/>
                <a:gdLst>
                  <a:gd name="textAreaLeft" fmla="*/ 0 w 2589840"/>
                  <a:gd name="textAreaRight" fmla="*/ 2590200 w 2589840"/>
                  <a:gd name="textAreaTop" fmla="*/ 0 h 1380240"/>
                  <a:gd name="textAreaBottom" fmla="*/ 1380600 h 1380240"/>
                  <a:gd name="GluePoint1X" fmla="*/ 0 w 2907315"/>
                  <a:gd name="GluePoint1Y" fmla="*/ 1544764 h 1544764"/>
                  <a:gd name="GluePoint2X" fmla="*/ 201644 w 2907315"/>
                  <a:gd name="GluePoint2Y" fmla="*/ 1352550 h 1544764"/>
                  <a:gd name="GluePoint3X" fmla="*/ 423196 w 2907315"/>
                  <a:gd name="GluePoint3Y" fmla="*/ 1196054 h 1544764"/>
                  <a:gd name="GluePoint4X" fmla="*/ 782193 w 2907315"/>
                  <a:gd name="GluePoint4Y" fmla="*/ 1099947 h 1544764"/>
                  <a:gd name="GluePoint5X" fmla="*/ 1052513 w 2907315"/>
                  <a:gd name="GluePoint5Y" fmla="*/ 1042321 h 1544764"/>
                  <a:gd name="GluePoint6X" fmla="*/ 1311783 w 2907315"/>
                  <a:gd name="GluePoint6Y" fmla="*/ 1056037 h 1544764"/>
                  <a:gd name="GluePoint7X" fmla="*/ 1484662 w 2907315"/>
                  <a:gd name="GluePoint7Y" fmla="*/ 1083469 h 1544764"/>
                  <a:gd name="GluePoint8X" fmla="*/ 1788224 w 2907315"/>
                  <a:gd name="GluePoint8Y" fmla="*/ 1023080 h 1544764"/>
                  <a:gd name="GluePoint9X" fmla="*/ 2269045 w 2907315"/>
                  <a:gd name="GluePoint9Y" fmla="*/ 734758 h 1544764"/>
                  <a:gd name="GluePoint10X" fmla="*/ 2534984 w 2907315"/>
                  <a:gd name="GluePoint10Y" fmla="*/ 572738 h 1544764"/>
                  <a:gd name="GluePoint11X" fmla="*/ 2907316 w 2907315"/>
                  <a:gd name="GluePoint11Y" fmla="*/ 0 h 154476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4" name="Freeform: Shape 3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369360" y="5113080"/>
                <a:ext cx="2822040" cy="1744560"/>
              </a:xfrm>
              <a:custGeom>
                <a:avLst/>
                <a:gdLst>
                  <a:gd name="textAreaLeft" fmla="*/ 0 w 2822040"/>
                  <a:gd name="textAreaRight" fmla="*/ 2822400 w 2822040"/>
                  <a:gd name="textAreaTop" fmla="*/ 0 h 1744560"/>
                  <a:gd name="textAreaBottom" fmla="*/ 1744920 h 1744560"/>
                  <a:gd name="GluePoint1X" fmla="*/ 0 w 3168300"/>
                  <a:gd name="GluePoint1Y" fmla="*/ 1952435 h 1952434"/>
                  <a:gd name="GluePoint2X" fmla="*/ 202121 w 3168300"/>
                  <a:gd name="GluePoint2Y" fmla="*/ 1687068 h 1952434"/>
                  <a:gd name="GluePoint3X" fmla="*/ 545116 w 3168300"/>
                  <a:gd name="GluePoint3Y" fmla="*/ 1450277 h 1952434"/>
                  <a:gd name="GluePoint4X" fmla="*/ 906780 w 3168300"/>
                  <a:gd name="GluePoint4Y" fmla="*/ 1354455 h 1952434"/>
                  <a:gd name="GluePoint5X" fmla="*/ 1332262 w 3168300"/>
                  <a:gd name="GluePoint5Y" fmla="*/ 1285304 h 1952434"/>
                  <a:gd name="GluePoint6X" fmla="*/ 1691259 w 3168300"/>
                  <a:gd name="GluePoint6Y" fmla="*/ 1240060 h 1952434"/>
                  <a:gd name="GluePoint7X" fmla="*/ 2010346 w 3168300"/>
                  <a:gd name="GluePoint7Y" fmla="*/ 1141667 h 1952434"/>
                  <a:gd name="GluePoint8X" fmla="*/ 2393252 w 3168300"/>
                  <a:gd name="GluePoint8Y" fmla="*/ 1027271 h 1952434"/>
                  <a:gd name="GluePoint9X" fmla="*/ 2582037 w 3168300"/>
                  <a:gd name="GluePoint9Y" fmla="*/ 958120 h 1952434"/>
                  <a:gd name="GluePoint10X" fmla="*/ 2760155 w 3168300"/>
                  <a:gd name="GluePoint10Y" fmla="*/ 827723 h 1952434"/>
                  <a:gd name="GluePoint11X" fmla="*/ 2914364 w 3168300"/>
                  <a:gd name="GluePoint11Y" fmla="*/ 567023 h 1952434"/>
                  <a:gd name="GluePoint12X" fmla="*/ 3168301 w 3168300"/>
                  <a:gd name="GluePoint12Y" fmla="*/ 0 h 195243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</a:cxnLst>
                <a:rect l="textAreaLeft" t="textAreaTop" r="textAreaRight" b="textAreaBottom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5" name="Freeform: Shape 3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188280" y="4664160"/>
                <a:ext cx="2990160" cy="2190960"/>
              </a:xfrm>
              <a:custGeom>
                <a:avLst/>
                <a:gdLst>
                  <a:gd name="textAreaLeft" fmla="*/ 0 w 2990160"/>
                  <a:gd name="textAreaRight" fmla="*/ 2990520 w 2990160"/>
                  <a:gd name="textAreaTop" fmla="*/ 0 h 2190960"/>
                  <a:gd name="textAreaBottom" fmla="*/ 2191320 h 2190960"/>
                  <a:gd name="GluePoint1X" fmla="*/ 0 w 3356800"/>
                  <a:gd name="GluePoint1Y" fmla="*/ 2452021 h 2452020"/>
                  <a:gd name="GluePoint2X" fmla="*/ 130874 w 3356800"/>
                  <a:gd name="GluePoint2Y" fmla="*/ 2247710 h 2452020"/>
                  <a:gd name="GluePoint3X" fmla="*/ 437197 w 3356800"/>
                  <a:gd name="GluePoint3Y" fmla="*/ 1941195 h 2452020"/>
                  <a:gd name="GluePoint4X" fmla="*/ 737140 w 3356800"/>
                  <a:gd name="GluePoint4Y" fmla="*/ 1736884 h 2452020"/>
                  <a:gd name="GluePoint5X" fmla="*/ 1031843 w 3356800"/>
                  <a:gd name="GluePoint5Y" fmla="*/ 1685068 h 2452020"/>
                  <a:gd name="GluePoint6X" fmla="*/ 1287304 w 3356800"/>
                  <a:gd name="GluePoint6Y" fmla="*/ 1655826 h 2452020"/>
                  <a:gd name="GluePoint7X" fmla="*/ 1471994 w 3356800"/>
                  <a:gd name="GluePoint7Y" fmla="*/ 1634300 h 2452020"/>
                  <a:gd name="GluePoint8X" fmla="*/ 1898237 w 3356800"/>
                  <a:gd name="GluePoint8Y" fmla="*/ 1512665 h 2452020"/>
                  <a:gd name="GluePoint9X" fmla="*/ 2229136 w 3356800"/>
                  <a:gd name="GluePoint9Y" fmla="*/ 1355598 h 2452020"/>
                  <a:gd name="GluePoint10X" fmla="*/ 2512314 w 3356800"/>
                  <a:gd name="GluePoint10Y" fmla="*/ 1238631 h 2452020"/>
                  <a:gd name="GluePoint11X" fmla="*/ 2758535 w 3356800"/>
                  <a:gd name="GluePoint11Y" fmla="*/ 1096994 h 2452020"/>
                  <a:gd name="GluePoint12X" fmla="*/ 2935510 w 3356800"/>
                  <a:gd name="GluePoint12Y" fmla="*/ 919925 h 2452020"/>
                  <a:gd name="GluePoint13X" fmla="*/ 3081719 w 3356800"/>
                  <a:gd name="GluePoint13Y" fmla="*/ 687419 h 2452020"/>
                  <a:gd name="GluePoint14X" fmla="*/ 3356800 w 3356800"/>
                  <a:gd name="GluePoint14Y" fmla="*/ 0 h 245202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</a:cxnLst>
                <a:rect l="textAreaLeft" t="textAreaTop" r="textAreaRight" b="textAreaBottom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06" name="Freeform: Shap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80" y="5197320"/>
              <a:ext cx="4211280" cy="1660320"/>
            </a:xfrm>
            <a:custGeom>
              <a:avLst/>
              <a:gdLst>
                <a:gd name="textAreaLeft" fmla="*/ 0 w 4211280"/>
                <a:gd name="textAreaRight" fmla="*/ 4211640 w 4211280"/>
                <a:gd name="textAreaTop" fmla="*/ 0 h 1660320"/>
                <a:gd name="textAreaBottom" fmla="*/ 1660680 h 1660320"/>
                <a:gd name="GluePoint1X" fmla="*/ 4211600 w 4211600"/>
                <a:gd name="GluePoint1Y" fmla="*/ 0 h 1660822"/>
                <a:gd name="GluePoint2X" fmla="*/ 4211600 w 4211600"/>
                <a:gd name="GluePoint2Y" fmla="*/ 58430 h 1660822"/>
                <a:gd name="GluePoint3X" fmla="*/ 4136524 w 4211600"/>
                <a:gd name="GluePoint3Y" fmla="*/ 208808 h 1660822"/>
                <a:gd name="GluePoint4X" fmla="*/ 3973354 w 4211600"/>
                <a:gd name="GluePoint4Y" fmla="*/ 437313 h 1660822"/>
                <a:gd name="GluePoint5X" fmla="*/ 3884746 w 4211600"/>
                <a:gd name="GluePoint5Y" fmla="*/ 553613 h 1660822"/>
                <a:gd name="GluePoint6X" fmla="*/ 3849435 w 4211600"/>
                <a:gd name="GluePoint6Y" fmla="*/ 603143 h 1660822"/>
                <a:gd name="GluePoint7X" fmla="*/ 3661849 w 4211600"/>
                <a:gd name="GluePoint7Y" fmla="*/ 819075 h 1660822"/>
                <a:gd name="GluePoint8X" fmla="*/ 3402589 w 4211600"/>
                <a:gd name="GluePoint8Y" fmla="*/ 952996 h 1660822"/>
                <a:gd name="GluePoint9X" fmla="*/ 3130202 w 4211600"/>
                <a:gd name="GluePoint9Y" fmla="*/ 1023386 h 1660822"/>
                <a:gd name="GluePoint10X" fmla="*/ 2914657 w 4211600"/>
                <a:gd name="GluePoint10Y" fmla="*/ 1068058 h 1660822"/>
                <a:gd name="GluePoint11X" fmla="*/ 2582149 w 4211600"/>
                <a:gd name="GluePoint11Y" fmla="*/ 1138924 h 1660822"/>
                <a:gd name="GluePoint12X" fmla="*/ 2483958 w 4211600"/>
                <a:gd name="GluePoint12Y" fmla="*/ 1162356 h 1660822"/>
                <a:gd name="GluePoint13X" fmla="*/ 2123750 w 4211600"/>
                <a:gd name="GluePoint13Y" fmla="*/ 1238651 h 1660822"/>
                <a:gd name="GluePoint14X" fmla="*/ 1761444 w 4211600"/>
                <a:gd name="GluePoint14Y" fmla="*/ 1273417 h 1660822"/>
                <a:gd name="GluePoint15X" fmla="*/ 1608382 w 4211600"/>
                <a:gd name="GluePoint15Y" fmla="*/ 1284466 h 1660822"/>
                <a:gd name="GluePoint16X" fmla="*/ 999942 w 4211600"/>
                <a:gd name="GluePoint16Y" fmla="*/ 1354284 h 1660822"/>
                <a:gd name="GluePoint17X" fmla="*/ 484705 w 4211600"/>
                <a:gd name="GluePoint17Y" fmla="*/ 1450487 h 1660822"/>
                <a:gd name="GluePoint18X" fmla="*/ 113310 w 4211600"/>
                <a:gd name="GluePoint18Y" fmla="*/ 1613700 h 1660822"/>
                <a:gd name="GluePoint19X" fmla="*/ 39668 w 4211600"/>
                <a:gd name="GluePoint19Y" fmla="*/ 1660822 h 1660822"/>
                <a:gd name="GluePoint20X" fmla="*/ 0 w 4211600"/>
                <a:gd name="GluePoint20Y" fmla="*/ 1660822 h 1660822"/>
                <a:gd name="GluePoint21X" fmla="*/ 96701 w 4211600"/>
                <a:gd name="GluePoint21Y" fmla="*/ 1598934 h 1660822"/>
                <a:gd name="GluePoint22X" fmla="*/ 474335 w 4211600"/>
                <a:gd name="GluePoint22Y" fmla="*/ 1433056 h 1660822"/>
                <a:gd name="GluePoint23X" fmla="*/ 994299 w 4211600"/>
                <a:gd name="GluePoint23Y" fmla="*/ 1335806 h 1660822"/>
                <a:gd name="GluePoint24X" fmla="*/ 1605231 w 4211600"/>
                <a:gd name="GluePoint24Y" fmla="*/ 1265702 h 1660822"/>
                <a:gd name="GluePoint25X" fmla="*/ 1758819 w 4211600"/>
                <a:gd name="GluePoint25Y" fmla="*/ 1254558 h 1660822"/>
                <a:gd name="GluePoint26X" fmla="*/ 2118106 w 4211600"/>
                <a:gd name="GluePoint26Y" fmla="*/ 1220077 h 1660822"/>
                <a:gd name="GluePoint27X" fmla="*/ 2475557 w 4211600"/>
                <a:gd name="GluePoint27Y" fmla="*/ 1144353 h 1660822"/>
                <a:gd name="GluePoint28X" fmla="*/ 2573878 w 4211600"/>
                <a:gd name="GluePoint28Y" fmla="*/ 1120827 h 1660822"/>
                <a:gd name="GluePoint29X" fmla="*/ 2907437 w 4211600"/>
                <a:gd name="GluePoint29Y" fmla="*/ 1049675 h 1660822"/>
                <a:gd name="GluePoint30X" fmla="*/ 3122589 w 4211600"/>
                <a:gd name="GluePoint30Y" fmla="*/ 1005098 h 1660822"/>
                <a:gd name="GluePoint31X" fmla="*/ 3391169 w 4211600"/>
                <a:gd name="GluePoint31Y" fmla="*/ 935756 h 1660822"/>
                <a:gd name="GluePoint32X" fmla="*/ 3642290 w 4211600"/>
                <a:gd name="GluePoint32Y" fmla="*/ 806216 h 1660822"/>
                <a:gd name="GluePoint33X" fmla="*/ 3825937 w 4211600"/>
                <a:gd name="GluePoint33Y" fmla="*/ 594475 h 1660822"/>
                <a:gd name="GluePoint34X" fmla="*/ 3861381 w 4211600"/>
                <a:gd name="GluePoint34Y" fmla="*/ 544755 h 1660822"/>
                <a:gd name="GluePoint35X" fmla="*/ 3950381 w 4211600"/>
                <a:gd name="GluePoint35Y" fmla="*/ 427978 h 1660822"/>
                <a:gd name="GluePoint36X" fmla="*/ 4112370 w 4211600"/>
                <a:gd name="GluePoint36Y" fmla="*/ 201378 h 1660822"/>
                <a:gd name="GluePoint37X" fmla="*/ 4195989 w 4211600"/>
                <a:gd name="GluePoint37Y" fmla="*/ 33834 h 16608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</a:cxnLst>
              <a:rect l="textAreaLeft" t="textAreaTop" r="textAreaRight" b="textAreaBottom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Авторизация пользователей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955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7162fe"/>
              </a:buClr>
              <a:buFont typeface="Avenir Next LT Pro"/>
              <a:buChar char="+"/>
            </a:pPr>
            <a:r>
              <a:rPr lang="ru-RU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Авторизация происходит по связке логин/пароль. В случае успешного входа в файлах Cookie сохраняется JWT-токен</a:t>
            </a:r>
            <a:endParaRPr lang="ru-RU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pic>
        <p:nvPicPr>
          <p:cNvPr id="409" name="Рисунок 3" descr="Изображение выглядит как текст, снимок экрана, Шрифт, число&#10;&#10;Содержимое, созданное искусственным интеллектом, может быть неверным."/>
          <p:cNvPicPr/>
          <p:nvPr/>
        </p:nvPicPr>
        <p:blipFill>
          <a:blip r:embed="rId1"/>
          <a:stretch/>
        </p:blipFill>
        <p:spPr>
          <a:xfrm>
            <a:off x="6792480" y="2042280"/>
            <a:ext cx="5042880" cy="2960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venirNext LT Pro Medium"/>
            </a:endParaRPr>
          </a:p>
        </p:txBody>
      </p:sp>
      <p:sp>
        <p:nvSpPr>
          <p:cNvPr id="411" name="Rectangl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venirNext LT Pro Medium"/>
            </a:endParaRPr>
          </a:p>
        </p:txBody>
      </p:sp>
      <p:grpSp>
        <p:nvGrpSpPr>
          <p:cNvPr id="412" name="Top lef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800" y="-2880"/>
            <a:ext cx="2198520" cy="3348720"/>
            <a:chOff x="10800" y="-2880"/>
            <a:chExt cx="2198520" cy="3348720"/>
          </a:xfrm>
        </p:grpSpPr>
        <p:sp>
          <p:nvSpPr>
            <p:cNvPr id="413" name="Freeform: Shape 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693000" y="-2880"/>
              <a:ext cx="1325880" cy="597240"/>
            </a:xfrm>
            <a:custGeom>
              <a:avLst/>
              <a:gdLst>
                <a:gd name="textAreaLeft" fmla="*/ 0 w 1325880"/>
                <a:gd name="textAreaRight" fmla="*/ 1326240 w 1325880"/>
                <a:gd name="textAreaTop" fmla="*/ 0 h 597240"/>
                <a:gd name="textAreaBottom" fmla="*/ 597600 h 597240"/>
                <a:gd name="GluePoint1X" fmla="*/ 741051 w 1482102"/>
                <a:gd name="GluePoint1Y" fmla="*/ 0 h 679363"/>
                <a:gd name="GluePoint2X" fmla="*/ 1473822 w 1482102"/>
                <a:gd name="GluePoint2Y" fmla="*/ 597226 h 679363"/>
                <a:gd name="GluePoint3X" fmla="*/ 1482102 w 1482102"/>
                <a:gd name="GluePoint3Y" fmla="*/ 679363 h 679363"/>
                <a:gd name="GluePoint4X" fmla="*/ 0 w 1482102"/>
                <a:gd name="GluePoint4Y" fmla="*/ 679363 h 679363"/>
                <a:gd name="GluePoint5X" fmla="*/ 8280 w 1482102"/>
                <a:gd name="GluePoint5Y" fmla="*/ 597226 h 679363"/>
                <a:gd name="GluePoint6X" fmla="*/ 741051 w 1482102"/>
                <a:gd name="GluePoint6Y" fmla="*/ 0 h 67936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venirNext LT Pro Medium"/>
              </a:endParaRPr>
            </a:p>
          </p:txBody>
        </p:sp>
        <p:sp>
          <p:nvSpPr>
            <p:cNvPr id="414" name="Freeform: Shape 1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9440" y="15120"/>
              <a:ext cx="2189880" cy="3330720"/>
            </a:xfrm>
            <a:custGeom>
              <a:avLst/>
              <a:gdLst>
                <a:gd name="textAreaLeft" fmla="*/ 0 w 2189880"/>
                <a:gd name="textAreaRight" fmla="*/ 2190240 w 2189880"/>
                <a:gd name="textAreaTop" fmla="*/ 0 h 3330720"/>
                <a:gd name="textAreaBottom" fmla="*/ 3331080 h 3330720"/>
                <a:gd name="GluePoint1X" fmla="*/ 0 w 3296088"/>
                <a:gd name="GluePoint1Y" fmla="*/ 5012722 h 5012722"/>
                <a:gd name="GluePoint2X" fmla="*/ 244031 w 3296088"/>
                <a:gd name="GluePoint2Y" fmla="*/ 4820222 h 5012722"/>
                <a:gd name="GluePoint3X" fmla="*/ 729234 w 3296088"/>
                <a:gd name="GluePoint3Y" fmla="*/ 4360641 h 5012722"/>
                <a:gd name="GluePoint4X" fmla="*/ 881444 w 3296088"/>
                <a:gd name="GluePoint4Y" fmla="*/ 4173950 h 5012722"/>
                <a:gd name="GluePoint5X" fmla="*/ 1151287 w 3296088"/>
                <a:gd name="GluePoint5Y" fmla="*/ 3972877 h 5012722"/>
                <a:gd name="GluePoint6X" fmla="*/ 1498664 w 3296088"/>
                <a:gd name="GluePoint6Y" fmla="*/ 3786188 h 5012722"/>
                <a:gd name="GluePoint7X" fmla="*/ 1716881 w 3296088"/>
                <a:gd name="GluePoint7Y" fmla="*/ 3674174 h 5012722"/>
                <a:gd name="GluePoint8X" fmla="*/ 1913573 w 3296088"/>
                <a:gd name="GluePoint8Y" fmla="*/ 3477387 h 5012722"/>
                <a:gd name="GluePoint9X" fmla="*/ 2167700 w 3296088"/>
                <a:gd name="GluePoint9Y" fmla="*/ 3042190 h 5012722"/>
                <a:gd name="GluePoint10X" fmla="*/ 2273903 w 3296088"/>
                <a:gd name="GluePoint10Y" fmla="*/ 2775014 h 5012722"/>
                <a:gd name="GluePoint11X" fmla="*/ 2463356 w 3296088"/>
                <a:gd name="GluePoint11Y" fmla="*/ 2335530 h 5012722"/>
                <a:gd name="GluePoint12X" fmla="*/ 2741866 w 3296088"/>
                <a:gd name="GluePoint12Y" fmla="*/ 1982248 h 5012722"/>
                <a:gd name="GluePoint13X" fmla="*/ 2985897 w 3296088"/>
                <a:gd name="GluePoint13Y" fmla="*/ 1634681 h 5012722"/>
                <a:gd name="GluePoint14X" fmla="*/ 3212687 w 3296088"/>
                <a:gd name="GluePoint14Y" fmla="*/ 1226820 h 5012722"/>
                <a:gd name="GluePoint15X" fmla="*/ 3281553 w 3296088"/>
                <a:gd name="GluePoint15Y" fmla="*/ 959644 h 5012722"/>
                <a:gd name="GluePoint16X" fmla="*/ 3295936 w 3296088"/>
                <a:gd name="GluePoint16Y" fmla="*/ 701135 h 5012722"/>
                <a:gd name="GluePoint17X" fmla="*/ 3267266 w 3296088"/>
                <a:gd name="GluePoint17Y" fmla="*/ 436817 h 5012722"/>
                <a:gd name="GluePoint18X" fmla="*/ 3105341 w 3296088"/>
                <a:gd name="GluePoint18Y" fmla="*/ 0 h 50127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Freeform: Shape 1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00" y="15120"/>
              <a:ext cx="1978200" cy="3074760"/>
            </a:xfrm>
            <a:custGeom>
              <a:avLst/>
              <a:gdLst>
                <a:gd name="textAreaLeft" fmla="*/ 0 w 1978200"/>
                <a:gd name="textAreaRight" fmla="*/ 1978560 w 1978200"/>
                <a:gd name="textAreaTop" fmla="*/ 0 h 3074760"/>
                <a:gd name="textAreaBottom" fmla="*/ 3075120 h 3074760"/>
                <a:gd name="GluePoint1X" fmla="*/ 0 w 2977477"/>
                <a:gd name="GluePoint1Y" fmla="*/ 4627150 h 4627149"/>
                <a:gd name="GluePoint2X" fmla="*/ 275082 w 2977477"/>
                <a:gd name="GluePoint2Y" fmla="*/ 4341590 h 4627149"/>
                <a:gd name="GluePoint3X" fmla="*/ 502825 w 2977477"/>
                <a:gd name="GluePoint3Y" fmla="*/ 4054126 h 4627149"/>
                <a:gd name="GluePoint4X" fmla="*/ 666179 w 2977477"/>
                <a:gd name="GluePoint4Y" fmla="*/ 3890677 h 4627149"/>
                <a:gd name="GluePoint5X" fmla="*/ 864203 w 2977477"/>
                <a:gd name="GluePoint5Y" fmla="*/ 3675983 h 4627149"/>
                <a:gd name="GluePoint6X" fmla="*/ 982599 w 2977477"/>
                <a:gd name="GluePoint6Y" fmla="*/ 3557492 h 4627149"/>
                <a:gd name="GluePoint7X" fmla="*/ 1188244 w 2977477"/>
                <a:gd name="GluePoint7Y" fmla="*/ 3329654 h 4627149"/>
                <a:gd name="GluePoint8X" fmla="*/ 1344740 w 2977477"/>
                <a:gd name="GluePoint8Y" fmla="*/ 3146774 h 4627149"/>
                <a:gd name="GluePoint9X" fmla="*/ 1470755 w 2977477"/>
                <a:gd name="GluePoint9Y" fmla="*/ 2984659 h 4627149"/>
                <a:gd name="GluePoint10X" fmla="*/ 1657636 w 2977477"/>
                <a:gd name="GluePoint10Y" fmla="*/ 2670239 h 4627149"/>
                <a:gd name="GluePoint11X" fmla="*/ 1762887 w 2977477"/>
                <a:gd name="GluePoint11Y" fmla="*/ 2473547 h 4627149"/>
                <a:gd name="GluePoint12X" fmla="*/ 1866710 w 2977477"/>
                <a:gd name="GluePoint12Y" fmla="*/ 2290667 h 4627149"/>
                <a:gd name="GluePoint13X" fmla="*/ 2106263 w 2977477"/>
                <a:gd name="GluePoint13Y" fmla="*/ 2030254 h 4627149"/>
                <a:gd name="GluePoint14X" fmla="*/ 2277237 w 2977477"/>
                <a:gd name="GluePoint14Y" fmla="*/ 1859185 h 4627149"/>
                <a:gd name="GluePoint15X" fmla="*/ 2499455 w 2977477"/>
                <a:gd name="GluePoint15Y" fmla="*/ 1656207 h 4627149"/>
                <a:gd name="GluePoint16X" fmla="*/ 2707100 w 2977477"/>
                <a:gd name="GluePoint16Y" fmla="*/ 1390269 h 4627149"/>
                <a:gd name="GluePoint17X" fmla="*/ 2812352 w 2977477"/>
                <a:gd name="GluePoint17Y" fmla="*/ 1230916 h 4627149"/>
                <a:gd name="GluePoint18X" fmla="*/ 2898172 w 2977477"/>
                <a:gd name="GluePoint18Y" fmla="*/ 1036987 h 4627149"/>
                <a:gd name="GluePoint19X" fmla="*/ 2963228 w 2977477"/>
                <a:gd name="GluePoint19Y" fmla="*/ 850011 h 4627149"/>
                <a:gd name="GluePoint20X" fmla="*/ 2977325 w 2977477"/>
                <a:gd name="GluePoint20Y" fmla="*/ 745427 h 4627149"/>
                <a:gd name="GluePoint21X" fmla="*/ 2929509 w 2977477"/>
                <a:gd name="GluePoint21Y" fmla="*/ 480155 h 4627149"/>
                <a:gd name="GluePoint22X" fmla="*/ 2563082 w 2977477"/>
                <a:gd name="GluePoint22Y" fmla="*/ 0 h 462714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textAreaLeft" t="textAreaTop" r="textAreaRight" b="textAreaBottom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Freeform: Shape 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5200" y="15120"/>
              <a:ext cx="1565640" cy="2737080"/>
            </a:xfrm>
            <a:custGeom>
              <a:avLst/>
              <a:gdLst>
                <a:gd name="textAreaLeft" fmla="*/ 0 w 1565640"/>
                <a:gd name="textAreaRight" fmla="*/ 1566000 w 1565640"/>
                <a:gd name="textAreaTop" fmla="*/ 0 h 2737080"/>
                <a:gd name="textAreaBottom" fmla="*/ 2737440 h 2737080"/>
                <a:gd name="GluePoint1X" fmla="*/ 1707071 w 2356712"/>
                <a:gd name="GluePoint1Y" fmla="*/ 0 h 4118991"/>
                <a:gd name="GluePoint2X" fmla="*/ 1824514 w 2356712"/>
                <a:gd name="GluePoint2Y" fmla="*/ 244697 h 4118991"/>
                <a:gd name="GluePoint3X" fmla="*/ 1908715 w 2356712"/>
                <a:gd name="GluePoint3Y" fmla="*/ 328994 h 4118991"/>
                <a:gd name="GluePoint4X" fmla="*/ 2226469 w 2356712"/>
                <a:gd name="GluePoint4Y" fmla="*/ 603695 h 4118991"/>
                <a:gd name="GluePoint5X" fmla="*/ 2355628 w 2356712"/>
                <a:gd name="GluePoint5Y" fmla="*/ 900494 h 4118991"/>
                <a:gd name="GluePoint6X" fmla="*/ 2281428 w 2356712"/>
                <a:gd name="GluePoint6Y" fmla="*/ 1206913 h 4118991"/>
                <a:gd name="GluePoint7X" fmla="*/ 2092452 w 2356712"/>
                <a:gd name="GluePoint7Y" fmla="*/ 1460659 h 4118991"/>
                <a:gd name="GluePoint8X" fmla="*/ 1834039 w 2356712"/>
                <a:gd name="GluePoint8Y" fmla="*/ 1625822 h 4118991"/>
                <a:gd name="GluePoint9X" fmla="*/ 1558862 w 2356712"/>
                <a:gd name="GluePoint9Y" fmla="*/ 1743075 h 4118991"/>
                <a:gd name="GluePoint10X" fmla="*/ 1386554 w 2356712"/>
                <a:gd name="GluePoint10Y" fmla="*/ 1869948 h 4118991"/>
                <a:gd name="GluePoint11X" fmla="*/ 1271683 w 2356712"/>
                <a:gd name="GluePoint11Y" fmla="*/ 2073402 h 4118991"/>
                <a:gd name="GluePoint12X" fmla="*/ 1178338 w 2356712"/>
                <a:gd name="GluePoint12Y" fmla="*/ 2355914 h 4118991"/>
                <a:gd name="GluePoint13X" fmla="*/ 1113758 w 2356712"/>
                <a:gd name="GluePoint13Y" fmla="*/ 2578513 h 4118991"/>
                <a:gd name="GluePoint14X" fmla="*/ 1034796 w 2356712"/>
                <a:gd name="GluePoint14Y" fmla="*/ 2834640 h 4118991"/>
                <a:gd name="GluePoint15X" fmla="*/ 905637 w 2356712"/>
                <a:gd name="GluePoint15Y" fmla="*/ 3081242 h 4118991"/>
                <a:gd name="GluePoint16X" fmla="*/ 793147 w 2356712"/>
                <a:gd name="GluePoint16Y" fmla="*/ 3258407 h 4118991"/>
                <a:gd name="GluePoint17X" fmla="*/ 546735 w 2356712"/>
                <a:gd name="GluePoint17Y" fmla="*/ 3571970 h 4118991"/>
                <a:gd name="GluePoint18X" fmla="*/ 346996 w 2356712"/>
                <a:gd name="GluePoint18Y" fmla="*/ 3771900 h 4118991"/>
                <a:gd name="GluePoint19X" fmla="*/ 174689 w 2356712"/>
                <a:gd name="GluePoint19Y" fmla="*/ 3944207 h 4118991"/>
                <a:gd name="GluePoint20X" fmla="*/ 0 w 2356712"/>
                <a:gd name="GluePoint20Y" fmla="*/ 4118991 h 411899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7" name="Freeform: Shape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00" y="15120"/>
              <a:ext cx="1368000" cy="2644560"/>
            </a:xfrm>
            <a:custGeom>
              <a:avLst/>
              <a:gdLst>
                <a:gd name="textAreaLeft" fmla="*/ 0 w 1368000"/>
                <a:gd name="textAreaRight" fmla="*/ 1368360 w 1368000"/>
                <a:gd name="textAreaTop" fmla="*/ 0 h 2644560"/>
                <a:gd name="textAreaBottom" fmla="*/ 2644920 h 2644560"/>
                <a:gd name="GluePoint1X" fmla="*/ 0 w 2059193"/>
                <a:gd name="GluePoint1Y" fmla="*/ 3980116 h 3980116"/>
                <a:gd name="GluePoint2X" fmla="*/ 471583 w 2059193"/>
                <a:gd name="GluePoint2Y" fmla="*/ 3515678 h 3980116"/>
                <a:gd name="GluePoint3X" fmla="*/ 758666 w 2059193"/>
                <a:gd name="GluePoint3Y" fmla="*/ 3163824 h 3980116"/>
                <a:gd name="GluePoint4X" fmla="*/ 940499 w 2059193"/>
                <a:gd name="GluePoint4Y" fmla="*/ 2780824 h 3980116"/>
                <a:gd name="GluePoint5X" fmla="*/ 1055370 w 2059193"/>
                <a:gd name="GluePoint5Y" fmla="*/ 2242185 h 3980116"/>
                <a:gd name="GluePoint6X" fmla="*/ 1136714 w 2059193"/>
                <a:gd name="GluePoint6Y" fmla="*/ 1878330 h 3980116"/>
                <a:gd name="GluePoint7X" fmla="*/ 1246727 w 2059193"/>
                <a:gd name="GluePoint7Y" fmla="*/ 1562386 h 3980116"/>
                <a:gd name="GluePoint8X" fmla="*/ 1378363 w 2059193"/>
                <a:gd name="GluePoint8Y" fmla="*/ 1430750 h 3980116"/>
                <a:gd name="GluePoint9X" fmla="*/ 1691831 w 2059193"/>
                <a:gd name="GluePoint9Y" fmla="*/ 1394841 h 3980116"/>
                <a:gd name="GluePoint10X" fmla="*/ 1914335 w 2059193"/>
                <a:gd name="GluePoint10Y" fmla="*/ 1323023 h 3980116"/>
                <a:gd name="GluePoint11X" fmla="*/ 2055495 w 2059193"/>
                <a:gd name="GluePoint11Y" fmla="*/ 1098042 h 3980116"/>
                <a:gd name="GluePoint12X" fmla="*/ 2033969 w 2059193"/>
                <a:gd name="GluePoint12Y" fmla="*/ 930497 h 3980116"/>
                <a:gd name="GluePoint13X" fmla="*/ 1885664 w 2059193"/>
                <a:gd name="GluePoint13Y" fmla="*/ 760571 h 3980116"/>
                <a:gd name="GluePoint14X" fmla="*/ 1636871 w 2059193"/>
                <a:gd name="GluePoint14Y" fmla="*/ 612172 h 3980116"/>
                <a:gd name="GluePoint15X" fmla="*/ 1335405 w 2059193"/>
                <a:gd name="GluePoint15Y" fmla="*/ 459010 h 3980116"/>
                <a:gd name="GluePoint16X" fmla="*/ 1234916 w 2059193"/>
                <a:gd name="GluePoint16Y" fmla="*/ 269939 h 3980116"/>
                <a:gd name="GluePoint17X" fmla="*/ 1386935 w 2059193"/>
                <a:gd name="GluePoint17Y" fmla="*/ 0 h 39801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8" name="Freeform: Shape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8720" y="543960"/>
              <a:ext cx="493920" cy="19051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0 h 1905120"/>
                <a:gd name="textAreaBottom" fmla="*/ 1905480 h 1905120"/>
                <a:gd name="GluePoint1X" fmla="*/ 11144 w 743796"/>
                <a:gd name="GluePoint1Y" fmla="*/ 0 h 2867501"/>
                <a:gd name="GluePoint2X" fmla="*/ 353663 w 743796"/>
                <a:gd name="GluePoint2Y" fmla="*/ 55245 h 2867501"/>
                <a:gd name="GluePoint3X" fmla="*/ 571405 w 743796"/>
                <a:gd name="GluePoint3Y" fmla="*/ 179737 h 2867501"/>
                <a:gd name="GluePoint4X" fmla="*/ 688658 w 743796"/>
                <a:gd name="GluePoint4Y" fmla="*/ 368808 h 2867501"/>
                <a:gd name="GluePoint5X" fmla="*/ 731711 w 743796"/>
                <a:gd name="GluePoint5Y" fmla="*/ 612934 h 2867501"/>
                <a:gd name="GluePoint6X" fmla="*/ 725233 w 743796"/>
                <a:gd name="GluePoint6Y" fmla="*/ 995648 h 2867501"/>
                <a:gd name="GluePoint7X" fmla="*/ 742855 w 743796"/>
                <a:gd name="GluePoint7Y" fmla="*/ 1499330 h 2867501"/>
                <a:gd name="GluePoint8X" fmla="*/ 707898 w 743796"/>
                <a:gd name="GluePoint8Y" fmla="*/ 1793081 h 2867501"/>
                <a:gd name="GluePoint9X" fmla="*/ 633222 w 743796"/>
                <a:gd name="GluePoint9Y" fmla="*/ 2073592 h 2867501"/>
                <a:gd name="GluePoint10X" fmla="*/ 404527 w 743796"/>
                <a:gd name="GluePoint10Y" fmla="*/ 2472404 h 2867501"/>
                <a:gd name="GluePoint11X" fmla="*/ 0 w 743796"/>
                <a:gd name="GluePoint11Y" fmla="*/ 2867501 h 286750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9" name="Freeform: Shape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00" y="672120"/>
              <a:ext cx="396720" cy="1689840"/>
            </a:xfrm>
            <a:custGeom>
              <a:avLst/>
              <a:gdLst>
                <a:gd name="textAreaLeft" fmla="*/ 0 w 396720"/>
                <a:gd name="textAreaRight" fmla="*/ 397080 w 396720"/>
                <a:gd name="textAreaTop" fmla="*/ 0 h 1689840"/>
                <a:gd name="textAreaBottom" fmla="*/ 1690200 h 1689840"/>
                <a:gd name="GluePoint1X" fmla="*/ 16478 w 597294"/>
                <a:gd name="GluePoint1Y" fmla="*/ 2079 h 2543540"/>
                <a:gd name="GluePoint2X" fmla="*/ 299847 w 597294"/>
                <a:gd name="GluePoint2Y" fmla="*/ 53991 h 2543540"/>
                <a:gd name="GluePoint3X" fmla="*/ 503206 w 597294"/>
                <a:gd name="GluePoint3Y" fmla="*/ 291354 h 2543540"/>
                <a:gd name="GluePoint4X" fmla="*/ 525113 w 597294"/>
                <a:gd name="GluePoint4Y" fmla="*/ 724265 h 2543540"/>
                <a:gd name="GluePoint5X" fmla="*/ 578930 w 597294"/>
                <a:gd name="GluePoint5Y" fmla="*/ 1117267 h 2543540"/>
                <a:gd name="GluePoint6X" fmla="*/ 592931 w 597294"/>
                <a:gd name="GluePoint6Y" fmla="*/ 1476359 h 2543540"/>
                <a:gd name="GluePoint7X" fmla="*/ 503206 w 597294"/>
                <a:gd name="GluePoint7Y" fmla="*/ 1859359 h 2543540"/>
                <a:gd name="GluePoint8X" fmla="*/ 291846 w 597294"/>
                <a:gd name="GluePoint8Y" fmla="*/ 2250361 h 2543540"/>
                <a:gd name="GluePoint9X" fmla="*/ 0 w 597294"/>
                <a:gd name="GluePoint9Y" fmla="*/ 2543540 h 25435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0" name="Freeform: Shape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040" y="881280"/>
              <a:ext cx="258480" cy="1336320"/>
            </a:xfrm>
            <a:custGeom>
              <a:avLst/>
              <a:gdLst>
                <a:gd name="textAreaLeft" fmla="*/ 0 w 258480"/>
                <a:gd name="textAreaRight" fmla="*/ 258840 w 258480"/>
                <a:gd name="textAreaTop" fmla="*/ 0 h 1336320"/>
                <a:gd name="textAreaBottom" fmla="*/ 1336680 h 1336320"/>
                <a:gd name="GluePoint1X" fmla="*/ 0 w 389425"/>
                <a:gd name="GluePoint1Y" fmla="*/ 33 h 2011236"/>
                <a:gd name="GluePoint2X" fmla="*/ 171260 w 389425"/>
                <a:gd name="GluePoint2Y" fmla="*/ 60326 h 2011236"/>
                <a:gd name="GluePoint3X" fmla="*/ 211455 w 389425"/>
                <a:gd name="GluePoint3Y" fmla="*/ 221204 h 2011236"/>
                <a:gd name="GluePoint4X" fmla="*/ 243078 w 389425"/>
                <a:gd name="GluePoint4Y" fmla="*/ 448089 h 2011236"/>
                <a:gd name="GluePoint5X" fmla="*/ 346424 w 389425"/>
                <a:gd name="GluePoint5Y" fmla="*/ 789941 h 2011236"/>
                <a:gd name="GluePoint6X" fmla="*/ 372237 w 389425"/>
                <a:gd name="GluePoint6Y" fmla="*/ 942151 h 2011236"/>
                <a:gd name="GluePoint7X" fmla="*/ 386620 w 389425"/>
                <a:gd name="GluePoint7Y" fmla="*/ 1272478 h 2011236"/>
                <a:gd name="GluePoint8X" fmla="*/ 280416 w 389425"/>
                <a:gd name="GluePoint8Y" fmla="*/ 1660241 h 2011236"/>
                <a:gd name="GluePoint9X" fmla="*/ 151257 w 389425"/>
                <a:gd name="GluePoint9Y" fmla="*/ 1844073 h 2011236"/>
                <a:gd name="GluePoint10X" fmla="*/ 1905 w 389425"/>
                <a:gd name="GluePoint10Y" fmla="*/ 2011237 h 20112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1186560" y="559800"/>
            <a:ext cx="3988080" cy="141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lnSpcReduction="9999"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Получение данных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2" name="PlaceHolder 2"/>
          <p:cNvSpPr>
            <a:spLocks noGrp="1"/>
          </p:cNvSpPr>
          <p:nvPr>
            <p:ph/>
          </p:nvPr>
        </p:nvSpPr>
        <p:spPr>
          <a:xfrm>
            <a:off x="1115280" y="1982520"/>
            <a:ext cx="4057920" cy="488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7162fe"/>
              </a:buClr>
              <a:buFont typeface="Avenir Next LT Pro"/>
              <a:buChar char="+"/>
            </a:pPr>
            <a:r>
              <a:rPr lang="ru-RU" sz="1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На главном экране WPF-приложения доступны 2 кнопки: "Войти" и "Зарегистрироваться". По нажатию кнопки входа пользователя перекинет в браузер для авторизации. В случае успешной авторизации пользователя вернёт в приложение, где будут доступны сведения о нём. Передача токена из браузера в приложение происходит при помощи Callback-контроллера. На странице сведений доступна кнопка выхода, которая завершает сессию.</a:t>
            </a:r>
            <a:endParaRPr lang="ru-RU" sz="1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pic>
        <p:nvPicPr>
          <p:cNvPr id="423" name="Рисунок 3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/>
          <p:cNvPicPr/>
          <p:nvPr/>
        </p:nvPicPr>
        <p:blipFill>
          <a:blip r:embed="rId1"/>
          <a:stretch/>
        </p:blipFill>
        <p:spPr>
          <a:xfrm>
            <a:off x="5603040" y="1622160"/>
            <a:ext cx="6386760" cy="3608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24" name="Bottom Righ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980480" y="3276720"/>
            <a:ext cx="4211280" cy="3580920"/>
            <a:chOff x="7980480" y="3276720"/>
            <a:chExt cx="4211280" cy="3580920"/>
          </a:xfrm>
        </p:grpSpPr>
        <p:sp>
          <p:nvSpPr>
            <p:cNvPr id="425" name="Freeform: Shap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439280" y="6178680"/>
              <a:ext cx="1481760" cy="678960"/>
            </a:xfrm>
            <a:custGeom>
              <a:avLst/>
              <a:gdLst>
                <a:gd name="textAreaLeft" fmla="*/ 0 w 1481760"/>
                <a:gd name="textAreaRight" fmla="*/ 1482120 w 1481760"/>
                <a:gd name="textAreaTop" fmla="*/ 0 h 678960"/>
                <a:gd name="textAreaBottom" fmla="*/ 679320 h 678960"/>
                <a:gd name="GluePoint1X" fmla="*/ 741051 w 1482102"/>
                <a:gd name="GluePoint1Y" fmla="*/ 0 h 679363"/>
                <a:gd name="GluePoint2X" fmla="*/ 1473822 w 1482102"/>
                <a:gd name="GluePoint2Y" fmla="*/ 597226 h 679363"/>
                <a:gd name="GluePoint3X" fmla="*/ 1482102 w 1482102"/>
                <a:gd name="GluePoint3Y" fmla="*/ 679363 h 679363"/>
                <a:gd name="GluePoint4X" fmla="*/ 0 w 1482102"/>
                <a:gd name="GluePoint4Y" fmla="*/ 679363 h 679363"/>
                <a:gd name="GluePoint5X" fmla="*/ 8280 w 1482102"/>
                <a:gd name="GluePoint5Y" fmla="*/ 597226 h 679363"/>
                <a:gd name="GluePoint6X" fmla="*/ 741051 w 1482102"/>
                <a:gd name="GluePoint6Y" fmla="*/ 0 h 67936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venirNext LT Pro Medium"/>
              </a:endParaRPr>
            </a:p>
          </p:txBody>
        </p:sp>
        <p:grpSp>
          <p:nvGrpSpPr>
            <p:cNvPr id="426" name="Graphic 15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680" y="3276720"/>
              <a:ext cx="3529080" cy="3580920"/>
              <a:chOff x="8662680" y="3276720"/>
              <a:chExt cx="3529080" cy="3580920"/>
            </a:xfrm>
          </p:grpSpPr>
          <p:sp>
            <p:nvSpPr>
              <p:cNvPr id="427" name="Freeform: Shape 2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662680" y="3276720"/>
                <a:ext cx="3515760" cy="3565080"/>
              </a:xfrm>
              <a:custGeom>
                <a:avLst/>
                <a:gdLst>
                  <a:gd name="textAreaLeft" fmla="*/ 0 w 3515760"/>
                  <a:gd name="textAreaRight" fmla="*/ 3516120 w 3515760"/>
                  <a:gd name="textAreaTop" fmla="*/ 0 h 3565080"/>
                  <a:gd name="textAreaBottom" fmla="*/ 3565440 h 3565080"/>
                  <a:gd name="GluePoint1X" fmla="*/ 0 w 3946874"/>
                  <a:gd name="GluePoint1Y" fmla="*/ 3989641 h 3989641"/>
                  <a:gd name="GluePoint2X" fmla="*/ 79439 w 3946874"/>
                  <a:gd name="GluePoint2Y" fmla="*/ 3891153 h 3989641"/>
                  <a:gd name="GluePoint3X" fmla="*/ 297371 w 3946874"/>
                  <a:gd name="GluePoint3Y" fmla="*/ 3626930 h 3989641"/>
                  <a:gd name="GluePoint4X" fmla="*/ 454343 w 3946874"/>
                  <a:gd name="GluePoint4Y" fmla="*/ 3440335 h 3989641"/>
                  <a:gd name="GluePoint5X" fmla="*/ 622363 w 3946874"/>
                  <a:gd name="GluePoint5Y" fmla="*/ 3290697 h 3989641"/>
                  <a:gd name="GluePoint6X" fmla="*/ 927068 w 3946874"/>
                  <a:gd name="GluePoint6Y" fmla="*/ 3087434 h 3989641"/>
                  <a:gd name="GluePoint7X" fmla="*/ 1176338 w 3946874"/>
                  <a:gd name="GluePoint7Y" fmla="*/ 2915603 h 3989641"/>
                  <a:gd name="GluePoint8X" fmla="*/ 1394270 w 3946874"/>
                  <a:gd name="GluePoint8Y" fmla="*/ 2780729 h 3989641"/>
                  <a:gd name="GluePoint9X" fmla="*/ 1601057 w 3946874"/>
                  <a:gd name="GluePoint9Y" fmla="*/ 2723483 h 3989641"/>
                  <a:gd name="GluePoint10X" fmla="*/ 1756220 w 3946874"/>
                  <a:gd name="GluePoint10Y" fmla="*/ 2743772 h 3989641"/>
                  <a:gd name="GluePoint11X" fmla="*/ 1889189 w 3946874"/>
                  <a:gd name="GluePoint11Y" fmla="*/ 2765965 h 3989641"/>
                  <a:gd name="GluePoint12X" fmla="*/ 2007394 w 3946874"/>
                  <a:gd name="GluePoint12Y" fmla="*/ 2765965 h 3989641"/>
                  <a:gd name="GluePoint13X" fmla="*/ 2184654 w 3946874"/>
                  <a:gd name="GluePoint13Y" fmla="*/ 2671763 h 3989641"/>
                  <a:gd name="GluePoint14X" fmla="*/ 2372773 w 3946874"/>
                  <a:gd name="GluePoint14Y" fmla="*/ 2538984 h 3989641"/>
                  <a:gd name="GluePoint15X" fmla="*/ 2439543 w 3946874"/>
                  <a:gd name="GluePoint15Y" fmla="*/ 2510504 h 3989641"/>
                  <a:gd name="GluePoint16X" fmla="*/ 2650617 w 3946874"/>
                  <a:gd name="GluePoint16Y" fmla="*/ 2434781 h 3989641"/>
                  <a:gd name="GluePoint17X" fmla="*/ 2785110 w 3946874"/>
                  <a:gd name="GluePoint17Y" fmla="*/ 2383060 h 3989641"/>
                  <a:gd name="GluePoint18X" fmla="*/ 2897315 w 3946874"/>
                  <a:gd name="GluePoint18Y" fmla="*/ 2318861 h 3989641"/>
                  <a:gd name="GluePoint19X" fmla="*/ 2997994 w 3946874"/>
                  <a:gd name="GluePoint19Y" fmla="*/ 2226183 h 3989641"/>
                  <a:gd name="GluePoint20X" fmla="*/ 3061240 w 3946874"/>
                  <a:gd name="GluePoint20Y" fmla="*/ 2141506 h 3989641"/>
                  <a:gd name="GluePoint21X" fmla="*/ 3152108 w 3946874"/>
                  <a:gd name="GluePoint21Y" fmla="*/ 2005203 h 3989641"/>
                  <a:gd name="GluePoint22X" fmla="*/ 3274124 w 3946874"/>
                  <a:gd name="GluePoint22Y" fmla="*/ 1871567 h 3989641"/>
                  <a:gd name="GluePoint23X" fmla="*/ 3388138 w 3946874"/>
                  <a:gd name="GluePoint23Y" fmla="*/ 1770888 h 3989641"/>
                  <a:gd name="GluePoint24X" fmla="*/ 3466529 w 3946874"/>
                  <a:gd name="GluePoint24Y" fmla="*/ 1679162 h 3989641"/>
                  <a:gd name="GluePoint25X" fmla="*/ 3538633 w 3946874"/>
                  <a:gd name="GluePoint25Y" fmla="*/ 1551718 h 3989641"/>
                  <a:gd name="GluePoint26X" fmla="*/ 3588544 w 3946874"/>
                  <a:gd name="GluePoint26Y" fmla="*/ 1376172 h 3989641"/>
                  <a:gd name="GluePoint27X" fmla="*/ 3597402 w 3946874"/>
                  <a:gd name="GluePoint27Y" fmla="*/ 1293305 h 3989641"/>
                  <a:gd name="GluePoint28X" fmla="*/ 3721227 w 3946874"/>
                  <a:gd name="GluePoint28Y" fmla="*/ 880491 h 3989641"/>
                  <a:gd name="GluePoint29X" fmla="*/ 3761137 w 3946874"/>
                  <a:gd name="GluePoint29Y" fmla="*/ 463677 h 3989641"/>
                  <a:gd name="GluePoint30X" fmla="*/ 3946874 w 3946874"/>
                  <a:gd name="GluePoint30Y" fmla="*/ 0 h 398964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</a:cxnLst>
                <a:rect l="textAreaLeft" t="textAreaTop" r="textAreaRight" b="textAreaBottom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8" name="Freeform: Shape 2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913240" y="4186080"/>
                <a:ext cx="3265200" cy="2667600"/>
              </a:xfrm>
              <a:custGeom>
                <a:avLst/>
                <a:gdLst>
                  <a:gd name="textAreaLeft" fmla="*/ 0 w 3265200"/>
                  <a:gd name="textAreaRight" fmla="*/ 3265560 w 3265200"/>
                  <a:gd name="textAreaTop" fmla="*/ 0 h 2667600"/>
                  <a:gd name="textAreaBottom" fmla="*/ 2667960 h 2667600"/>
                  <a:gd name="GluePoint1X" fmla="*/ 0 w 3665410"/>
                  <a:gd name="GluePoint1Y" fmla="*/ 2985611 h 2985611"/>
                  <a:gd name="GluePoint2X" fmla="*/ 166211 w 3665410"/>
                  <a:gd name="GluePoint2Y" fmla="*/ 2699766 h 2985611"/>
                  <a:gd name="GluePoint3X" fmla="*/ 397002 w 3665410"/>
                  <a:gd name="GluePoint3Y" fmla="*/ 2414969 h 2985611"/>
                  <a:gd name="GluePoint4X" fmla="*/ 620173 w 3665410"/>
                  <a:gd name="GluePoint4Y" fmla="*/ 2237899 h 2985611"/>
                  <a:gd name="GluePoint5X" fmla="*/ 823341 w 3665410"/>
                  <a:gd name="GluePoint5Y" fmla="*/ 2085499 h 2985611"/>
                  <a:gd name="GluePoint6X" fmla="*/ 1089565 w 3665410"/>
                  <a:gd name="GluePoint6Y" fmla="*/ 1911477 h 2985611"/>
                  <a:gd name="GluePoint7X" fmla="*/ 1145000 w 3665410"/>
                  <a:gd name="GluePoint7Y" fmla="*/ 1886807 h 2985611"/>
                  <a:gd name="GluePoint8X" fmla="*/ 1375791 w 3665410"/>
                  <a:gd name="GluePoint8Y" fmla="*/ 1842135 h 2985611"/>
                  <a:gd name="GluePoint9X" fmla="*/ 1486567 w 3665410"/>
                  <a:gd name="GluePoint9Y" fmla="*/ 1857566 h 2985611"/>
                  <a:gd name="GluePoint10X" fmla="*/ 1568101 w 3665410"/>
                  <a:gd name="GluePoint10Y" fmla="*/ 1871377 h 2985611"/>
                  <a:gd name="GluePoint11X" fmla="*/ 1810607 w 3665410"/>
                  <a:gd name="GluePoint11Y" fmla="*/ 1871377 h 2985611"/>
                  <a:gd name="GluePoint12X" fmla="*/ 1997964 w 3665410"/>
                  <a:gd name="GluePoint12Y" fmla="*/ 1790605 h 2985611"/>
                  <a:gd name="GluePoint13X" fmla="*/ 2109883 w 3665410"/>
                  <a:gd name="GluePoint13Y" fmla="*/ 1702784 h 2985611"/>
                  <a:gd name="GluePoint14X" fmla="*/ 2321433 w 3665410"/>
                  <a:gd name="GluePoint14Y" fmla="*/ 1552384 h 2985611"/>
                  <a:gd name="GluePoint15X" fmla="*/ 2558891 w 3665410"/>
                  <a:gd name="GluePoint15Y" fmla="*/ 1453420 h 2985611"/>
                  <a:gd name="GluePoint16X" fmla="*/ 2709767 w 3665410"/>
                  <a:gd name="GluePoint16Y" fmla="*/ 1377887 h 2985611"/>
                  <a:gd name="GluePoint17X" fmla="*/ 2885408 w 3665410"/>
                  <a:gd name="GluePoint17Y" fmla="*/ 1237393 h 2985611"/>
                  <a:gd name="GluePoint18X" fmla="*/ 3017711 w 3665410"/>
                  <a:gd name="GluePoint18Y" fmla="*/ 1072229 h 2985611"/>
                  <a:gd name="GluePoint19X" fmla="*/ 3150680 w 3665410"/>
                  <a:gd name="GluePoint19Y" fmla="*/ 921830 h 2985611"/>
                  <a:gd name="GluePoint20X" fmla="*/ 3255169 w 3665410"/>
                  <a:gd name="GluePoint20Y" fmla="*/ 801815 h 2985611"/>
                  <a:gd name="GluePoint21X" fmla="*/ 3339275 w 3665410"/>
                  <a:gd name="GluePoint21Y" fmla="*/ 694182 h 2985611"/>
                  <a:gd name="GluePoint22X" fmla="*/ 3409188 w 3665410"/>
                  <a:gd name="GluePoint22Y" fmla="*/ 546926 h 2985611"/>
                  <a:gd name="GluePoint23X" fmla="*/ 3464243 w 3665410"/>
                  <a:gd name="GluePoint23Y" fmla="*/ 347663 h 2985611"/>
                  <a:gd name="GluePoint24X" fmla="*/ 3665411 w 3665410"/>
                  <a:gd name="GluePoint24Y" fmla="*/ 0 h 298561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</a:cxnLst>
                <a:rect l="textAreaLeft" t="textAreaTop" r="textAreaRight" b="textAreaBottom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9" name="Freeform: Shape 2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1937240" y="6677640"/>
                <a:ext cx="254520" cy="177480"/>
              </a:xfrm>
              <a:custGeom>
                <a:avLst/>
                <a:gdLst>
                  <a:gd name="textAreaLeft" fmla="*/ 0 w 254520"/>
                  <a:gd name="textAreaRight" fmla="*/ 254880 w 254520"/>
                  <a:gd name="textAreaTop" fmla="*/ 0 h 177480"/>
                  <a:gd name="textAreaBottom" fmla="*/ 177840 h 177480"/>
                  <a:gd name="GluePoint1X" fmla="*/ 0 w 285940"/>
                  <a:gd name="GluePoint1Y" fmla="*/ 199073 h 199072"/>
                  <a:gd name="GluePoint2X" fmla="*/ 285940 w 285940"/>
                  <a:gd name="GluePoint2Y" fmla="*/ 0 h 19907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0" name="Freeform: Shape 2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1583360" y="6516720"/>
                <a:ext cx="583920" cy="340200"/>
              </a:xfrm>
              <a:custGeom>
                <a:avLst/>
                <a:gdLst>
                  <a:gd name="textAreaLeft" fmla="*/ 0 w 583920"/>
                  <a:gd name="textAreaRight" fmla="*/ 584280 w 583920"/>
                  <a:gd name="textAreaTop" fmla="*/ 0 h 340200"/>
                  <a:gd name="textAreaBottom" fmla="*/ 340560 h 340200"/>
                  <a:gd name="GluePoint1X" fmla="*/ 0 w 655796"/>
                  <a:gd name="GluePoint1Y" fmla="*/ 381190 h 381190"/>
                  <a:gd name="GluePoint2X" fmla="*/ 655796 w 655796"/>
                  <a:gd name="GluePoint2Y" fmla="*/ 0 h 3811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1" name="Freeform: Shape 3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588600" y="5460480"/>
                <a:ext cx="2589840" cy="1380240"/>
              </a:xfrm>
              <a:custGeom>
                <a:avLst/>
                <a:gdLst>
                  <a:gd name="textAreaLeft" fmla="*/ 0 w 2589840"/>
                  <a:gd name="textAreaRight" fmla="*/ 2590200 w 2589840"/>
                  <a:gd name="textAreaTop" fmla="*/ 0 h 1380240"/>
                  <a:gd name="textAreaBottom" fmla="*/ 1380600 h 1380240"/>
                  <a:gd name="GluePoint1X" fmla="*/ 0 w 2907315"/>
                  <a:gd name="GluePoint1Y" fmla="*/ 1544764 h 1544764"/>
                  <a:gd name="GluePoint2X" fmla="*/ 201644 w 2907315"/>
                  <a:gd name="GluePoint2Y" fmla="*/ 1352550 h 1544764"/>
                  <a:gd name="GluePoint3X" fmla="*/ 423196 w 2907315"/>
                  <a:gd name="GluePoint3Y" fmla="*/ 1196054 h 1544764"/>
                  <a:gd name="GluePoint4X" fmla="*/ 782193 w 2907315"/>
                  <a:gd name="GluePoint4Y" fmla="*/ 1099947 h 1544764"/>
                  <a:gd name="GluePoint5X" fmla="*/ 1052513 w 2907315"/>
                  <a:gd name="GluePoint5Y" fmla="*/ 1042321 h 1544764"/>
                  <a:gd name="GluePoint6X" fmla="*/ 1311783 w 2907315"/>
                  <a:gd name="GluePoint6Y" fmla="*/ 1056037 h 1544764"/>
                  <a:gd name="GluePoint7X" fmla="*/ 1484662 w 2907315"/>
                  <a:gd name="GluePoint7Y" fmla="*/ 1083469 h 1544764"/>
                  <a:gd name="GluePoint8X" fmla="*/ 1788224 w 2907315"/>
                  <a:gd name="GluePoint8Y" fmla="*/ 1023080 h 1544764"/>
                  <a:gd name="GluePoint9X" fmla="*/ 2269045 w 2907315"/>
                  <a:gd name="GluePoint9Y" fmla="*/ 734758 h 1544764"/>
                  <a:gd name="GluePoint10X" fmla="*/ 2534984 w 2907315"/>
                  <a:gd name="GluePoint10Y" fmla="*/ 572738 h 1544764"/>
                  <a:gd name="GluePoint11X" fmla="*/ 2907316 w 2907315"/>
                  <a:gd name="GluePoint11Y" fmla="*/ 0 h 154476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2" name="Freeform: Shape 3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369360" y="5113080"/>
                <a:ext cx="2822040" cy="1744560"/>
              </a:xfrm>
              <a:custGeom>
                <a:avLst/>
                <a:gdLst>
                  <a:gd name="textAreaLeft" fmla="*/ 0 w 2822040"/>
                  <a:gd name="textAreaRight" fmla="*/ 2822400 w 2822040"/>
                  <a:gd name="textAreaTop" fmla="*/ 0 h 1744560"/>
                  <a:gd name="textAreaBottom" fmla="*/ 1744920 h 1744560"/>
                  <a:gd name="GluePoint1X" fmla="*/ 0 w 3168300"/>
                  <a:gd name="GluePoint1Y" fmla="*/ 1952435 h 1952434"/>
                  <a:gd name="GluePoint2X" fmla="*/ 202121 w 3168300"/>
                  <a:gd name="GluePoint2Y" fmla="*/ 1687068 h 1952434"/>
                  <a:gd name="GluePoint3X" fmla="*/ 545116 w 3168300"/>
                  <a:gd name="GluePoint3Y" fmla="*/ 1450277 h 1952434"/>
                  <a:gd name="GluePoint4X" fmla="*/ 906780 w 3168300"/>
                  <a:gd name="GluePoint4Y" fmla="*/ 1354455 h 1952434"/>
                  <a:gd name="GluePoint5X" fmla="*/ 1332262 w 3168300"/>
                  <a:gd name="GluePoint5Y" fmla="*/ 1285304 h 1952434"/>
                  <a:gd name="GluePoint6X" fmla="*/ 1691259 w 3168300"/>
                  <a:gd name="GluePoint6Y" fmla="*/ 1240060 h 1952434"/>
                  <a:gd name="GluePoint7X" fmla="*/ 2010346 w 3168300"/>
                  <a:gd name="GluePoint7Y" fmla="*/ 1141667 h 1952434"/>
                  <a:gd name="GluePoint8X" fmla="*/ 2393252 w 3168300"/>
                  <a:gd name="GluePoint8Y" fmla="*/ 1027271 h 1952434"/>
                  <a:gd name="GluePoint9X" fmla="*/ 2582037 w 3168300"/>
                  <a:gd name="GluePoint9Y" fmla="*/ 958120 h 1952434"/>
                  <a:gd name="GluePoint10X" fmla="*/ 2760155 w 3168300"/>
                  <a:gd name="GluePoint10Y" fmla="*/ 827723 h 1952434"/>
                  <a:gd name="GluePoint11X" fmla="*/ 2914364 w 3168300"/>
                  <a:gd name="GluePoint11Y" fmla="*/ 567023 h 1952434"/>
                  <a:gd name="GluePoint12X" fmla="*/ 3168301 w 3168300"/>
                  <a:gd name="GluePoint12Y" fmla="*/ 0 h 195243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</a:cxnLst>
                <a:rect l="textAreaLeft" t="textAreaTop" r="textAreaRight" b="textAreaBottom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3" name="Freeform: Shape 3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188280" y="4664160"/>
                <a:ext cx="2990160" cy="2190960"/>
              </a:xfrm>
              <a:custGeom>
                <a:avLst/>
                <a:gdLst>
                  <a:gd name="textAreaLeft" fmla="*/ 0 w 2990160"/>
                  <a:gd name="textAreaRight" fmla="*/ 2990520 w 2990160"/>
                  <a:gd name="textAreaTop" fmla="*/ 0 h 2190960"/>
                  <a:gd name="textAreaBottom" fmla="*/ 2191320 h 2190960"/>
                  <a:gd name="GluePoint1X" fmla="*/ 0 w 3356800"/>
                  <a:gd name="GluePoint1Y" fmla="*/ 2452021 h 2452020"/>
                  <a:gd name="GluePoint2X" fmla="*/ 130874 w 3356800"/>
                  <a:gd name="GluePoint2Y" fmla="*/ 2247710 h 2452020"/>
                  <a:gd name="GluePoint3X" fmla="*/ 437197 w 3356800"/>
                  <a:gd name="GluePoint3Y" fmla="*/ 1941195 h 2452020"/>
                  <a:gd name="GluePoint4X" fmla="*/ 737140 w 3356800"/>
                  <a:gd name="GluePoint4Y" fmla="*/ 1736884 h 2452020"/>
                  <a:gd name="GluePoint5X" fmla="*/ 1031843 w 3356800"/>
                  <a:gd name="GluePoint5Y" fmla="*/ 1685068 h 2452020"/>
                  <a:gd name="GluePoint6X" fmla="*/ 1287304 w 3356800"/>
                  <a:gd name="GluePoint6Y" fmla="*/ 1655826 h 2452020"/>
                  <a:gd name="GluePoint7X" fmla="*/ 1471994 w 3356800"/>
                  <a:gd name="GluePoint7Y" fmla="*/ 1634300 h 2452020"/>
                  <a:gd name="GluePoint8X" fmla="*/ 1898237 w 3356800"/>
                  <a:gd name="GluePoint8Y" fmla="*/ 1512665 h 2452020"/>
                  <a:gd name="GluePoint9X" fmla="*/ 2229136 w 3356800"/>
                  <a:gd name="GluePoint9Y" fmla="*/ 1355598 h 2452020"/>
                  <a:gd name="GluePoint10X" fmla="*/ 2512314 w 3356800"/>
                  <a:gd name="GluePoint10Y" fmla="*/ 1238631 h 2452020"/>
                  <a:gd name="GluePoint11X" fmla="*/ 2758535 w 3356800"/>
                  <a:gd name="GluePoint11Y" fmla="*/ 1096994 h 2452020"/>
                  <a:gd name="GluePoint12X" fmla="*/ 2935510 w 3356800"/>
                  <a:gd name="GluePoint12Y" fmla="*/ 919925 h 2452020"/>
                  <a:gd name="GluePoint13X" fmla="*/ 3081719 w 3356800"/>
                  <a:gd name="GluePoint13Y" fmla="*/ 687419 h 2452020"/>
                  <a:gd name="GluePoint14X" fmla="*/ 3356800 w 3356800"/>
                  <a:gd name="GluePoint14Y" fmla="*/ 0 h 245202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</a:cxnLst>
                <a:rect l="textAreaLeft" t="textAreaTop" r="textAreaRight" b="textAreaBottom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34" name="Freeform: Shape 2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80" y="5197320"/>
              <a:ext cx="4211280" cy="1660320"/>
            </a:xfrm>
            <a:custGeom>
              <a:avLst/>
              <a:gdLst>
                <a:gd name="textAreaLeft" fmla="*/ 0 w 4211280"/>
                <a:gd name="textAreaRight" fmla="*/ 4211640 w 4211280"/>
                <a:gd name="textAreaTop" fmla="*/ 0 h 1660320"/>
                <a:gd name="textAreaBottom" fmla="*/ 1660680 h 1660320"/>
                <a:gd name="GluePoint1X" fmla="*/ 4211600 w 4211600"/>
                <a:gd name="GluePoint1Y" fmla="*/ 0 h 1660822"/>
                <a:gd name="GluePoint2X" fmla="*/ 4211600 w 4211600"/>
                <a:gd name="GluePoint2Y" fmla="*/ 58430 h 1660822"/>
                <a:gd name="GluePoint3X" fmla="*/ 4136524 w 4211600"/>
                <a:gd name="GluePoint3Y" fmla="*/ 208808 h 1660822"/>
                <a:gd name="GluePoint4X" fmla="*/ 3973354 w 4211600"/>
                <a:gd name="GluePoint4Y" fmla="*/ 437313 h 1660822"/>
                <a:gd name="GluePoint5X" fmla="*/ 3884746 w 4211600"/>
                <a:gd name="GluePoint5Y" fmla="*/ 553613 h 1660822"/>
                <a:gd name="GluePoint6X" fmla="*/ 3849435 w 4211600"/>
                <a:gd name="GluePoint6Y" fmla="*/ 603143 h 1660822"/>
                <a:gd name="GluePoint7X" fmla="*/ 3661849 w 4211600"/>
                <a:gd name="GluePoint7Y" fmla="*/ 819075 h 1660822"/>
                <a:gd name="GluePoint8X" fmla="*/ 3402589 w 4211600"/>
                <a:gd name="GluePoint8Y" fmla="*/ 952996 h 1660822"/>
                <a:gd name="GluePoint9X" fmla="*/ 3130202 w 4211600"/>
                <a:gd name="GluePoint9Y" fmla="*/ 1023386 h 1660822"/>
                <a:gd name="GluePoint10X" fmla="*/ 2914657 w 4211600"/>
                <a:gd name="GluePoint10Y" fmla="*/ 1068058 h 1660822"/>
                <a:gd name="GluePoint11X" fmla="*/ 2582149 w 4211600"/>
                <a:gd name="GluePoint11Y" fmla="*/ 1138924 h 1660822"/>
                <a:gd name="GluePoint12X" fmla="*/ 2483958 w 4211600"/>
                <a:gd name="GluePoint12Y" fmla="*/ 1162356 h 1660822"/>
                <a:gd name="GluePoint13X" fmla="*/ 2123750 w 4211600"/>
                <a:gd name="GluePoint13Y" fmla="*/ 1238651 h 1660822"/>
                <a:gd name="GluePoint14X" fmla="*/ 1761444 w 4211600"/>
                <a:gd name="GluePoint14Y" fmla="*/ 1273417 h 1660822"/>
                <a:gd name="GluePoint15X" fmla="*/ 1608382 w 4211600"/>
                <a:gd name="GluePoint15Y" fmla="*/ 1284466 h 1660822"/>
                <a:gd name="GluePoint16X" fmla="*/ 999942 w 4211600"/>
                <a:gd name="GluePoint16Y" fmla="*/ 1354284 h 1660822"/>
                <a:gd name="GluePoint17X" fmla="*/ 484705 w 4211600"/>
                <a:gd name="GluePoint17Y" fmla="*/ 1450487 h 1660822"/>
                <a:gd name="GluePoint18X" fmla="*/ 113310 w 4211600"/>
                <a:gd name="GluePoint18Y" fmla="*/ 1613700 h 1660822"/>
                <a:gd name="GluePoint19X" fmla="*/ 39668 w 4211600"/>
                <a:gd name="GluePoint19Y" fmla="*/ 1660822 h 1660822"/>
                <a:gd name="GluePoint20X" fmla="*/ 0 w 4211600"/>
                <a:gd name="GluePoint20Y" fmla="*/ 1660822 h 1660822"/>
                <a:gd name="GluePoint21X" fmla="*/ 96701 w 4211600"/>
                <a:gd name="GluePoint21Y" fmla="*/ 1598934 h 1660822"/>
                <a:gd name="GluePoint22X" fmla="*/ 474335 w 4211600"/>
                <a:gd name="GluePoint22Y" fmla="*/ 1433056 h 1660822"/>
                <a:gd name="GluePoint23X" fmla="*/ 994299 w 4211600"/>
                <a:gd name="GluePoint23Y" fmla="*/ 1335806 h 1660822"/>
                <a:gd name="GluePoint24X" fmla="*/ 1605231 w 4211600"/>
                <a:gd name="GluePoint24Y" fmla="*/ 1265702 h 1660822"/>
                <a:gd name="GluePoint25X" fmla="*/ 1758819 w 4211600"/>
                <a:gd name="GluePoint25Y" fmla="*/ 1254558 h 1660822"/>
                <a:gd name="GluePoint26X" fmla="*/ 2118106 w 4211600"/>
                <a:gd name="GluePoint26Y" fmla="*/ 1220077 h 1660822"/>
                <a:gd name="GluePoint27X" fmla="*/ 2475557 w 4211600"/>
                <a:gd name="GluePoint27Y" fmla="*/ 1144353 h 1660822"/>
                <a:gd name="GluePoint28X" fmla="*/ 2573878 w 4211600"/>
                <a:gd name="GluePoint28Y" fmla="*/ 1120827 h 1660822"/>
                <a:gd name="GluePoint29X" fmla="*/ 2907437 w 4211600"/>
                <a:gd name="GluePoint29Y" fmla="*/ 1049675 h 1660822"/>
                <a:gd name="GluePoint30X" fmla="*/ 3122589 w 4211600"/>
                <a:gd name="GluePoint30Y" fmla="*/ 1005098 h 1660822"/>
                <a:gd name="GluePoint31X" fmla="*/ 3391169 w 4211600"/>
                <a:gd name="GluePoint31Y" fmla="*/ 935756 h 1660822"/>
                <a:gd name="GluePoint32X" fmla="*/ 3642290 w 4211600"/>
                <a:gd name="GluePoint32Y" fmla="*/ 806216 h 1660822"/>
                <a:gd name="GluePoint33X" fmla="*/ 3825937 w 4211600"/>
                <a:gd name="GluePoint33Y" fmla="*/ 594475 h 1660822"/>
                <a:gd name="GluePoint34X" fmla="*/ 3861381 w 4211600"/>
                <a:gd name="GluePoint34Y" fmla="*/ 544755 h 1660822"/>
                <a:gd name="GluePoint35X" fmla="*/ 3950381 w 4211600"/>
                <a:gd name="GluePoint35Y" fmla="*/ 427978 h 1660822"/>
                <a:gd name="GluePoint36X" fmla="*/ 4112370 w 4211600"/>
                <a:gd name="GluePoint36Y" fmla="*/ 201378 h 1660822"/>
                <a:gd name="GluePoint37X" fmla="*/ 4195989 w 4211600"/>
                <a:gd name="GluePoint37Y" fmla="*/ 33834 h 16608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</a:cxnLst>
              <a:rect l="textAreaLeft" t="textAreaTop" r="textAreaRight" b="textAreaBottom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5" name="Rectang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venirNext LT Pro Medium"/>
            </a:endParaRPr>
          </a:p>
        </p:txBody>
      </p:sp>
      <p:sp>
        <p:nvSpPr>
          <p:cNvPr id="436" name="Rectang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venirNext LT Pro Medium"/>
            </a:endParaRPr>
          </a:p>
        </p:txBody>
      </p:sp>
      <p:grpSp>
        <p:nvGrpSpPr>
          <p:cNvPr id="437" name="Top left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800" y="-2880"/>
            <a:ext cx="2198520" cy="3348720"/>
            <a:chOff x="10800" y="-2880"/>
            <a:chExt cx="2198520" cy="3348720"/>
          </a:xfrm>
        </p:grpSpPr>
        <p:sp>
          <p:nvSpPr>
            <p:cNvPr id="438" name="Freeform: Shape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0800000">
              <a:off x="693000" y="-2880"/>
              <a:ext cx="1325880" cy="597240"/>
            </a:xfrm>
            <a:custGeom>
              <a:avLst/>
              <a:gdLst>
                <a:gd name="textAreaLeft" fmla="*/ 0 w 1325880"/>
                <a:gd name="textAreaRight" fmla="*/ 1326240 w 1325880"/>
                <a:gd name="textAreaTop" fmla="*/ 0 h 597240"/>
                <a:gd name="textAreaBottom" fmla="*/ 597600 h 597240"/>
                <a:gd name="GluePoint1X" fmla="*/ 741051 w 1482102"/>
                <a:gd name="GluePoint1Y" fmla="*/ 0 h 679363"/>
                <a:gd name="GluePoint2X" fmla="*/ 1473822 w 1482102"/>
                <a:gd name="GluePoint2Y" fmla="*/ 597226 h 679363"/>
                <a:gd name="GluePoint3X" fmla="*/ 1482102 w 1482102"/>
                <a:gd name="GluePoint3Y" fmla="*/ 679363 h 679363"/>
                <a:gd name="GluePoint4X" fmla="*/ 0 w 1482102"/>
                <a:gd name="GluePoint4Y" fmla="*/ 679363 h 679363"/>
                <a:gd name="GluePoint5X" fmla="*/ 8280 w 1482102"/>
                <a:gd name="GluePoint5Y" fmla="*/ 597226 h 679363"/>
                <a:gd name="GluePoint6X" fmla="*/ 741051 w 1482102"/>
                <a:gd name="GluePoint6Y" fmla="*/ 0 h 67936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lang="en-U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venirNext LT Pro Medium"/>
              </a:endParaRPr>
            </a:p>
          </p:txBody>
        </p:sp>
        <p:sp>
          <p:nvSpPr>
            <p:cNvPr id="439" name="Freeform: Shape 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9440" y="15120"/>
              <a:ext cx="2189880" cy="3330720"/>
            </a:xfrm>
            <a:custGeom>
              <a:avLst/>
              <a:gdLst>
                <a:gd name="textAreaLeft" fmla="*/ 0 w 2189880"/>
                <a:gd name="textAreaRight" fmla="*/ 2190240 w 2189880"/>
                <a:gd name="textAreaTop" fmla="*/ 0 h 3330720"/>
                <a:gd name="textAreaBottom" fmla="*/ 3331080 h 3330720"/>
                <a:gd name="GluePoint1X" fmla="*/ 0 w 3296088"/>
                <a:gd name="GluePoint1Y" fmla="*/ 5012722 h 5012722"/>
                <a:gd name="GluePoint2X" fmla="*/ 244031 w 3296088"/>
                <a:gd name="GluePoint2Y" fmla="*/ 4820222 h 5012722"/>
                <a:gd name="GluePoint3X" fmla="*/ 729234 w 3296088"/>
                <a:gd name="GluePoint3Y" fmla="*/ 4360641 h 5012722"/>
                <a:gd name="GluePoint4X" fmla="*/ 881444 w 3296088"/>
                <a:gd name="GluePoint4Y" fmla="*/ 4173950 h 5012722"/>
                <a:gd name="GluePoint5X" fmla="*/ 1151287 w 3296088"/>
                <a:gd name="GluePoint5Y" fmla="*/ 3972877 h 5012722"/>
                <a:gd name="GluePoint6X" fmla="*/ 1498664 w 3296088"/>
                <a:gd name="GluePoint6Y" fmla="*/ 3786188 h 5012722"/>
                <a:gd name="GluePoint7X" fmla="*/ 1716881 w 3296088"/>
                <a:gd name="GluePoint7Y" fmla="*/ 3674174 h 5012722"/>
                <a:gd name="GluePoint8X" fmla="*/ 1913573 w 3296088"/>
                <a:gd name="GluePoint8Y" fmla="*/ 3477387 h 5012722"/>
                <a:gd name="GluePoint9X" fmla="*/ 2167700 w 3296088"/>
                <a:gd name="GluePoint9Y" fmla="*/ 3042190 h 5012722"/>
                <a:gd name="GluePoint10X" fmla="*/ 2273903 w 3296088"/>
                <a:gd name="GluePoint10Y" fmla="*/ 2775014 h 5012722"/>
                <a:gd name="GluePoint11X" fmla="*/ 2463356 w 3296088"/>
                <a:gd name="GluePoint11Y" fmla="*/ 2335530 h 5012722"/>
                <a:gd name="GluePoint12X" fmla="*/ 2741866 w 3296088"/>
                <a:gd name="GluePoint12Y" fmla="*/ 1982248 h 5012722"/>
                <a:gd name="GluePoint13X" fmla="*/ 2985897 w 3296088"/>
                <a:gd name="GluePoint13Y" fmla="*/ 1634681 h 5012722"/>
                <a:gd name="GluePoint14X" fmla="*/ 3212687 w 3296088"/>
                <a:gd name="GluePoint14Y" fmla="*/ 1226820 h 5012722"/>
                <a:gd name="GluePoint15X" fmla="*/ 3281553 w 3296088"/>
                <a:gd name="GluePoint15Y" fmla="*/ 959644 h 5012722"/>
                <a:gd name="GluePoint16X" fmla="*/ 3295936 w 3296088"/>
                <a:gd name="GluePoint16Y" fmla="*/ 701135 h 5012722"/>
                <a:gd name="GluePoint17X" fmla="*/ 3267266 w 3296088"/>
                <a:gd name="GluePoint17Y" fmla="*/ 436817 h 5012722"/>
                <a:gd name="GluePoint18X" fmla="*/ 3105341 w 3296088"/>
                <a:gd name="GluePoint18Y" fmla="*/ 0 h 50127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0" name="Freeform: Shape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00" y="15120"/>
              <a:ext cx="1978200" cy="3074760"/>
            </a:xfrm>
            <a:custGeom>
              <a:avLst/>
              <a:gdLst>
                <a:gd name="textAreaLeft" fmla="*/ 0 w 1978200"/>
                <a:gd name="textAreaRight" fmla="*/ 1978560 w 1978200"/>
                <a:gd name="textAreaTop" fmla="*/ 0 h 3074760"/>
                <a:gd name="textAreaBottom" fmla="*/ 3075120 h 3074760"/>
                <a:gd name="GluePoint1X" fmla="*/ 0 w 2977477"/>
                <a:gd name="GluePoint1Y" fmla="*/ 4627150 h 4627149"/>
                <a:gd name="GluePoint2X" fmla="*/ 275082 w 2977477"/>
                <a:gd name="GluePoint2Y" fmla="*/ 4341590 h 4627149"/>
                <a:gd name="GluePoint3X" fmla="*/ 502825 w 2977477"/>
                <a:gd name="GluePoint3Y" fmla="*/ 4054126 h 4627149"/>
                <a:gd name="GluePoint4X" fmla="*/ 666179 w 2977477"/>
                <a:gd name="GluePoint4Y" fmla="*/ 3890677 h 4627149"/>
                <a:gd name="GluePoint5X" fmla="*/ 864203 w 2977477"/>
                <a:gd name="GluePoint5Y" fmla="*/ 3675983 h 4627149"/>
                <a:gd name="GluePoint6X" fmla="*/ 982599 w 2977477"/>
                <a:gd name="GluePoint6Y" fmla="*/ 3557492 h 4627149"/>
                <a:gd name="GluePoint7X" fmla="*/ 1188244 w 2977477"/>
                <a:gd name="GluePoint7Y" fmla="*/ 3329654 h 4627149"/>
                <a:gd name="GluePoint8X" fmla="*/ 1344740 w 2977477"/>
                <a:gd name="GluePoint8Y" fmla="*/ 3146774 h 4627149"/>
                <a:gd name="GluePoint9X" fmla="*/ 1470755 w 2977477"/>
                <a:gd name="GluePoint9Y" fmla="*/ 2984659 h 4627149"/>
                <a:gd name="GluePoint10X" fmla="*/ 1657636 w 2977477"/>
                <a:gd name="GluePoint10Y" fmla="*/ 2670239 h 4627149"/>
                <a:gd name="GluePoint11X" fmla="*/ 1762887 w 2977477"/>
                <a:gd name="GluePoint11Y" fmla="*/ 2473547 h 4627149"/>
                <a:gd name="GluePoint12X" fmla="*/ 1866710 w 2977477"/>
                <a:gd name="GluePoint12Y" fmla="*/ 2290667 h 4627149"/>
                <a:gd name="GluePoint13X" fmla="*/ 2106263 w 2977477"/>
                <a:gd name="GluePoint13Y" fmla="*/ 2030254 h 4627149"/>
                <a:gd name="GluePoint14X" fmla="*/ 2277237 w 2977477"/>
                <a:gd name="GluePoint14Y" fmla="*/ 1859185 h 4627149"/>
                <a:gd name="GluePoint15X" fmla="*/ 2499455 w 2977477"/>
                <a:gd name="GluePoint15Y" fmla="*/ 1656207 h 4627149"/>
                <a:gd name="GluePoint16X" fmla="*/ 2707100 w 2977477"/>
                <a:gd name="GluePoint16Y" fmla="*/ 1390269 h 4627149"/>
                <a:gd name="GluePoint17X" fmla="*/ 2812352 w 2977477"/>
                <a:gd name="GluePoint17Y" fmla="*/ 1230916 h 4627149"/>
                <a:gd name="GluePoint18X" fmla="*/ 2898172 w 2977477"/>
                <a:gd name="GluePoint18Y" fmla="*/ 1036987 h 4627149"/>
                <a:gd name="GluePoint19X" fmla="*/ 2963228 w 2977477"/>
                <a:gd name="GluePoint19Y" fmla="*/ 850011 h 4627149"/>
                <a:gd name="GluePoint20X" fmla="*/ 2977325 w 2977477"/>
                <a:gd name="GluePoint20Y" fmla="*/ 745427 h 4627149"/>
                <a:gd name="GluePoint21X" fmla="*/ 2929509 w 2977477"/>
                <a:gd name="GluePoint21Y" fmla="*/ 480155 h 4627149"/>
                <a:gd name="GluePoint22X" fmla="*/ 2563082 w 2977477"/>
                <a:gd name="GluePoint22Y" fmla="*/ 0 h 462714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textAreaLeft" t="textAreaTop" r="textAreaRight" b="textAreaBottom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1" name="Freeform: Shape 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5200" y="15120"/>
              <a:ext cx="1565640" cy="2737080"/>
            </a:xfrm>
            <a:custGeom>
              <a:avLst/>
              <a:gdLst>
                <a:gd name="textAreaLeft" fmla="*/ 0 w 1565640"/>
                <a:gd name="textAreaRight" fmla="*/ 1566000 w 1565640"/>
                <a:gd name="textAreaTop" fmla="*/ 0 h 2737080"/>
                <a:gd name="textAreaBottom" fmla="*/ 2737440 h 2737080"/>
                <a:gd name="GluePoint1X" fmla="*/ 1707071 w 2356712"/>
                <a:gd name="GluePoint1Y" fmla="*/ 0 h 4118991"/>
                <a:gd name="GluePoint2X" fmla="*/ 1824514 w 2356712"/>
                <a:gd name="GluePoint2Y" fmla="*/ 244697 h 4118991"/>
                <a:gd name="GluePoint3X" fmla="*/ 1908715 w 2356712"/>
                <a:gd name="GluePoint3Y" fmla="*/ 328994 h 4118991"/>
                <a:gd name="GluePoint4X" fmla="*/ 2226469 w 2356712"/>
                <a:gd name="GluePoint4Y" fmla="*/ 603695 h 4118991"/>
                <a:gd name="GluePoint5X" fmla="*/ 2355628 w 2356712"/>
                <a:gd name="GluePoint5Y" fmla="*/ 900494 h 4118991"/>
                <a:gd name="GluePoint6X" fmla="*/ 2281428 w 2356712"/>
                <a:gd name="GluePoint6Y" fmla="*/ 1206913 h 4118991"/>
                <a:gd name="GluePoint7X" fmla="*/ 2092452 w 2356712"/>
                <a:gd name="GluePoint7Y" fmla="*/ 1460659 h 4118991"/>
                <a:gd name="GluePoint8X" fmla="*/ 1834039 w 2356712"/>
                <a:gd name="GluePoint8Y" fmla="*/ 1625822 h 4118991"/>
                <a:gd name="GluePoint9X" fmla="*/ 1558862 w 2356712"/>
                <a:gd name="GluePoint9Y" fmla="*/ 1743075 h 4118991"/>
                <a:gd name="GluePoint10X" fmla="*/ 1386554 w 2356712"/>
                <a:gd name="GluePoint10Y" fmla="*/ 1869948 h 4118991"/>
                <a:gd name="GluePoint11X" fmla="*/ 1271683 w 2356712"/>
                <a:gd name="GluePoint11Y" fmla="*/ 2073402 h 4118991"/>
                <a:gd name="GluePoint12X" fmla="*/ 1178338 w 2356712"/>
                <a:gd name="GluePoint12Y" fmla="*/ 2355914 h 4118991"/>
                <a:gd name="GluePoint13X" fmla="*/ 1113758 w 2356712"/>
                <a:gd name="GluePoint13Y" fmla="*/ 2578513 h 4118991"/>
                <a:gd name="GluePoint14X" fmla="*/ 1034796 w 2356712"/>
                <a:gd name="GluePoint14Y" fmla="*/ 2834640 h 4118991"/>
                <a:gd name="GluePoint15X" fmla="*/ 905637 w 2356712"/>
                <a:gd name="GluePoint15Y" fmla="*/ 3081242 h 4118991"/>
                <a:gd name="GluePoint16X" fmla="*/ 793147 w 2356712"/>
                <a:gd name="GluePoint16Y" fmla="*/ 3258407 h 4118991"/>
                <a:gd name="GluePoint17X" fmla="*/ 546735 w 2356712"/>
                <a:gd name="GluePoint17Y" fmla="*/ 3571970 h 4118991"/>
                <a:gd name="GluePoint18X" fmla="*/ 346996 w 2356712"/>
                <a:gd name="GluePoint18Y" fmla="*/ 3771900 h 4118991"/>
                <a:gd name="GluePoint19X" fmla="*/ 174689 w 2356712"/>
                <a:gd name="GluePoint19Y" fmla="*/ 3944207 h 4118991"/>
                <a:gd name="GluePoint20X" fmla="*/ 0 w 2356712"/>
                <a:gd name="GluePoint20Y" fmla="*/ 4118991 h 411899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2" name="Freeform: Shape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00" y="15120"/>
              <a:ext cx="1368000" cy="2644560"/>
            </a:xfrm>
            <a:custGeom>
              <a:avLst/>
              <a:gdLst>
                <a:gd name="textAreaLeft" fmla="*/ 0 w 1368000"/>
                <a:gd name="textAreaRight" fmla="*/ 1368360 w 1368000"/>
                <a:gd name="textAreaTop" fmla="*/ 0 h 2644560"/>
                <a:gd name="textAreaBottom" fmla="*/ 2644920 h 2644560"/>
                <a:gd name="GluePoint1X" fmla="*/ 0 w 2059193"/>
                <a:gd name="GluePoint1Y" fmla="*/ 3980116 h 3980116"/>
                <a:gd name="GluePoint2X" fmla="*/ 471583 w 2059193"/>
                <a:gd name="GluePoint2Y" fmla="*/ 3515678 h 3980116"/>
                <a:gd name="GluePoint3X" fmla="*/ 758666 w 2059193"/>
                <a:gd name="GluePoint3Y" fmla="*/ 3163824 h 3980116"/>
                <a:gd name="GluePoint4X" fmla="*/ 940499 w 2059193"/>
                <a:gd name="GluePoint4Y" fmla="*/ 2780824 h 3980116"/>
                <a:gd name="GluePoint5X" fmla="*/ 1055370 w 2059193"/>
                <a:gd name="GluePoint5Y" fmla="*/ 2242185 h 3980116"/>
                <a:gd name="GluePoint6X" fmla="*/ 1136714 w 2059193"/>
                <a:gd name="GluePoint6Y" fmla="*/ 1878330 h 3980116"/>
                <a:gd name="GluePoint7X" fmla="*/ 1246727 w 2059193"/>
                <a:gd name="GluePoint7Y" fmla="*/ 1562386 h 3980116"/>
                <a:gd name="GluePoint8X" fmla="*/ 1378363 w 2059193"/>
                <a:gd name="GluePoint8Y" fmla="*/ 1430750 h 3980116"/>
                <a:gd name="GluePoint9X" fmla="*/ 1691831 w 2059193"/>
                <a:gd name="GluePoint9Y" fmla="*/ 1394841 h 3980116"/>
                <a:gd name="GluePoint10X" fmla="*/ 1914335 w 2059193"/>
                <a:gd name="GluePoint10Y" fmla="*/ 1323023 h 3980116"/>
                <a:gd name="GluePoint11X" fmla="*/ 2055495 w 2059193"/>
                <a:gd name="GluePoint11Y" fmla="*/ 1098042 h 3980116"/>
                <a:gd name="GluePoint12X" fmla="*/ 2033969 w 2059193"/>
                <a:gd name="GluePoint12Y" fmla="*/ 930497 h 3980116"/>
                <a:gd name="GluePoint13X" fmla="*/ 1885664 w 2059193"/>
                <a:gd name="GluePoint13Y" fmla="*/ 760571 h 3980116"/>
                <a:gd name="GluePoint14X" fmla="*/ 1636871 w 2059193"/>
                <a:gd name="GluePoint14Y" fmla="*/ 612172 h 3980116"/>
                <a:gd name="GluePoint15X" fmla="*/ 1335405 w 2059193"/>
                <a:gd name="GluePoint15Y" fmla="*/ 459010 h 3980116"/>
                <a:gd name="GluePoint16X" fmla="*/ 1234916 w 2059193"/>
                <a:gd name="GluePoint16Y" fmla="*/ 269939 h 3980116"/>
                <a:gd name="GluePoint17X" fmla="*/ 1386935 w 2059193"/>
                <a:gd name="GluePoint17Y" fmla="*/ 0 h 39801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3" name="Freeform: Shape 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8720" y="543960"/>
              <a:ext cx="493920" cy="19051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0 h 1905120"/>
                <a:gd name="textAreaBottom" fmla="*/ 1905480 h 1905120"/>
                <a:gd name="GluePoint1X" fmla="*/ 11144 w 743796"/>
                <a:gd name="GluePoint1Y" fmla="*/ 0 h 2867501"/>
                <a:gd name="GluePoint2X" fmla="*/ 353663 w 743796"/>
                <a:gd name="GluePoint2Y" fmla="*/ 55245 h 2867501"/>
                <a:gd name="GluePoint3X" fmla="*/ 571405 w 743796"/>
                <a:gd name="GluePoint3Y" fmla="*/ 179737 h 2867501"/>
                <a:gd name="GluePoint4X" fmla="*/ 688658 w 743796"/>
                <a:gd name="GluePoint4Y" fmla="*/ 368808 h 2867501"/>
                <a:gd name="GluePoint5X" fmla="*/ 731711 w 743796"/>
                <a:gd name="GluePoint5Y" fmla="*/ 612934 h 2867501"/>
                <a:gd name="GluePoint6X" fmla="*/ 725233 w 743796"/>
                <a:gd name="GluePoint6Y" fmla="*/ 995648 h 2867501"/>
                <a:gd name="GluePoint7X" fmla="*/ 742855 w 743796"/>
                <a:gd name="GluePoint7Y" fmla="*/ 1499330 h 2867501"/>
                <a:gd name="GluePoint8X" fmla="*/ 707898 w 743796"/>
                <a:gd name="GluePoint8Y" fmla="*/ 1793081 h 2867501"/>
                <a:gd name="GluePoint9X" fmla="*/ 633222 w 743796"/>
                <a:gd name="GluePoint9Y" fmla="*/ 2073592 h 2867501"/>
                <a:gd name="GluePoint10X" fmla="*/ 404527 w 743796"/>
                <a:gd name="GluePoint10Y" fmla="*/ 2472404 h 2867501"/>
                <a:gd name="GluePoint11X" fmla="*/ 0 w 743796"/>
                <a:gd name="GluePoint11Y" fmla="*/ 2867501 h 286750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4" name="Freeform: Shape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00" y="672120"/>
              <a:ext cx="396720" cy="1689840"/>
            </a:xfrm>
            <a:custGeom>
              <a:avLst/>
              <a:gdLst>
                <a:gd name="textAreaLeft" fmla="*/ 0 w 396720"/>
                <a:gd name="textAreaRight" fmla="*/ 397080 w 396720"/>
                <a:gd name="textAreaTop" fmla="*/ 0 h 1689840"/>
                <a:gd name="textAreaBottom" fmla="*/ 1690200 h 1689840"/>
                <a:gd name="GluePoint1X" fmla="*/ 16478 w 597294"/>
                <a:gd name="GluePoint1Y" fmla="*/ 2079 h 2543540"/>
                <a:gd name="GluePoint2X" fmla="*/ 299847 w 597294"/>
                <a:gd name="GluePoint2Y" fmla="*/ 53991 h 2543540"/>
                <a:gd name="GluePoint3X" fmla="*/ 503206 w 597294"/>
                <a:gd name="GluePoint3Y" fmla="*/ 291354 h 2543540"/>
                <a:gd name="GluePoint4X" fmla="*/ 525113 w 597294"/>
                <a:gd name="GluePoint4Y" fmla="*/ 724265 h 2543540"/>
                <a:gd name="GluePoint5X" fmla="*/ 578930 w 597294"/>
                <a:gd name="GluePoint5Y" fmla="*/ 1117267 h 2543540"/>
                <a:gd name="GluePoint6X" fmla="*/ 592931 w 597294"/>
                <a:gd name="GluePoint6Y" fmla="*/ 1476359 h 2543540"/>
                <a:gd name="GluePoint7X" fmla="*/ 503206 w 597294"/>
                <a:gd name="GluePoint7Y" fmla="*/ 1859359 h 2543540"/>
                <a:gd name="GluePoint8X" fmla="*/ 291846 w 597294"/>
                <a:gd name="GluePoint8Y" fmla="*/ 2250361 h 2543540"/>
                <a:gd name="GluePoint9X" fmla="*/ 0 w 597294"/>
                <a:gd name="GluePoint9Y" fmla="*/ 2543540 h 25435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5" name="Freeform: Shape 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040" y="881280"/>
              <a:ext cx="258480" cy="1336320"/>
            </a:xfrm>
            <a:custGeom>
              <a:avLst/>
              <a:gdLst>
                <a:gd name="textAreaLeft" fmla="*/ 0 w 258480"/>
                <a:gd name="textAreaRight" fmla="*/ 258840 w 258480"/>
                <a:gd name="textAreaTop" fmla="*/ 0 h 1336320"/>
                <a:gd name="textAreaBottom" fmla="*/ 1336680 h 1336320"/>
                <a:gd name="GluePoint1X" fmla="*/ 0 w 389425"/>
                <a:gd name="GluePoint1Y" fmla="*/ 33 h 2011236"/>
                <a:gd name="GluePoint2X" fmla="*/ 171260 w 389425"/>
                <a:gd name="GluePoint2Y" fmla="*/ 60326 h 2011236"/>
                <a:gd name="GluePoint3X" fmla="*/ 211455 w 389425"/>
                <a:gd name="GluePoint3Y" fmla="*/ 221204 h 2011236"/>
                <a:gd name="GluePoint4X" fmla="*/ 243078 w 389425"/>
                <a:gd name="GluePoint4Y" fmla="*/ 448089 h 2011236"/>
                <a:gd name="GluePoint5X" fmla="*/ 346424 w 389425"/>
                <a:gd name="GluePoint5Y" fmla="*/ 789941 h 2011236"/>
                <a:gd name="GluePoint6X" fmla="*/ 372237 w 389425"/>
                <a:gd name="GluePoint6Y" fmla="*/ 942151 h 2011236"/>
                <a:gd name="GluePoint7X" fmla="*/ 386620 w 389425"/>
                <a:gd name="GluePoint7Y" fmla="*/ 1272478 h 2011236"/>
                <a:gd name="GluePoint8X" fmla="*/ 280416 w 389425"/>
                <a:gd name="GluePoint8Y" fmla="*/ 1660241 h 2011236"/>
                <a:gd name="GluePoint9X" fmla="*/ 151257 w 389425"/>
                <a:gd name="GluePoint9Y" fmla="*/ 1844073 h 2011236"/>
                <a:gd name="GluePoint10X" fmla="*/ 1905 w 389425"/>
                <a:gd name="GluePoint10Y" fmla="*/ 2011237 h 20112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6" name="PlaceHolder 1"/>
          <p:cNvSpPr>
            <a:spLocks noGrp="1"/>
          </p:cNvSpPr>
          <p:nvPr>
            <p:ph type="title"/>
          </p:nvPr>
        </p:nvSpPr>
        <p:spPr>
          <a:xfrm>
            <a:off x="1186560" y="559800"/>
            <a:ext cx="10333440" cy="141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Перспективы развития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/>
          </p:nvPr>
        </p:nvSpPr>
        <p:spPr>
          <a:xfrm>
            <a:off x="1115280" y="1961280"/>
            <a:ext cx="10404720" cy="488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7162fe"/>
              </a:buClr>
              <a:buFont typeface="Avenir Next LT Pro"/>
              <a:buChar char="+"/>
            </a:pPr>
            <a:r>
              <a:rPr lang="ru-RU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1. Нативная поддержка 2Fa</a:t>
            </a:r>
            <a:endParaRPr lang="ru-RU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7162fe"/>
              </a:buClr>
              <a:buFont typeface="Avenir Next LT Pro"/>
              <a:buChar char="+"/>
            </a:pPr>
            <a:r>
              <a:rPr lang="ru-RU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Добавить возможность использовать автономную аутентификацию TOTP или по коду в СМС или мессенджеры.</a:t>
            </a:r>
            <a:endParaRPr lang="ru-RU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7162fe"/>
              </a:buClr>
              <a:buFont typeface="Avenir Next LT Pro"/>
              <a:buChar char="+"/>
            </a:pPr>
            <a:r>
              <a:rPr lang="ru-RU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2. Возможность авторизации по статическим токенам</a:t>
            </a:r>
            <a:endParaRPr lang="ru-RU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7162fe"/>
              </a:buClr>
              <a:buFont typeface="Avenir Next LT Pro"/>
              <a:buChar char="+"/>
            </a:pPr>
            <a:r>
              <a:rPr lang="ru-RU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Добавить возможность авторизации по биометрии, ЭЦП или смарт картам.</a:t>
            </a:r>
            <a:endParaRPr lang="ru-RU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7162fe"/>
              </a:buClr>
              <a:buFont typeface="Avenir Next LT Pro"/>
              <a:buChar char="+"/>
            </a:pPr>
            <a:r>
              <a:rPr lang="ru-RU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3. Интерфейс администратора</a:t>
            </a:r>
            <a:endParaRPr lang="ru-RU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7162fe"/>
              </a:buClr>
              <a:buFont typeface="Avenir Next LT Pro"/>
              <a:buChar char="+"/>
            </a:pPr>
            <a:r>
              <a:rPr lang="ru-RU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Добавить интерфейс управления пользователями, возможность сброса пароля, принудительного включения или отключения 2FA.</a:t>
            </a:r>
            <a:endParaRPr lang="ru-RU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7162fe"/>
              </a:buClr>
              <a:buFont typeface="Avenir Next LT Pro"/>
              <a:buChar char="+"/>
            </a:pPr>
            <a:r>
              <a:rPr lang="ru-RU" sz="28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4. Поддержка сторонних сервисов</a:t>
            </a:r>
            <a:endParaRPr lang="ru-RU" sz="28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7162fe"/>
              </a:buClr>
              <a:buFont typeface="Avenir Next LT Pro"/>
              <a:buChar char="+"/>
            </a:pPr>
            <a:r>
              <a:rPr lang="ru-RU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Добавить возможность аутентификации через сторонних SSO-провайдеров, таких Google, Microsoft, Яндекс, ВК и т. д.</a:t>
            </a:r>
            <a:endParaRPr lang="ru-RU" sz="1600" b="0" u="none" strike="noStrike">
              <a:solidFill>
                <a:schemeClr val="dk2"/>
              </a:solidFill>
              <a:effectLst/>
              <a:uFillTx/>
              <a:latin typeface="Arial"/>
            </a:endParaRPr>
          </a:p>
        </p:txBody>
      </p:sp>
      <p:grpSp>
        <p:nvGrpSpPr>
          <p:cNvPr id="448" name="Bottom Right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980480" y="3276720"/>
            <a:ext cx="4211280" cy="3580920"/>
            <a:chOff x="7980480" y="3276720"/>
            <a:chExt cx="4211280" cy="3580920"/>
          </a:xfrm>
        </p:grpSpPr>
        <p:sp>
          <p:nvSpPr>
            <p:cNvPr id="449" name="Freeform: Shape 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439280" y="6178680"/>
              <a:ext cx="1481760" cy="678960"/>
            </a:xfrm>
            <a:custGeom>
              <a:avLst/>
              <a:gdLst>
                <a:gd name="textAreaLeft" fmla="*/ 0 w 1481760"/>
                <a:gd name="textAreaRight" fmla="*/ 1482120 w 1481760"/>
                <a:gd name="textAreaTop" fmla="*/ 0 h 678960"/>
                <a:gd name="textAreaBottom" fmla="*/ 679320 h 678960"/>
                <a:gd name="GluePoint1X" fmla="*/ 741051 w 1482102"/>
                <a:gd name="GluePoint1Y" fmla="*/ 0 h 679363"/>
                <a:gd name="GluePoint2X" fmla="*/ 1473822 w 1482102"/>
                <a:gd name="GluePoint2Y" fmla="*/ 597226 h 679363"/>
                <a:gd name="GluePoint3X" fmla="*/ 1482102 w 1482102"/>
                <a:gd name="GluePoint3Y" fmla="*/ 679363 h 679363"/>
                <a:gd name="GluePoint4X" fmla="*/ 0 w 1482102"/>
                <a:gd name="GluePoint4Y" fmla="*/ 679363 h 679363"/>
                <a:gd name="GluePoint5X" fmla="*/ 8280 w 1482102"/>
                <a:gd name="GluePoint5Y" fmla="*/ 597226 h 679363"/>
                <a:gd name="GluePoint6X" fmla="*/ 741051 w 1482102"/>
                <a:gd name="GluePoint6Y" fmla="*/ 0 h 67936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lang="en-U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venirNext LT Pro Medium"/>
              </a:endParaRPr>
            </a:p>
          </p:txBody>
        </p:sp>
        <p:grpSp>
          <p:nvGrpSpPr>
            <p:cNvPr id="450" name="Graphic 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680" y="3276720"/>
              <a:ext cx="3529080" cy="3580920"/>
              <a:chOff x="8662680" y="3276720"/>
              <a:chExt cx="3529080" cy="3580920"/>
            </a:xfrm>
          </p:grpSpPr>
          <p:sp>
            <p:nvSpPr>
              <p:cNvPr id="451" name="Freeform: Shape 1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662680" y="3276720"/>
                <a:ext cx="3515760" cy="3565080"/>
              </a:xfrm>
              <a:custGeom>
                <a:avLst/>
                <a:gdLst>
                  <a:gd name="textAreaLeft" fmla="*/ 0 w 3515760"/>
                  <a:gd name="textAreaRight" fmla="*/ 3516120 w 3515760"/>
                  <a:gd name="textAreaTop" fmla="*/ 0 h 3565080"/>
                  <a:gd name="textAreaBottom" fmla="*/ 3565440 h 3565080"/>
                  <a:gd name="GluePoint1X" fmla="*/ 0 w 3946874"/>
                  <a:gd name="GluePoint1Y" fmla="*/ 3989641 h 3989641"/>
                  <a:gd name="GluePoint2X" fmla="*/ 79439 w 3946874"/>
                  <a:gd name="GluePoint2Y" fmla="*/ 3891153 h 3989641"/>
                  <a:gd name="GluePoint3X" fmla="*/ 297371 w 3946874"/>
                  <a:gd name="GluePoint3Y" fmla="*/ 3626930 h 3989641"/>
                  <a:gd name="GluePoint4X" fmla="*/ 454343 w 3946874"/>
                  <a:gd name="GluePoint4Y" fmla="*/ 3440335 h 3989641"/>
                  <a:gd name="GluePoint5X" fmla="*/ 622363 w 3946874"/>
                  <a:gd name="GluePoint5Y" fmla="*/ 3290697 h 3989641"/>
                  <a:gd name="GluePoint6X" fmla="*/ 927068 w 3946874"/>
                  <a:gd name="GluePoint6Y" fmla="*/ 3087434 h 3989641"/>
                  <a:gd name="GluePoint7X" fmla="*/ 1176338 w 3946874"/>
                  <a:gd name="GluePoint7Y" fmla="*/ 2915603 h 3989641"/>
                  <a:gd name="GluePoint8X" fmla="*/ 1394270 w 3946874"/>
                  <a:gd name="GluePoint8Y" fmla="*/ 2780729 h 3989641"/>
                  <a:gd name="GluePoint9X" fmla="*/ 1601057 w 3946874"/>
                  <a:gd name="GluePoint9Y" fmla="*/ 2723483 h 3989641"/>
                  <a:gd name="GluePoint10X" fmla="*/ 1756220 w 3946874"/>
                  <a:gd name="GluePoint10Y" fmla="*/ 2743772 h 3989641"/>
                  <a:gd name="GluePoint11X" fmla="*/ 1889189 w 3946874"/>
                  <a:gd name="GluePoint11Y" fmla="*/ 2765965 h 3989641"/>
                  <a:gd name="GluePoint12X" fmla="*/ 2007394 w 3946874"/>
                  <a:gd name="GluePoint12Y" fmla="*/ 2765965 h 3989641"/>
                  <a:gd name="GluePoint13X" fmla="*/ 2184654 w 3946874"/>
                  <a:gd name="GluePoint13Y" fmla="*/ 2671763 h 3989641"/>
                  <a:gd name="GluePoint14X" fmla="*/ 2372773 w 3946874"/>
                  <a:gd name="GluePoint14Y" fmla="*/ 2538984 h 3989641"/>
                  <a:gd name="GluePoint15X" fmla="*/ 2439543 w 3946874"/>
                  <a:gd name="GluePoint15Y" fmla="*/ 2510504 h 3989641"/>
                  <a:gd name="GluePoint16X" fmla="*/ 2650617 w 3946874"/>
                  <a:gd name="GluePoint16Y" fmla="*/ 2434781 h 3989641"/>
                  <a:gd name="GluePoint17X" fmla="*/ 2785110 w 3946874"/>
                  <a:gd name="GluePoint17Y" fmla="*/ 2383060 h 3989641"/>
                  <a:gd name="GluePoint18X" fmla="*/ 2897315 w 3946874"/>
                  <a:gd name="GluePoint18Y" fmla="*/ 2318861 h 3989641"/>
                  <a:gd name="GluePoint19X" fmla="*/ 2997994 w 3946874"/>
                  <a:gd name="GluePoint19Y" fmla="*/ 2226183 h 3989641"/>
                  <a:gd name="GluePoint20X" fmla="*/ 3061240 w 3946874"/>
                  <a:gd name="GluePoint20Y" fmla="*/ 2141506 h 3989641"/>
                  <a:gd name="GluePoint21X" fmla="*/ 3152108 w 3946874"/>
                  <a:gd name="GluePoint21Y" fmla="*/ 2005203 h 3989641"/>
                  <a:gd name="GluePoint22X" fmla="*/ 3274124 w 3946874"/>
                  <a:gd name="GluePoint22Y" fmla="*/ 1871567 h 3989641"/>
                  <a:gd name="GluePoint23X" fmla="*/ 3388138 w 3946874"/>
                  <a:gd name="GluePoint23Y" fmla="*/ 1770888 h 3989641"/>
                  <a:gd name="GluePoint24X" fmla="*/ 3466529 w 3946874"/>
                  <a:gd name="GluePoint24Y" fmla="*/ 1679162 h 3989641"/>
                  <a:gd name="GluePoint25X" fmla="*/ 3538633 w 3946874"/>
                  <a:gd name="GluePoint25Y" fmla="*/ 1551718 h 3989641"/>
                  <a:gd name="GluePoint26X" fmla="*/ 3588544 w 3946874"/>
                  <a:gd name="GluePoint26Y" fmla="*/ 1376172 h 3989641"/>
                  <a:gd name="GluePoint27X" fmla="*/ 3597402 w 3946874"/>
                  <a:gd name="GluePoint27Y" fmla="*/ 1293305 h 3989641"/>
                  <a:gd name="GluePoint28X" fmla="*/ 3721227 w 3946874"/>
                  <a:gd name="GluePoint28Y" fmla="*/ 880491 h 3989641"/>
                  <a:gd name="GluePoint29X" fmla="*/ 3761137 w 3946874"/>
                  <a:gd name="GluePoint29Y" fmla="*/ 463677 h 3989641"/>
                  <a:gd name="GluePoint30X" fmla="*/ 3946874 w 3946874"/>
                  <a:gd name="GluePoint30Y" fmla="*/ 0 h 398964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</a:cxnLst>
                <a:rect l="textAreaLeft" t="textAreaTop" r="textAreaRight" b="textAreaBottom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2" name="Freeform: Shape 3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913240" y="4186080"/>
                <a:ext cx="3265200" cy="2667600"/>
              </a:xfrm>
              <a:custGeom>
                <a:avLst/>
                <a:gdLst>
                  <a:gd name="textAreaLeft" fmla="*/ 0 w 3265200"/>
                  <a:gd name="textAreaRight" fmla="*/ 3265560 w 3265200"/>
                  <a:gd name="textAreaTop" fmla="*/ 0 h 2667600"/>
                  <a:gd name="textAreaBottom" fmla="*/ 2667960 h 2667600"/>
                  <a:gd name="GluePoint1X" fmla="*/ 0 w 3665410"/>
                  <a:gd name="GluePoint1Y" fmla="*/ 2985611 h 2985611"/>
                  <a:gd name="GluePoint2X" fmla="*/ 166211 w 3665410"/>
                  <a:gd name="GluePoint2Y" fmla="*/ 2699766 h 2985611"/>
                  <a:gd name="GluePoint3X" fmla="*/ 397002 w 3665410"/>
                  <a:gd name="GluePoint3Y" fmla="*/ 2414969 h 2985611"/>
                  <a:gd name="GluePoint4X" fmla="*/ 620173 w 3665410"/>
                  <a:gd name="GluePoint4Y" fmla="*/ 2237899 h 2985611"/>
                  <a:gd name="GluePoint5X" fmla="*/ 823341 w 3665410"/>
                  <a:gd name="GluePoint5Y" fmla="*/ 2085499 h 2985611"/>
                  <a:gd name="GluePoint6X" fmla="*/ 1089565 w 3665410"/>
                  <a:gd name="GluePoint6Y" fmla="*/ 1911477 h 2985611"/>
                  <a:gd name="GluePoint7X" fmla="*/ 1145000 w 3665410"/>
                  <a:gd name="GluePoint7Y" fmla="*/ 1886807 h 2985611"/>
                  <a:gd name="GluePoint8X" fmla="*/ 1375791 w 3665410"/>
                  <a:gd name="GluePoint8Y" fmla="*/ 1842135 h 2985611"/>
                  <a:gd name="GluePoint9X" fmla="*/ 1486567 w 3665410"/>
                  <a:gd name="GluePoint9Y" fmla="*/ 1857566 h 2985611"/>
                  <a:gd name="GluePoint10X" fmla="*/ 1568101 w 3665410"/>
                  <a:gd name="GluePoint10Y" fmla="*/ 1871377 h 2985611"/>
                  <a:gd name="GluePoint11X" fmla="*/ 1810607 w 3665410"/>
                  <a:gd name="GluePoint11Y" fmla="*/ 1871377 h 2985611"/>
                  <a:gd name="GluePoint12X" fmla="*/ 1997964 w 3665410"/>
                  <a:gd name="GluePoint12Y" fmla="*/ 1790605 h 2985611"/>
                  <a:gd name="GluePoint13X" fmla="*/ 2109883 w 3665410"/>
                  <a:gd name="GluePoint13Y" fmla="*/ 1702784 h 2985611"/>
                  <a:gd name="GluePoint14X" fmla="*/ 2321433 w 3665410"/>
                  <a:gd name="GluePoint14Y" fmla="*/ 1552384 h 2985611"/>
                  <a:gd name="GluePoint15X" fmla="*/ 2558891 w 3665410"/>
                  <a:gd name="GluePoint15Y" fmla="*/ 1453420 h 2985611"/>
                  <a:gd name="GluePoint16X" fmla="*/ 2709767 w 3665410"/>
                  <a:gd name="GluePoint16Y" fmla="*/ 1377887 h 2985611"/>
                  <a:gd name="GluePoint17X" fmla="*/ 2885408 w 3665410"/>
                  <a:gd name="GluePoint17Y" fmla="*/ 1237393 h 2985611"/>
                  <a:gd name="GluePoint18X" fmla="*/ 3017711 w 3665410"/>
                  <a:gd name="GluePoint18Y" fmla="*/ 1072229 h 2985611"/>
                  <a:gd name="GluePoint19X" fmla="*/ 3150680 w 3665410"/>
                  <a:gd name="GluePoint19Y" fmla="*/ 921830 h 2985611"/>
                  <a:gd name="GluePoint20X" fmla="*/ 3255169 w 3665410"/>
                  <a:gd name="GluePoint20Y" fmla="*/ 801815 h 2985611"/>
                  <a:gd name="GluePoint21X" fmla="*/ 3339275 w 3665410"/>
                  <a:gd name="GluePoint21Y" fmla="*/ 694182 h 2985611"/>
                  <a:gd name="GluePoint22X" fmla="*/ 3409188 w 3665410"/>
                  <a:gd name="GluePoint22Y" fmla="*/ 546926 h 2985611"/>
                  <a:gd name="GluePoint23X" fmla="*/ 3464243 w 3665410"/>
                  <a:gd name="GluePoint23Y" fmla="*/ 347663 h 2985611"/>
                  <a:gd name="GluePoint24X" fmla="*/ 3665411 w 3665410"/>
                  <a:gd name="GluePoint24Y" fmla="*/ 0 h 298561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</a:cxnLst>
                <a:rect l="textAreaLeft" t="textAreaTop" r="textAreaRight" b="textAreaBottom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3" name="Freeform: Shape 4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1937240" y="6677640"/>
                <a:ext cx="254520" cy="177480"/>
              </a:xfrm>
              <a:custGeom>
                <a:avLst/>
                <a:gdLst>
                  <a:gd name="textAreaLeft" fmla="*/ 0 w 254520"/>
                  <a:gd name="textAreaRight" fmla="*/ 254880 w 254520"/>
                  <a:gd name="textAreaTop" fmla="*/ 0 h 177480"/>
                  <a:gd name="textAreaBottom" fmla="*/ 177840 h 177480"/>
                  <a:gd name="GluePoint1X" fmla="*/ 0 w 285940"/>
                  <a:gd name="GluePoint1Y" fmla="*/ 199073 h 199072"/>
                  <a:gd name="GluePoint2X" fmla="*/ 285940 w 285940"/>
                  <a:gd name="GluePoint2Y" fmla="*/ 0 h 19907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4" name="Freeform: Shape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1583360" y="6516720"/>
                <a:ext cx="583920" cy="340200"/>
              </a:xfrm>
              <a:custGeom>
                <a:avLst/>
                <a:gdLst>
                  <a:gd name="textAreaLeft" fmla="*/ 0 w 583920"/>
                  <a:gd name="textAreaRight" fmla="*/ 584280 w 583920"/>
                  <a:gd name="textAreaTop" fmla="*/ 0 h 340200"/>
                  <a:gd name="textAreaBottom" fmla="*/ 340560 h 340200"/>
                  <a:gd name="GluePoint1X" fmla="*/ 0 w 655796"/>
                  <a:gd name="GluePoint1Y" fmla="*/ 381190 h 381190"/>
                  <a:gd name="GluePoint2X" fmla="*/ 655796 w 655796"/>
                  <a:gd name="GluePoint2Y" fmla="*/ 0 h 3811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5" name="Freeform: Shape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588600" y="5460480"/>
                <a:ext cx="2589840" cy="1380240"/>
              </a:xfrm>
              <a:custGeom>
                <a:avLst/>
                <a:gdLst>
                  <a:gd name="textAreaLeft" fmla="*/ 0 w 2589840"/>
                  <a:gd name="textAreaRight" fmla="*/ 2590200 w 2589840"/>
                  <a:gd name="textAreaTop" fmla="*/ 0 h 1380240"/>
                  <a:gd name="textAreaBottom" fmla="*/ 1380600 h 1380240"/>
                  <a:gd name="GluePoint1X" fmla="*/ 0 w 2907315"/>
                  <a:gd name="GluePoint1Y" fmla="*/ 1544764 h 1544764"/>
                  <a:gd name="GluePoint2X" fmla="*/ 201644 w 2907315"/>
                  <a:gd name="GluePoint2Y" fmla="*/ 1352550 h 1544764"/>
                  <a:gd name="GluePoint3X" fmla="*/ 423196 w 2907315"/>
                  <a:gd name="GluePoint3Y" fmla="*/ 1196054 h 1544764"/>
                  <a:gd name="GluePoint4X" fmla="*/ 782193 w 2907315"/>
                  <a:gd name="GluePoint4Y" fmla="*/ 1099947 h 1544764"/>
                  <a:gd name="GluePoint5X" fmla="*/ 1052513 w 2907315"/>
                  <a:gd name="GluePoint5Y" fmla="*/ 1042321 h 1544764"/>
                  <a:gd name="GluePoint6X" fmla="*/ 1311783 w 2907315"/>
                  <a:gd name="GluePoint6Y" fmla="*/ 1056037 h 1544764"/>
                  <a:gd name="GluePoint7X" fmla="*/ 1484662 w 2907315"/>
                  <a:gd name="GluePoint7Y" fmla="*/ 1083469 h 1544764"/>
                  <a:gd name="GluePoint8X" fmla="*/ 1788224 w 2907315"/>
                  <a:gd name="GluePoint8Y" fmla="*/ 1023080 h 1544764"/>
                  <a:gd name="GluePoint9X" fmla="*/ 2269045 w 2907315"/>
                  <a:gd name="GluePoint9Y" fmla="*/ 734758 h 1544764"/>
                  <a:gd name="GluePoint10X" fmla="*/ 2534984 w 2907315"/>
                  <a:gd name="GluePoint10Y" fmla="*/ 572738 h 1544764"/>
                  <a:gd name="GluePoint11X" fmla="*/ 2907316 w 2907315"/>
                  <a:gd name="GluePoint11Y" fmla="*/ 0 h 154476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6" name="Freeform: Shape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369360" y="5113080"/>
                <a:ext cx="2822040" cy="1744560"/>
              </a:xfrm>
              <a:custGeom>
                <a:avLst/>
                <a:gdLst>
                  <a:gd name="textAreaLeft" fmla="*/ 0 w 2822040"/>
                  <a:gd name="textAreaRight" fmla="*/ 2822400 w 2822040"/>
                  <a:gd name="textAreaTop" fmla="*/ 0 h 1744560"/>
                  <a:gd name="textAreaBottom" fmla="*/ 1744920 h 1744560"/>
                  <a:gd name="GluePoint1X" fmla="*/ 0 w 3168300"/>
                  <a:gd name="GluePoint1Y" fmla="*/ 1952435 h 1952434"/>
                  <a:gd name="GluePoint2X" fmla="*/ 202121 w 3168300"/>
                  <a:gd name="GluePoint2Y" fmla="*/ 1687068 h 1952434"/>
                  <a:gd name="GluePoint3X" fmla="*/ 545116 w 3168300"/>
                  <a:gd name="GluePoint3Y" fmla="*/ 1450277 h 1952434"/>
                  <a:gd name="GluePoint4X" fmla="*/ 906780 w 3168300"/>
                  <a:gd name="GluePoint4Y" fmla="*/ 1354455 h 1952434"/>
                  <a:gd name="GluePoint5X" fmla="*/ 1332262 w 3168300"/>
                  <a:gd name="GluePoint5Y" fmla="*/ 1285304 h 1952434"/>
                  <a:gd name="GluePoint6X" fmla="*/ 1691259 w 3168300"/>
                  <a:gd name="GluePoint6Y" fmla="*/ 1240060 h 1952434"/>
                  <a:gd name="GluePoint7X" fmla="*/ 2010346 w 3168300"/>
                  <a:gd name="GluePoint7Y" fmla="*/ 1141667 h 1952434"/>
                  <a:gd name="GluePoint8X" fmla="*/ 2393252 w 3168300"/>
                  <a:gd name="GluePoint8Y" fmla="*/ 1027271 h 1952434"/>
                  <a:gd name="GluePoint9X" fmla="*/ 2582037 w 3168300"/>
                  <a:gd name="GluePoint9Y" fmla="*/ 958120 h 1952434"/>
                  <a:gd name="GluePoint10X" fmla="*/ 2760155 w 3168300"/>
                  <a:gd name="GluePoint10Y" fmla="*/ 827723 h 1952434"/>
                  <a:gd name="GluePoint11X" fmla="*/ 2914364 w 3168300"/>
                  <a:gd name="GluePoint11Y" fmla="*/ 567023 h 1952434"/>
                  <a:gd name="GluePoint12X" fmla="*/ 3168301 w 3168300"/>
                  <a:gd name="GluePoint12Y" fmla="*/ 0 h 195243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</a:cxnLst>
                <a:rect l="textAreaLeft" t="textAreaTop" r="textAreaRight" b="textAreaBottom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7" name="Freeform: Shape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188280" y="4664160"/>
                <a:ext cx="2990160" cy="2190960"/>
              </a:xfrm>
              <a:custGeom>
                <a:avLst/>
                <a:gdLst>
                  <a:gd name="textAreaLeft" fmla="*/ 0 w 2990160"/>
                  <a:gd name="textAreaRight" fmla="*/ 2990520 w 2990160"/>
                  <a:gd name="textAreaTop" fmla="*/ 0 h 2190960"/>
                  <a:gd name="textAreaBottom" fmla="*/ 2191320 h 2190960"/>
                  <a:gd name="GluePoint1X" fmla="*/ 0 w 3356800"/>
                  <a:gd name="GluePoint1Y" fmla="*/ 2452021 h 2452020"/>
                  <a:gd name="GluePoint2X" fmla="*/ 130874 w 3356800"/>
                  <a:gd name="GluePoint2Y" fmla="*/ 2247710 h 2452020"/>
                  <a:gd name="GluePoint3X" fmla="*/ 437197 w 3356800"/>
                  <a:gd name="GluePoint3Y" fmla="*/ 1941195 h 2452020"/>
                  <a:gd name="GluePoint4X" fmla="*/ 737140 w 3356800"/>
                  <a:gd name="GluePoint4Y" fmla="*/ 1736884 h 2452020"/>
                  <a:gd name="GluePoint5X" fmla="*/ 1031843 w 3356800"/>
                  <a:gd name="GluePoint5Y" fmla="*/ 1685068 h 2452020"/>
                  <a:gd name="GluePoint6X" fmla="*/ 1287304 w 3356800"/>
                  <a:gd name="GluePoint6Y" fmla="*/ 1655826 h 2452020"/>
                  <a:gd name="GluePoint7X" fmla="*/ 1471994 w 3356800"/>
                  <a:gd name="GluePoint7Y" fmla="*/ 1634300 h 2452020"/>
                  <a:gd name="GluePoint8X" fmla="*/ 1898237 w 3356800"/>
                  <a:gd name="GluePoint8Y" fmla="*/ 1512665 h 2452020"/>
                  <a:gd name="GluePoint9X" fmla="*/ 2229136 w 3356800"/>
                  <a:gd name="GluePoint9Y" fmla="*/ 1355598 h 2452020"/>
                  <a:gd name="GluePoint10X" fmla="*/ 2512314 w 3356800"/>
                  <a:gd name="GluePoint10Y" fmla="*/ 1238631 h 2452020"/>
                  <a:gd name="GluePoint11X" fmla="*/ 2758535 w 3356800"/>
                  <a:gd name="GluePoint11Y" fmla="*/ 1096994 h 2452020"/>
                  <a:gd name="GluePoint12X" fmla="*/ 2935510 w 3356800"/>
                  <a:gd name="GluePoint12Y" fmla="*/ 919925 h 2452020"/>
                  <a:gd name="GluePoint13X" fmla="*/ 3081719 w 3356800"/>
                  <a:gd name="GluePoint13Y" fmla="*/ 687419 h 2452020"/>
                  <a:gd name="GluePoint14X" fmla="*/ 3356800 w 3356800"/>
                  <a:gd name="GluePoint14Y" fmla="*/ 0 h 245202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</a:cxnLst>
                <a:rect l="textAreaLeft" t="textAreaTop" r="textAreaRight" b="textAreaBottom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cap="rnd" w="9525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58" name="Freeform: Shape 7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80" y="5197320"/>
              <a:ext cx="4211280" cy="1660320"/>
            </a:xfrm>
            <a:custGeom>
              <a:avLst/>
              <a:gdLst>
                <a:gd name="textAreaLeft" fmla="*/ 0 w 4211280"/>
                <a:gd name="textAreaRight" fmla="*/ 4211640 w 4211280"/>
                <a:gd name="textAreaTop" fmla="*/ 0 h 1660320"/>
                <a:gd name="textAreaBottom" fmla="*/ 1660680 h 1660320"/>
                <a:gd name="GluePoint1X" fmla="*/ 4211600 w 4211600"/>
                <a:gd name="GluePoint1Y" fmla="*/ 0 h 1660822"/>
                <a:gd name="GluePoint2X" fmla="*/ 4211600 w 4211600"/>
                <a:gd name="GluePoint2Y" fmla="*/ 58430 h 1660822"/>
                <a:gd name="GluePoint3X" fmla="*/ 4136524 w 4211600"/>
                <a:gd name="GluePoint3Y" fmla="*/ 208808 h 1660822"/>
                <a:gd name="GluePoint4X" fmla="*/ 3973354 w 4211600"/>
                <a:gd name="GluePoint4Y" fmla="*/ 437313 h 1660822"/>
                <a:gd name="GluePoint5X" fmla="*/ 3884746 w 4211600"/>
                <a:gd name="GluePoint5Y" fmla="*/ 553613 h 1660822"/>
                <a:gd name="GluePoint6X" fmla="*/ 3849435 w 4211600"/>
                <a:gd name="GluePoint6Y" fmla="*/ 603143 h 1660822"/>
                <a:gd name="GluePoint7X" fmla="*/ 3661849 w 4211600"/>
                <a:gd name="GluePoint7Y" fmla="*/ 819075 h 1660822"/>
                <a:gd name="GluePoint8X" fmla="*/ 3402589 w 4211600"/>
                <a:gd name="GluePoint8Y" fmla="*/ 952996 h 1660822"/>
                <a:gd name="GluePoint9X" fmla="*/ 3130202 w 4211600"/>
                <a:gd name="GluePoint9Y" fmla="*/ 1023386 h 1660822"/>
                <a:gd name="GluePoint10X" fmla="*/ 2914657 w 4211600"/>
                <a:gd name="GluePoint10Y" fmla="*/ 1068058 h 1660822"/>
                <a:gd name="GluePoint11X" fmla="*/ 2582149 w 4211600"/>
                <a:gd name="GluePoint11Y" fmla="*/ 1138924 h 1660822"/>
                <a:gd name="GluePoint12X" fmla="*/ 2483958 w 4211600"/>
                <a:gd name="GluePoint12Y" fmla="*/ 1162356 h 1660822"/>
                <a:gd name="GluePoint13X" fmla="*/ 2123750 w 4211600"/>
                <a:gd name="GluePoint13Y" fmla="*/ 1238651 h 1660822"/>
                <a:gd name="GluePoint14X" fmla="*/ 1761444 w 4211600"/>
                <a:gd name="GluePoint14Y" fmla="*/ 1273417 h 1660822"/>
                <a:gd name="GluePoint15X" fmla="*/ 1608382 w 4211600"/>
                <a:gd name="GluePoint15Y" fmla="*/ 1284466 h 1660822"/>
                <a:gd name="GluePoint16X" fmla="*/ 999942 w 4211600"/>
                <a:gd name="GluePoint16Y" fmla="*/ 1354284 h 1660822"/>
                <a:gd name="GluePoint17X" fmla="*/ 484705 w 4211600"/>
                <a:gd name="GluePoint17Y" fmla="*/ 1450487 h 1660822"/>
                <a:gd name="GluePoint18X" fmla="*/ 113310 w 4211600"/>
                <a:gd name="GluePoint18Y" fmla="*/ 1613700 h 1660822"/>
                <a:gd name="GluePoint19X" fmla="*/ 39668 w 4211600"/>
                <a:gd name="GluePoint19Y" fmla="*/ 1660822 h 1660822"/>
                <a:gd name="GluePoint20X" fmla="*/ 0 w 4211600"/>
                <a:gd name="GluePoint20Y" fmla="*/ 1660822 h 1660822"/>
                <a:gd name="GluePoint21X" fmla="*/ 96701 w 4211600"/>
                <a:gd name="GluePoint21Y" fmla="*/ 1598934 h 1660822"/>
                <a:gd name="GluePoint22X" fmla="*/ 474335 w 4211600"/>
                <a:gd name="GluePoint22Y" fmla="*/ 1433056 h 1660822"/>
                <a:gd name="GluePoint23X" fmla="*/ 994299 w 4211600"/>
                <a:gd name="GluePoint23Y" fmla="*/ 1335806 h 1660822"/>
                <a:gd name="GluePoint24X" fmla="*/ 1605231 w 4211600"/>
                <a:gd name="GluePoint24Y" fmla="*/ 1265702 h 1660822"/>
                <a:gd name="GluePoint25X" fmla="*/ 1758819 w 4211600"/>
                <a:gd name="GluePoint25Y" fmla="*/ 1254558 h 1660822"/>
                <a:gd name="GluePoint26X" fmla="*/ 2118106 w 4211600"/>
                <a:gd name="GluePoint26Y" fmla="*/ 1220077 h 1660822"/>
                <a:gd name="GluePoint27X" fmla="*/ 2475557 w 4211600"/>
                <a:gd name="GluePoint27Y" fmla="*/ 1144353 h 1660822"/>
                <a:gd name="GluePoint28X" fmla="*/ 2573878 w 4211600"/>
                <a:gd name="GluePoint28Y" fmla="*/ 1120827 h 1660822"/>
                <a:gd name="GluePoint29X" fmla="*/ 2907437 w 4211600"/>
                <a:gd name="GluePoint29Y" fmla="*/ 1049675 h 1660822"/>
                <a:gd name="GluePoint30X" fmla="*/ 3122589 w 4211600"/>
                <a:gd name="GluePoint30Y" fmla="*/ 1005098 h 1660822"/>
                <a:gd name="GluePoint31X" fmla="*/ 3391169 w 4211600"/>
                <a:gd name="GluePoint31Y" fmla="*/ 935756 h 1660822"/>
                <a:gd name="GluePoint32X" fmla="*/ 3642290 w 4211600"/>
                <a:gd name="GluePoint32Y" fmla="*/ 806216 h 1660822"/>
                <a:gd name="GluePoint33X" fmla="*/ 3825937 w 4211600"/>
                <a:gd name="GluePoint33Y" fmla="*/ 594475 h 1660822"/>
                <a:gd name="GluePoint34X" fmla="*/ 3861381 w 4211600"/>
                <a:gd name="GluePoint34Y" fmla="*/ 544755 h 1660822"/>
                <a:gd name="GluePoint35X" fmla="*/ 3950381 w 4211600"/>
                <a:gd name="GluePoint35Y" fmla="*/ 427978 h 1660822"/>
                <a:gd name="GluePoint36X" fmla="*/ 4112370 w 4211600"/>
                <a:gd name="GluePoint36Y" fmla="*/ 201378 h 1660822"/>
                <a:gd name="GluePoint37X" fmla="*/ 4195989 w 4211600"/>
                <a:gd name="GluePoint37Y" fmla="*/ 33834 h 16608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</a:cxnLst>
              <a:rect l="textAreaLeft" t="textAreaTop" r="textAreaRight" b="textAreaBottom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title"/>
          </p:nvPr>
        </p:nvSpPr>
        <p:spPr>
          <a:xfrm>
            <a:off x="1330560" y="276840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2"/>
                </a:solidFill>
                <a:effectLst/>
                <a:uFillTx/>
                <a:latin typeface="Sagona Book"/>
              </a:rPr>
              <a:t>Демонстрация работы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2"/>
          </a:solidFill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venirNext LT Pro Medium"/>
            </a:endParaRPr>
          </a:p>
        </p:txBody>
      </p:sp>
      <p:sp>
        <p:nvSpPr>
          <p:cNvPr id="461" name="Freeform: Shap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693000" y="-2880"/>
            <a:ext cx="1325880" cy="597240"/>
          </a:xfrm>
          <a:custGeom>
            <a:avLst/>
            <a:gdLst>
              <a:gd name="textAreaLeft" fmla="*/ 0 w 1325880"/>
              <a:gd name="textAreaRight" fmla="*/ 1326240 w 1325880"/>
              <a:gd name="textAreaTop" fmla="*/ 0 h 597240"/>
              <a:gd name="textAreaBottom" fmla="*/ 597600 h 597240"/>
              <a:gd name="GluePoint1X" fmla="*/ 741051 w 1482102"/>
              <a:gd name="GluePoint1Y" fmla="*/ 0 h 679363"/>
              <a:gd name="GluePoint2X" fmla="*/ 1473822 w 1482102"/>
              <a:gd name="GluePoint2Y" fmla="*/ 597226 h 679363"/>
              <a:gd name="GluePoint3X" fmla="*/ 1482102 w 1482102"/>
              <a:gd name="GluePoint3Y" fmla="*/ 679363 h 679363"/>
              <a:gd name="GluePoint4X" fmla="*/ 0 w 1482102"/>
              <a:gd name="GluePoint4Y" fmla="*/ 679363 h 679363"/>
              <a:gd name="GluePoint5X" fmla="*/ 8280 w 1482102"/>
              <a:gd name="GluePoint5Y" fmla="*/ 597226 h 679363"/>
              <a:gd name="GluePoint6X" fmla="*/ 741051 w 1482102"/>
              <a:gd name="GluePoint6Y" fmla="*/ 0 h 6793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venirNext LT Pro Medium"/>
              </a:rPr>
              <a:t>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Freeform: Shap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39280" y="6172200"/>
            <a:ext cx="1481760" cy="678960"/>
          </a:xfrm>
          <a:custGeom>
            <a:avLst/>
            <a:gdLst>
              <a:gd name="textAreaLeft" fmla="*/ 0 w 1481760"/>
              <a:gd name="textAreaRight" fmla="*/ 1482120 w 1481760"/>
              <a:gd name="textAreaTop" fmla="*/ 0 h 678960"/>
              <a:gd name="textAreaBottom" fmla="*/ 679320 h 678960"/>
              <a:gd name="GluePoint1X" fmla="*/ 741051 w 1482102"/>
              <a:gd name="GluePoint1Y" fmla="*/ 0 h 679363"/>
              <a:gd name="GluePoint2X" fmla="*/ 1473822 w 1482102"/>
              <a:gd name="GluePoint2Y" fmla="*/ 597226 h 679363"/>
              <a:gd name="GluePoint3X" fmla="*/ 1482102 w 1482102"/>
              <a:gd name="GluePoint3Y" fmla="*/ 679363 h 679363"/>
              <a:gd name="GluePoint4X" fmla="*/ 0 w 1482102"/>
              <a:gd name="GluePoint4Y" fmla="*/ 679363 h 679363"/>
              <a:gd name="GluePoint5X" fmla="*/ 8280 w 1482102"/>
              <a:gd name="GluePoint5Y" fmla="*/ 597226 h 679363"/>
              <a:gd name="GluePoint6X" fmla="*/ 741051 w 1482102"/>
              <a:gd name="GluePoint6Y" fmla="*/ 0 h 679363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textAreaLeft" t="textAreaTop" r="textAreaRight" b="textAreaBottom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spcAft>
                <a:spcPts val="601"/>
              </a:spcAft>
            </a:pPr>
            <a:r>
              <a:rPr lang="en-U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venirNext LT Pro Medium"/>
              </a:rPr>
              <a:t>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Freeform: Shap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7240" y="5197320"/>
            <a:ext cx="4211280" cy="1660320"/>
          </a:xfrm>
          <a:custGeom>
            <a:avLst/>
            <a:gdLst>
              <a:gd name="textAreaLeft" fmla="*/ 0 w 4211280"/>
              <a:gd name="textAreaRight" fmla="*/ 4211640 w 4211280"/>
              <a:gd name="textAreaTop" fmla="*/ 0 h 1660320"/>
              <a:gd name="textAreaBottom" fmla="*/ 1660680 h 1660320"/>
              <a:gd name="GluePoint1X" fmla="*/ 4211600 w 4211600"/>
              <a:gd name="GluePoint1Y" fmla="*/ 0 h 1660822"/>
              <a:gd name="GluePoint2X" fmla="*/ 4211600 w 4211600"/>
              <a:gd name="GluePoint2Y" fmla="*/ 58430 h 1660822"/>
              <a:gd name="GluePoint3X" fmla="*/ 4136524 w 4211600"/>
              <a:gd name="GluePoint3Y" fmla="*/ 208808 h 1660822"/>
              <a:gd name="GluePoint4X" fmla="*/ 3973354 w 4211600"/>
              <a:gd name="GluePoint4Y" fmla="*/ 437313 h 1660822"/>
              <a:gd name="GluePoint5X" fmla="*/ 3884746 w 4211600"/>
              <a:gd name="GluePoint5Y" fmla="*/ 553613 h 1660822"/>
              <a:gd name="GluePoint6X" fmla="*/ 3849435 w 4211600"/>
              <a:gd name="GluePoint6Y" fmla="*/ 603143 h 1660822"/>
              <a:gd name="GluePoint7X" fmla="*/ 3661849 w 4211600"/>
              <a:gd name="GluePoint7Y" fmla="*/ 819075 h 1660822"/>
              <a:gd name="GluePoint8X" fmla="*/ 3402589 w 4211600"/>
              <a:gd name="GluePoint8Y" fmla="*/ 952996 h 1660822"/>
              <a:gd name="GluePoint9X" fmla="*/ 3130202 w 4211600"/>
              <a:gd name="GluePoint9Y" fmla="*/ 1023386 h 1660822"/>
              <a:gd name="GluePoint10X" fmla="*/ 2914657 w 4211600"/>
              <a:gd name="GluePoint10Y" fmla="*/ 1068058 h 1660822"/>
              <a:gd name="GluePoint11X" fmla="*/ 2582149 w 4211600"/>
              <a:gd name="GluePoint11Y" fmla="*/ 1138924 h 1660822"/>
              <a:gd name="GluePoint12X" fmla="*/ 2483958 w 4211600"/>
              <a:gd name="GluePoint12Y" fmla="*/ 1162356 h 1660822"/>
              <a:gd name="GluePoint13X" fmla="*/ 2123750 w 4211600"/>
              <a:gd name="GluePoint13Y" fmla="*/ 1238651 h 1660822"/>
              <a:gd name="GluePoint14X" fmla="*/ 1761444 w 4211600"/>
              <a:gd name="GluePoint14Y" fmla="*/ 1273417 h 1660822"/>
              <a:gd name="GluePoint15X" fmla="*/ 1608382 w 4211600"/>
              <a:gd name="GluePoint15Y" fmla="*/ 1284466 h 1660822"/>
              <a:gd name="GluePoint16X" fmla="*/ 999942 w 4211600"/>
              <a:gd name="GluePoint16Y" fmla="*/ 1354284 h 1660822"/>
              <a:gd name="GluePoint17X" fmla="*/ 484705 w 4211600"/>
              <a:gd name="GluePoint17Y" fmla="*/ 1450487 h 1660822"/>
              <a:gd name="GluePoint18X" fmla="*/ 113310 w 4211600"/>
              <a:gd name="GluePoint18Y" fmla="*/ 1613700 h 1660822"/>
              <a:gd name="GluePoint19X" fmla="*/ 39668 w 4211600"/>
              <a:gd name="GluePoint19Y" fmla="*/ 1660822 h 1660822"/>
              <a:gd name="GluePoint20X" fmla="*/ 0 w 4211600"/>
              <a:gd name="GluePoint20Y" fmla="*/ 1660822 h 1660822"/>
              <a:gd name="GluePoint21X" fmla="*/ 96701 w 4211600"/>
              <a:gd name="GluePoint21Y" fmla="*/ 1598934 h 1660822"/>
              <a:gd name="GluePoint22X" fmla="*/ 474335 w 4211600"/>
              <a:gd name="GluePoint22Y" fmla="*/ 1433056 h 1660822"/>
              <a:gd name="GluePoint23X" fmla="*/ 994299 w 4211600"/>
              <a:gd name="GluePoint23Y" fmla="*/ 1335806 h 1660822"/>
              <a:gd name="GluePoint24X" fmla="*/ 1605231 w 4211600"/>
              <a:gd name="GluePoint24Y" fmla="*/ 1265702 h 1660822"/>
              <a:gd name="GluePoint25X" fmla="*/ 1758819 w 4211600"/>
              <a:gd name="GluePoint25Y" fmla="*/ 1254558 h 1660822"/>
              <a:gd name="GluePoint26X" fmla="*/ 2118106 w 4211600"/>
              <a:gd name="GluePoint26Y" fmla="*/ 1220077 h 1660822"/>
              <a:gd name="GluePoint27X" fmla="*/ 2475557 w 4211600"/>
              <a:gd name="GluePoint27Y" fmla="*/ 1144353 h 1660822"/>
              <a:gd name="GluePoint28X" fmla="*/ 2573878 w 4211600"/>
              <a:gd name="GluePoint28Y" fmla="*/ 1120827 h 1660822"/>
              <a:gd name="GluePoint29X" fmla="*/ 2907437 w 4211600"/>
              <a:gd name="GluePoint29Y" fmla="*/ 1049675 h 1660822"/>
              <a:gd name="GluePoint30X" fmla="*/ 3122589 w 4211600"/>
              <a:gd name="GluePoint30Y" fmla="*/ 1005098 h 1660822"/>
              <a:gd name="GluePoint31X" fmla="*/ 3391169 w 4211600"/>
              <a:gd name="GluePoint31Y" fmla="*/ 935756 h 1660822"/>
              <a:gd name="GluePoint32X" fmla="*/ 3642290 w 4211600"/>
              <a:gd name="GluePoint32Y" fmla="*/ 806216 h 1660822"/>
              <a:gd name="GluePoint33X" fmla="*/ 3825937 w 4211600"/>
              <a:gd name="GluePoint33Y" fmla="*/ 594475 h 1660822"/>
              <a:gd name="GluePoint34X" fmla="*/ 3861381 w 4211600"/>
              <a:gd name="GluePoint34Y" fmla="*/ 544755 h 1660822"/>
              <a:gd name="GluePoint35X" fmla="*/ 3950381 w 4211600"/>
              <a:gd name="GluePoint35Y" fmla="*/ 427978 h 1660822"/>
              <a:gd name="GluePoint36X" fmla="*/ 4112370 w 4211600"/>
              <a:gd name="GluePoint36Y" fmla="*/ 201378 h 1660822"/>
              <a:gd name="GluePoint37X" fmla="*/ 4195989 w 4211600"/>
              <a:gd name="GluePoint37Y" fmla="*/ 33834 h 166082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</a:cxnLst>
            <a:rect l="textAreaLeft" t="textAreaTop" r="textAreaRight" b="textAreaBottom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grpSp>
        <p:nvGrpSpPr>
          <p:cNvPr id="464" name="Graphic 1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800" y="15120"/>
            <a:ext cx="2198520" cy="3330720"/>
            <a:chOff x="10800" y="15120"/>
            <a:chExt cx="2198520" cy="3330720"/>
          </a:xfrm>
        </p:grpSpPr>
        <p:sp>
          <p:nvSpPr>
            <p:cNvPr id="465" name="Freeform: Shape 1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9440" y="15120"/>
              <a:ext cx="2189880" cy="3330720"/>
            </a:xfrm>
            <a:custGeom>
              <a:avLst/>
              <a:gdLst>
                <a:gd name="textAreaLeft" fmla="*/ 0 w 2189880"/>
                <a:gd name="textAreaRight" fmla="*/ 2190240 w 2189880"/>
                <a:gd name="textAreaTop" fmla="*/ 0 h 3330720"/>
                <a:gd name="textAreaBottom" fmla="*/ 3331080 h 3330720"/>
                <a:gd name="GluePoint1X" fmla="*/ 0 w 3296088"/>
                <a:gd name="GluePoint1Y" fmla="*/ 5012722 h 5012722"/>
                <a:gd name="GluePoint2X" fmla="*/ 244031 w 3296088"/>
                <a:gd name="GluePoint2Y" fmla="*/ 4820222 h 5012722"/>
                <a:gd name="GluePoint3X" fmla="*/ 729234 w 3296088"/>
                <a:gd name="GluePoint3Y" fmla="*/ 4360641 h 5012722"/>
                <a:gd name="GluePoint4X" fmla="*/ 881444 w 3296088"/>
                <a:gd name="GluePoint4Y" fmla="*/ 4173950 h 5012722"/>
                <a:gd name="GluePoint5X" fmla="*/ 1151287 w 3296088"/>
                <a:gd name="GluePoint5Y" fmla="*/ 3972877 h 5012722"/>
                <a:gd name="GluePoint6X" fmla="*/ 1498664 w 3296088"/>
                <a:gd name="GluePoint6Y" fmla="*/ 3786188 h 5012722"/>
                <a:gd name="GluePoint7X" fmla="*/ 1716881 w 3296088"/>
                <a:gd name="GluePoint7Y" fmla="*/ 3674174 h 5012722"/>
                <a:gd name="GluePoint8X" fmla="*/ 1913573 w 3296088"/>
                <a:gd name="GluePoint8Y" fmla="*/ 3477387 h 5012722"/>
                <a:gd name="GluePoint9X" fmla="*/ 2167700 w 3296088"/>
                <a:gd name="GluePoint9Y" fmla="*/ 3042190 h 5012722"/>
                <a:gd name="GluePoint10X" fmla="*/ 2273903 w 3296088"/>
                <a:gd name="GluePoint10Y" fmla="*/ 2775014 h 5012722"/>
                <a:gd name="GluePoint11X" fmla="*/ 2463356 w 3296088"/>
                <a:gd name="GluePoint11Y" fmla="*/ 2335530 h 5012722"/>
                <a:gd name="GluePoint12X" fmla="*/ 2741866 w 3296088"/>
                <a:gd name="GluePoint12Y" fmla="*/ 1982248 h 5012722"/>
                <a:gd name="GluePoint13X" fmla="*/ 2985897 w 3296088"/>
                <a:gd name="GluePoint13Y" fmla="*/ 1634681 h 5012722"/>
                <a:gd name="GluePoint14X" fmla="*/ 3212687 w 3296088"/>
                <a:gd name="GluePoint14Y" fmla="*/ 1226820 h 5012722"/>
                <a:gd name="GluePoint15X" fmla="*/ 3281553 w 3296088"/>
                <a:gd name="GluePoint15Y" fmla="*/ 959644 h 5012722"/>
                <a:gd name="GluePoint16X" fmla="*/ 3295936 w 3296088"/>
                <a:gd name="GluePoint16Y" fmla="*/ 701135 h 5012722"/>
                <a:gd name="GluePoint17X" fmla="*/ 3267266 w 3296088"/>
                <a:gd name="GluePoint17Y" fmla="*/ 436817 h 5012722"/>
                <a:gd name="GluePoint18X" fmla="*/ 3105341 w 3296088"/>
                <a:gd name="GluePoint18Y" fmla="*/ 0 h 50127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</a:cxnLst>
              <a:rect l="textAreaLeft" t="textAreaTop" r="textAreaRight" b="textAreaBottom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6" name="Freeform: Shape 1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00" y="15120"/>
              <a:ext cx="1978200" cy="3074760"/>
            </a:xfrm>
            <a:custGeom>
              <a:avLst/>
              <a:gdLst>
                <a:gd name="textAreaLeft" fmla="*/ 0 w 1978200"/>
                <a:gd name="textAreaRight" fmla="*/ 1978560 w 1978200"/>
                <a:gd name="textAreaTop" fmla="*/ 0 h 3074760"/>
                <a:gd name="textAreaBottom" fmla="*/ 3075120 h 3074760"/>
                <a:gd name="GluePoint1X" fmla="*/ 0 w 2977477"/>
                <a:gd name="GluePoint1Y" fmla="*/ 4627150 h 4627149"/>
                <a:gd name="GluePoint2X" fmla="*/ 275082 w 2977477"/>
                <a:gd name="GluePoint2Y" fmla="*/ 4341590 h 4627149"/>
                <a:gd name="GluePoint3X" fmla="*/ 502825 w 2977477"/>
                <a:gd name="GluePoint3Y" fmla="*/ 4054126 h 4627149"/>
                <a:gd name="GluePoint4X" fmla="*/ 666179 w 2977477"/>
                <a:gd name="GluePoint4Y" fmla="*/ 3890677 h 4627149"/>
                <a:gd name="GluePoint5X" fmla="*/ 864203 w 2977477"/>
                <a:gd name="GluePoint5Y" fmla="*/ 3675983 h 4627149"/>
                <a:gd name="GluePoint6X" fmla="*/ 982599 w 2977477"/>
                <a:gd name="GluePoint6Y" fmla="*/ 3557492 h 4627149"/>
                <a:gd name="GluePoint7X" fmla="*/ 1188244 w 2977477"/>
                <a:gd name="GluePoint7Y" fmla="*/ 3329654 h 4627149"/>
                <a:gd name="GluePoint8X" fmla="*/ 1344740 w 2977477"/>
                <a:gd name="GluePoint8Y" fmla="*/ 3146774 h 4627149"/>
                <a:gd name="GluePoint9X" fmla="*/ 1470755 w 2977477"/>
                <a:gd name="GluePoint9Y" fmla="*/ 2984659 h 4627149"/>
                <a:gd name="GluePoint10X" fmla="*/ 1657636 w 2977477"/>
                <a:gd name="GluePoint10Y" fmla="*/ 2670239 h 4627149"/>
                <a:gd name="GluePoint11X" fmla="*/ 1762887 w 2977477"/>
                <a:gd name="GluePoint11Y" fmla="*/ 2473547 h 4627149"/>
                <a:gd name="GluePoint12X" fmla="*/ 1866710 w 2977477"/>
                <a:gd name="GluePoint12Y" fmla="*/ 2290667 h 4627149"/>
                <a:gd name="GluePoint13X" fmla="*/ 2106263 w 2977477"/>
                <a:gd name="GluePoint13Y" fmla="*/ 2030254 h 4627149"/>
                <a:gd name="GluePoint14X" fmla="*/ 2277237 w 2977477"/>
                <a:gd name="GluePoint14Y" fmla="*/ 1859185 h 4627149"/>
                <a:gd name="GluePoint15X" fmla="*/ 2499455 w 2977477"/>
                <a:gd name="GluePoint15Y" fmla="*/ 1656207 h 4627149"/>
                <a:gd name="GluePoint16X" fmla="*/ 2707100 w 2977477"/>
                <a:gd name="GluePoint16Y" fmla="*/ 1390269 h 4627149"/>
                <a:gd name="GluePoint17X" fmla="*/ 2812352 w 2977477"/>
                <a:gd name="GluePoint17Y" fmla="*/ 1230916 h 4627149"/>
                <a:gd name="GluePoint18X" fmla="*/ 2898172 w 2977477"/>
                <a:gd name="GluePoint18Y" fmla="*/ 1036987 h 4627149"/>
                <a:gd name="GluePoint19X" fmla="*/ 2963228 w 2977477"/>
                <a:gd name="GluePoint19Y" fmla="*/ 850011 h 4627149"/>
                <a:gd name="GluePoint20X" fmla="*/ 2977325 w 2977477"/>
                <a:gd name="GluePoint20Y" fmla="*/ 745427 h 4627149"/>
                <a:gd name="GluePoint21X" fmla="*/ 2929509 w 2977477"/>
                <a:gd name="GluePoint21Y" fmla="*/ 480155 h 4627149"/>
                <a:gd name="GluePoint22X" fmla="*/ 2563082 w 2977477"/>
                <a:gd name="GluePoint22Y" fmla="*/ 0 h 462714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</a:cxnLst>
              <a:rect l="textAreaLeft" t="textAreaTop" r="textAreaRight" b="textAreaBottom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7" name="Freeform: Shape 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5200" y="15120"/>
              <a:ext cx="1565640" cy="2737080"/>
            </a:xfrm>
            <a:custGeom>
              <a:avLst/>
              <a:gdLst>
                <a:gd name="textAreaLeft" fmla="*/ 0 w 1565640"/>
                <a:gd name="textAreaRight" fmla="*/ 1566000 w 1565640"/>
                <a:gd name="textAreaTop" fmla="*/ 0 h 2737080"/>
                <a:gd name="textAreaBottom" fmla="*/ 2737440 h 2737080"/>
                <a:gd name="GluePoint1X" fmla="*/ 1707071 w 2356712"/>
                <a:gd name="GluePoint1Y" fmla="*/ 0 h 4118991"/>
                <a:gd name="GluePoint2X" fmla="*/ 1824514 w 2356712"/>
                <a:gd name="GluePoint2Y" fmla="*/ 244697 h 4118991"/>
                <a:gd name="GluePoint3X" fmla="*/ 1908715 w 2356712"/>
                <a:gd name="GluePoint3Y" fmla="*/ 328994 h 4118991"/>
                <a:gd name="GluePoint4X" fmla="*/ 2226469 w 2356712"/>
                <a:gd name="GluePoint4Y" fmla="*/ 603695 h 4118991"/>
                <a:gd name="GluePoint5X" fmla="*/ 2355628 w 2356712"/>
                <a:gd name="GluePoint5Y" fmla="*/ 900494 h 4118991"/>
                <a:gd name="GluePoint6X" fmla="*/ 2281428 w 2356712"/>
                <a:gd name="GluePoint6Y" fmla="*/ 1206913 h 4118991"/>
                <a:gd name="GluePoint7X" fmla="*/ 2092452 w 2356712"/>
                <a:gd name="GluePoint7Y" fmla="*/ 1460659 h 4118991"/>
                <a:gd name="GluePoint8X" fmla="*/ 1834039 w 2356712"/>
                <a:gd name="GluePoint8Y" fmla="*/ 1625822 h 4118991"/>
                <a:gd name="GluePoint9X" fmla="*/ 1558862 w 2356712"/>
                <a:gd name="GluePoint9Y" fmla="*/ 1743075 h 4118991"/>
                <a:gd name="GluePoint10X" fmla="*/ 1386554 w 2356712"/>
                <a:gd name="GluePoint10Y" fmla="*/ 1869948 h 4118991"/>
                <a:gd name="GluePoint11X" fmla="*/ 1271683 w 2356712"/>
                <a:gd name="GluePoint11Y" fmla="*/ 2073402 h 4118991"/>
                <a:gd name="GluePoint12X" fmla="*/ 1178338 w 2356712"/>
                <a:gd name="GluePoint12Y" fmla="*/ 2355914 h 4118991"/>
                <a:gd name="GluePoint13X" fmla="*/ 1113758 w 2356712"/>
                <a:gd name="GluePoint13Y" fmla="*/ 2578513 h 4118991"/>
                <a:gd name="GluePoint14X" fmla="*/ 1034796 w 2356712"/>
                <a:gd name="GluePoint14Y" fmla="*/ 2834640 h 4118991"/>
                <a:gd name="GluePoint15X" fmla="*/ 905637 w 2356712"/>
                <a:gd name="GluePoint15Y" fmla="*/ 3081242 h 4118991"/>
                <a:gd name="GluePoint16X" fmla="*/ 793147 w 2356712"/>
                <a:gd name="GluePoint16Y" fmla="*/ 3258407 h 4118991"/>
                <a:gd name="GluePoint17X" fmla="*/ 546735 w 2356712"/>
                <a:gd name="GluePoint17Y" fmla="*/ 3571970 h 4118991"/>
                <a:gd name="GluePoint18X" fmla="*/ 346996 w 2356712"/>
                <a:gd name="GluePoint18Y" fmla="*/ 3771900 h 4118991"/>
                <a:gd name="GluePoint19X" fmla="*/ 174689 w 2356712"/>
                <a:gd name="GluePoint19Y" fmla="*/ 3944207 h 4118991"/>
                <a:gd name="GluePoint20X" fmla="*/ 0 w 2356712"/>
                <a:gd name="GluePoint20Y" fmla="*/ 4118991 h 411899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8" name="Freeform: Shape 2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00" y="15120"/>
              <a:ext cx="1368000" cy="2644560"/>
            </a:xfrm>
            <a:custGeom>
              <a:avLst/>
              <a:gdLst>
                <a:gd name="textAreaLeft" fmla="*/ 0 w 1368000"/>
                <a:gd name="textAreaRight" fmla="*/ 1368360 w 1368000"/>
                <a:gd name="textAreaTop" fmla="*/ 0 h 2644560"/>
                <a:gd name="textAreaBottom" fmla="*/ 2644920 h 2644560"/>
                <a:gd name="GluePoint1X" fmla="*/ 0 w 2059193"/>
                <a:gd name="GluePoint1Y" fmla="*/ 3980116 h 3980116"/>
                <a:gd name="GluePoint2X" fmla="*/ 471583 w 2059193"/>
                <a:gd name="GluePoint2Y" fmla="*/ 3515678 h 3980116"/>
                <a:gd name="GluePoint3X" fmla="*/ 758666 w 2059193"/>
                <a:gd name="GluePoint3Y" fmla="*/ 3163824 h 3980116"/>
                <a:gd name="GluePoint4X" fmla="*/ 940499 w 2059193"/>
                <a:gd name="GluePoint4Y" fmla="*/ 2780824 h 3980116"/>
                <a:gd name="GluePoint5X" fmla="*/ 1055370 w 2059193"/>
                <a:gd name="GluePoint5Y" fmla="*/ 2242185 h 3980116"/>
                <a:gd name="GluePoint6X" fmla="*/ 1136714 w 2059193"/>
                <a:gd name="GluePoint6Y" fmla="*/ 1878330 h 3980116"/>
                <a:gd name="GluePoint7X" fmla="*/ 1246727 w 2059193"/>
                <a:gd name="GluePoint7Y" fmla="*/ 1562386 h 3980116"/>
                <a:gd name="GluePoint8X" fmla="*/ 1378363 w 2059193"/>
                <a:gd name="GluePoint8Y" fmla="*/ 1430750 h 3980116"/>
                <a:gd name="GluePoint9X" fmla="*/ 1691831 w 2059193"/>
                <a:gd name="GluePoint9Y" fmla="*/ 1394841 h 3980116"/>
                <a:gd name="GluePoint10X" fmla="*/ 1914335 w 2059193"/>
                <a:gd name="GluePoint10Y" fmla="*/ 1323023 h 3980116"/>
                <a:gd name="GluePoint11X" fmla="*/ 2055495 w 2059193"/>
                <a:gd name="GluePoint11Y" fmla="*/ 1098042 h 3980116"/>
                <a:gd name="GluePoint12X" fmla="*/ 2033969 w 2059193"/>
                <a:gd name="GluePoint12Y" fmla="*/ 930497 h 3980116"/>
                <a:gd name="GluePoint13X" fmla="*/ 1885664 w 2059193"/>
                <a:gd name="GluePoint13Y" fmla="*/ 760571 h 3980116"/>
                <a:gd name="GluePoint14X" fmla="*/ 1636871 w 2059193"/>
                <a:gd name="GluePoint14Y" fmla="*/ 612172 h 3980116"/>
                <a:gd name="GluePoint15X" fmla="*/ 1335405 w 2059193"/>
                <a:gd name="GluePoint15Y" fmla="*/ 459010 h 3980116"/>
                <a:gd name="GluePoint16X" fmla="*/ 1234916 w 2059193"/>
                <a:gd name="GluePoint16Y" fmla="*/ 269939 h 3980116"/>
                <a:gd name="GluePoint17X" fmla="*/ 1386935 w 2059193"/>
                <a:gd name="GluePoint17Y" fmla="*/ 0 h 398011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</a:cxnLst>
              <a:rect l="textAreaLeft" t="textAreaTop" r="textAreaRight" b="textAreaBottom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9" name="Freeform: Shape 2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8720" y="543960"/>
              <a:ext cx="493920" cy="1905120"/>
            </a:xfrm>
            <a:custGeom>
              <a:avLst/>
              <a:gdLst>
                <a:gd name="textAreaLeft" fmla="*/ 0 w 493920"/>
                <a:gd name="textAreaRight" fmla="*/ 494280 w 493920"/>
                <a:gd name="textAreaTop" fmla="*/ 0 h 1905120"/>
                <a:gd name="textAreaBottom" fmla="*/ 1905480 h 1905120"/>
                <a:gd name="GluePoint1X" fmla="*/ 11144 w 743796"/>
                <a:gd name="GluePoint1Y" fmla="*/ 0 h 2867501"/>
                <a:gd name="GluePoint2X" fmla="*/ 353663 w 743796"/>
                <a:gd name="GluePoint2Y" fmla="*/ 55245 h 2867501"/>
                <a:gd name="GluePoint3X" fmla="*/ 571405 w 743796"/>
                <a:gd name="GluePoint3Y" fmla="*/ 179737 h 2867501"/>
                <a:gd name="GluePoint4X" fmla="*/ 688658 w 743796"/>
                <a:gd name="GluePoint4Y" fmla="*/ 368808 h 2867501"/>
                <a:gd name="GluePoint5X" fmla="*/ 731711 w 743796"/>
                <a:gd name="GluePoint5Y" fmla="*/ 612934 h 2867501"/>
                <a:gd name="GluePoint6X" fmla="*/ 725233 w 743796"/>
                <a:gd name="GluePoint6Y" fmla="*/ 995648 h 2867501"/>
                <a:gd name="GluePoint7X" fmla="*/ 742855 w 743796"/>
                <a:gd name="GluePoint7Y" fmla="*/ 1499330 h 2867501"/>
                <a:gd name="GluePoint8X" fmla="*/ 707898 w 743796"/>
                <a:gd name="GluePoint8Y" fmla="*/ 1793081 h 2867501"/>
                <a:gd name="GluePoint9X" fmla="*/ 633222 w 743796"/>
                <a:gd name="GluePoint9Y" fmla="*/ 2073592 h 2867501"/>
                <a:gd name="GluePoint10X" fmla="*/ 404527 w 743796"/>
                <a:gd name="GluePoint10Y" fmla="*/ 2472404 h 2867501"/>
                <a:gd name="GluePoint11X" fmla="*/ 0 w 743796"/>
                <a:gd name="GluePoint11Y" fmla="*/ 2867501 h 286750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0" name="Freeform: Shape 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800" y="672120"/>
              <a:ext cx="396720" cy="1689840"/>
            </a:xfrm>
            <a:custGeom>
              <a:avLst/>
              <a:gdLst>
                <a:gd name="textAreaLeft" fmla="*/ 0 w 396720"/>
                <a:gd name="textAreaRight" fmla="*/ 397080 w 396720"/>
                <a:gd name="textAreaTop" fmla="*/ 0 h 1689840"/>
                <a:gd name="textAreaBottom" fmla="*/ 1690200 h 1689840"/>
                <a:gd name="GluePoint1X" fmla="*/ 16478 w 597294"/>
                <a:gd name="GluePoint1Y" fmla="*/ 2079 h 2543540"/>
                <a:gd name="GluePoint2X" fmla="*/ 299847 w 597294"/>
                <a:gd name="GluePoint2Y" fmla="*/ 53991 h 2543540"/>
                <a:gd name="GluePoint3X" fmla="*/ 503206 w 597294"/>
                <a:gd name="GluePoint3Y" fmla="*/ 291354 h 2543540"/>
                <a:gd name="GluePoint4X" fmla="*/ 525113 w 597294"/>
                <a:gd name="GluePoint4Y" fmla="*/ 724265 h 2543540"/>
                <a:gd name="GluePoint5X" fmla="*/ 578930 w 597294"/>
                <a:gd name="GluePoint5Y" fmla="*/ 1117267 h 2543540"/>
                <a:gd name="GluePoint6X" fmla="*/ 592931 w 597294"/>
                <a:gd name="GluePoint6Y" fmla="*/ 1476359 h 2543540"/>
                <a:gd name="GluePoint7X" fmla="*/ 503206 w 597294"/>
                <a:gd name="GluePoint7Y" fmla="*/ 1859359 h 2543540"/>
                <a:gd name="GluePoint8X" fmla="*/ 291846 w 597294"/>
                <a:gd name="GluePoint8Y" fmla="*/ 2250361 h 2543540"/>
                <a:gd name="GluePoint9X" fmla="*/ 0 w 597294"/>
                <a:gd name="GluePoint9Y" fmla="*/ 2543540 h 254354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1" name="Freeform: Shape 2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3040" y="881280"/>
              <a:ext cx="258480" cy="1336320"/>
            </a:xfrm>
            <a:custGeom>
              <a:avLst/>
              <a:gdLst>
                <a:gd name="textAreaLeft" fmla="*/ 0 w 258480"/>
                <a:gd name="textAreaRight" fmla="*/ 258840 w 258480"/>
                <a:gd name="textAreaTop" fmla="*/ 0 h 1336320"/>
                <a:gd name="textAreaBottom" fmla="*/ 1336680 h 1336320"/>
                <a:gd name="GluePoint1X" fmla="*/ 0 w 389425"/>
                <a:gd name="GluePoint1Y" fmla="*/ 33 h 2011236"/>
                <a:gd name="GluePoint2X" fmla="*/ 171260 w 389425"/>
                <a:gd name="GluePoint2Y" fmla="*/ 60326 h 2011236"/>
                <a:gd name="GluePoint3X" fmla="*/ 211455 w 389425"/>
                <a:gd name="GluePoint3Y" fmla="*/ 221204 h 2011236"/>
                <a:gd name="GluePoint4X" fmla="*/ 243078 w 389425"/>
                <a:gd name="GluePoint4Y" fmla="*/ 448089 h 2011236"/>
                <a:gd name="GluePoint5X" fmla="*/ 346424 w 389425"/>
                <a:gd name="GluePoint5Y" fmla="*/ 789941 h 2011236"/>
                <a:gd name="GluePoint6X" fmla="*/ 372237 w 389425"/>
                <a:gd name="GluePoint6Y" fmla="*/ 942151 h 2011236"/>
                <a:gd name="GluePoint7X" fmla="*/ 386620 w 389425"/>
                <a:gd name="GluePoint7Y" fmla="*/ 1272478 h 2011236"/>
                <a:gd name="GluePoint8X" fmla="*/ 280416 w 389425"/>
                <a:gd name="GluePoint8Y" fmla="*/ 1660241 h 2011236"/>
                <a:gd name="GluePoint9X" fmla="*/ 151257 w 389425"/>
                <a:gd name="GluePoint9Y" fmla="*/ 1844073 h 2011236"/>
                <a:gd name="GluePoint10X" fmla="*/ 1905 w 389425"/>
                <a:gd name="GluePoint10Y" fmla="*/ 2011237 h 201123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72" name="Graphic 15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610480" y="3276720"/>
            <a:ext cx="3529080" cy="3580920"/>
            <a:chOff x="8610480" y="3276720"/>
            <a:chExt cx="3529080" cy="3580920"/>
          </a:xfrm>
        </p:grpSpPr>
        <p:sp>
          <p:nvSpPr>
            <p:cNvPr id="473" name="Freeform: Shape 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610480" y="3276720"/>
              <a:ext cx="3515760" cy="3565080"/>
            </a:xfrm>
            <a:custGeom>
              <a:avLst/>
              <a:gdLst>
                <a:gd name="textAreaLeft" fmla="*/ 0 w 3515760"/>
                <a:gd name="textAreaRight" fmla="*/ 3516120 w 3515760"/>
                <a:gd name="textAreaTop" fmla="*/ 0 h 3565080"/>
                <a:gd name="textAreaBottom" fmla="*/ 3565440 h 3565080"/>
                <a:gd name="GluePoint1X" fmla="*/ 0 w 3946874"/>
                <a:gd name="GluePoint1Y" fmla="*/ 3989641 h 3989641"/>
                <a:gd name="GluePoint2X" fmla="*/ 79439 w 3946874"/>
                <a:gd name="GluePoint2Y" fmla="*/ 3891153 h 3989641"/>
                <a:gd name="GluePoint3X" fmla="*/ 297371 w 3946874"/>
                <a:gd name="GluePoint3Y" fmla="*/ 3626930 h 3989641"/>
                <a:gd name="GluePoint4X" fmla="*/ 454343 w 3946874"/>
                <a:gd name="GluePoint4Y" fmla="*/ 3440335 h 3989641"/>
                <a:gd name="GluePoint5X" fmla="*/ 622363 w 3946874"/>
                <a:gd name="GluePoint5Y" fmla="*/ 3290697 h 3989641"/>
                <a:gd name="GluePoint6X" fmla="*/ 927068 w 3946874"/>
                <a:gd name="GluePoint6Y" fmla="*/ 3087434 h 3989641"/>
                <a:gd name="GluePoint7X" fmla="*/ 1176338 w 3946874"/>
                <a:gd name="GluePoint7Y" fmla="*/ 2915603 h 3989641"/>
                <a:gd name="GluePoint8X" fmla="*/ 1394270 w 3946874"/>
                <a:gd name="GluePoint8Y" fmla="*/ 2780729 h 3989641"/>
                <a:gd name="GluePoint9X" fmla="*/ 1601057 w 3946874"/>
                <a:gd name="GluePoint9Y" fmla="*/ 2723483 h 3989641"/>
                <a:gd name="GluePoint10X" fmla="*/ 1756220 w 3946874"/>
                <a:gd name="GluePoint10Y" fmla="*/ 2743772 h 3989641"/>
                <a:gd name="GluePoint11X" fmla="*/ 1889189 w 3946874"/>
                <a:gd name="GluePoint11Y" fmla="*/ 2765965 h 3989641"/>
                <a:gd name="GluePoint12X" fmla="*/ 2007394 w 3946874"/>
                <a:gd name="GluePoint12Y" fmla="*/ 2765965 h 3989641"/>
                <a:gd name="GluePoint13X" fmla="*/ 2184654 w 3946874"/>
                <a:gd name="GluePoint13Y" fmla="*/ 2671763 h 3989641"/>
                <a:gd name="GluePoint14X" fmla="*/ 2372773 w 3946874"/>
                <a:gd name="GluePoint14Y" fmla="*/ 2538984 h 3989641"/>
                <a:gd name="GluePoint15X" fmla="*/ 2439543 w 3946874"/>
                <a:gd name="GluePoint15Y" fmla="*/ 2510504 h 3989641"/>
                <a:gd name="GluePoint16X" fmla="*/ 2650617 w 3946874"/>
                <a:gd name="GluePoint16Y" fmla="*/ 2434781 h 3989641"/>
                <a:gd name="GluePoint17X" fmla="*/ 2785110 w 3946874"/>
                <a:gd name="GluePoint17Y" fmla="*/ 2383060 h 3989641"/>
                <a:gd name="GluePoint18X" fmla="*/ 2897315 w 3946874"/>
                <a:gd name="GluePoint18Y" fmla="*/ 2318861 h 3989641"/>
                <a:gd name="GluePoint19X" fmla="*/ 2997994 w 3946874"/>
                <a:gd name="GluePoint19Y" fmla="*/ 2226183 h 3989641"/>
                <a:gd name="GluePoint20X" fmla="*/ 3061240 w 3946874"/>
                <a:gd name="GluePoint20Y" fmla="*/ 2141506 h 3989641"/>
                <a:gd name="GluePoint21X" fmla="*/ 3152108 w 3946874"/>
                <a:gd name="GluePoint21Y" fmla="*/ 2005203 h 3989641"/>
                <a:gd name="GluePoint22X" fmla="*/ 3274124 w 3946874"/>
                <a:gd name="GluePoint22Y" fmla="*/ 1871567 h 3989641"/>
                <a:gd name="GluePoint23X" fmla="*/ 3388138 w 3946874"/>
                <a:gd name="GluePoint23Y" fmla="*/ 1770888 h 3989641"/>
                <a:gd name="GluePoint24X" fmla="*/ 3466529 w 3946874"/>
                <a:gd name="GluePoint24Y" fmla="*/ 1679162 h 3989641"/>
                <a:gd name="GluePoint25X" fmla="*/ 3538633 w 3946874"/>
                <a:gd name="GluePoint25Y" fmla="*/ 1551718 h 3989641"/>
                <a:gd name="GluePoint26X" fmla="*/ 3588544 w 3946874"/>
                <a:gd name="GluePoint26Y" fmla="*/ 1376172 h 3989641"/>
                <a:gd name="GluePoint27X" fmla="*/ 3597402 w 3946874"/>
                <a:gd name="GluePoint27Y" fmla="*/ 1293305 h 3989641"/>
                <a:gd name="GluePoint28X" fmla="*/ 3721227 w 3946874"/>
                <a:gd name="GluePoint28Y" fmla="*/ 880491 h 3989641"/>
                <a:gd name="GluePoint29X" fmla="*/ 3761137 w 3946874"/>
                <a:gd name="GluePoint29Y" fmla="*/ 463677 h 3989641"/>
                <a:gd name="GluePoint30X" fmla="*/ 3946874 w 3946874"/>
                <a:gd name="GluePoint30Y" fmla="*/ 0 h 398964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</a:cxnLst>
              <a:rect l="textAreaLeft" t="textAreaTop" r="textAreaRight" b="textAreaBottom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4" name="Freeform: Shape 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861040" y="4186080"/>
              <a:ext cx="3265200" cy="2667600"/>
            </a:xfrm>
            <a:custGeom>
              <a:avLst/>
              <a:gdLst>
                <a:gd name="textAreaLeft" fmla="*/ 0 w 3265200"/>
                <a:gd name="textAreaRight" fmla="*/ 3265560 w 3265200"/>
                <a:gd name="textAreaTop" fmla="*/ 0 h 2667600"/>
                <a:gd name="textAreaBottom" fmla="*/ 2667960 h 2667600"/>
                <a:gd name="GluePoint1X" fmla="*/ 0 w 3665410"/>
                <a:gd name="GluePoint1Y" fmla="*/ 2985611 h 2985611"/>
                <a:gd name="GluePoint2X" fmla="*/ 166211 w 3665410"/>
                <a:gd name="GluePoint2Y" fmla="*/ 2699766 h 2985611"/>
                <a:gd name="GluePoint3X" fmla="*/ 397002 w 3665410"/>
                <a:gd name="GluePoint3Y" fmla="*/ 2414969 h 2985611"/>
                <a:gd name="GluePoint4X" fmla="*/ 620173 w 3665410"/>
                <a:gd name="GluePoint4Y" fmla="*/ 2237899 h 2985611"/>
                <a:gd name="GluePoint5X" fmla="*/ 823341 w 3665410"/>
                <a:gd name="GluePoint5Y" fmla="*/ 2085499 h 2985611"/>
                <a:gd name="GluePoint6X" fmla="*/ 1089565 w 3665410"/>
                <a:gd name="GluePoint6Y" fmla="*/ 1911477 h 2985611"/>
                <a:gd name="GluePoint7X" fmla="*/ 1145000 w 3665410"/>
                <a:gd name="GluePoint7Y" fmla="*/ 1886807 h 2985611"/>
                <a:gd name="GluePoint8X" fmla="*/ 1375791 w 3665410"/>
                <a:gd name="GluePoint8Y" fmla="*/ 1842135 h 2985611"/>
                <a:gd name="GluePoint9X" fmla="*/ 1486567 w 3665410"/>
                <a:gd name="GluePoint9Y" fmla="*/ 1857566 h 2985611"/>
                <a:gd name="GluePoint10X" fmla="*/ 1568101 w 3665410"/>
                <a:gd name="GluePoint10Y" fmla="*/ 1871377 h 2985611"/>
                <a:gd name="GluePoint11X" fmla="*/ 1810607 w 3665410"/>
                <a:gd name="GluePoint11Y" fmla="*/ 1871377 h 2985611"/>
                <a:gd name="GluePoint12X" fmla="*/ 1997964 w 3665410"/>
                <a:gd name="GluePoint12Y" fmla="*/ 1790605 h 2985611"/>
                <a:gd name="GluePoint13X" fmla="*/ 2109883 w 3665410"/>
                <a:gd name="GluePoint13Y" fmla="*/ 1702784 h 2985611"/>
                <a:gd name="GluePoint14X" fmla="*/ 2321433 w 3665410"/>
                <a:gd name="GluePoint14Y" fmla="*/ 1552384 h 2985611"/>
                <a:gd name="GluePoint15X" fmla="*/ 2558891 w 3665410"/>
                <a:gd name="GluePoint15Y" fmla="*/ 1453420 h 2985611"/>
                <a:gd name="GluePoint16X" fmla="*/ 2709767 w 3665410"/>
                <a:gd name="GluePoint16Y" fmla="*/ 1377887 h 2985611"/>
                <a:gd name="GluePoint17X" fmla="*/ 2885408 w 3665410"/>
                <a:gd name="GluePoint17Y" fmla="*/ 1237393 h 2985611"/>
                <a:gd name="GluePoint18X" fmla="*/ 3017711 w 3665410"/>
                <a:gd name="GluePoint18Y" fmla="*/ 1072229 h 2985611"/>
                <a:gd name="GluePoint19X" fmla="*/ 3150680 w 3665410"/>
                <a:gd name="GluePoint19Y" fmla="*/ 921830 h 2985611"/>
                <a:gd name="GluePoint20X" fmla="*/ 3255169 w 3665410"/>
                <a:gd name="GluePoint20Y" fmla="*/ 801815 h 2985611"/>
                <a:gd name="GluePoint21X" fmla="*/ 3339275 w 3665410"/>
                <a:gd name="GluePoint21Y" fmla="*/ 694182 h 2985611"/>
                <a:gd name="GluePoint22X" fmla="*/ 3409188 w 3665410"/>
                <a:gd name="GluePoint22Y" fmla="*/ 546926 h 2985611"/>
                <a:gd name="GluePoint23X" fmla="*/ 3464243 w 3665410"/>
                <a:gd name="GluePoint23Y" fmla="*/ 347663 h 2985611"/>
                <a:gd name="GluePoint24X" fmla="*/ 3665411 w 3665410"/>
                <a:gd name="GluePoint24Y" fmla="*/ 0 h 29856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</a:cxnLst>
              <a:rect l="textAreaLeft" t="textAreaTop" r="textAreaRight" b="textAreaBottom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5" name="Freeform: Shape 2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885040" y="6677640"/>
              <a:ext cx="254520" cy="177480"/>
            </a:xfrm>
            <a:custGeom>
              <a:avLst/>
              <a:gdLst>
                <a:gd name="textAreaLeft" fmla="*/ 0 w 254520"/>
                <a:gd name="textAreaRight" fmla="*/ 254880 w 254520"/>
                <a:gd name="textAreaTop" fmla="*/ 0 h 177480"/>
                <a:gd name="textAreaBottom" fmla="*/ 177840 h 177480"/>
                <a:gd name="GluePoint1X" fmla="*/ 0 w 285940"/>
                <a:gd name="GluePoint1Y" fmla="*/ 199073 h 199072"/>
                <a:gd name="GluePoint2X" fmla="*/ 285940 w 285940"/>
                <a:gd name="GluePoint2Y" fmla="*/ 0 h 19907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6" name="Freeform: Shape 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531160" y="6516720"/>
              <a:ext cx="583920" cy="340200"/>
            </a:xfrm>
            <a:custGeom>
              <a:avLst/>
              <a:gdLst>
                <a:gd name="textAreaLeft" fmla="*/ 0 w 583920"/>
                <a:gd name="textAreaRight" fmla="*/ 584280 w 583920"/>
                <a:gd name="textAreaTop" fmla="*/ 0 h 340200"/>
                <a:gd name="textAreaBottom" fmla="*/ 340560 h 340200"/>
                <a:gd name="GluePoint1X" fmla="*/ 0 w 655796"/>
                <a:gd name="GluePoint1Y" fmla="*/ 381190 h 381190"/>
                <a:gd name="GluePoint2X" fmla="*/ 655796 w 655796"/>
                <a:gd name="GluePoint2Y" fmla="*/ 0 h 38119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</a:cxnLst>
              <a:rect l="textAreaLeft" t="textAreaTop" r="textAreaRight" b="textAreaBottom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7" name="Freeform: Shape 3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536400" y="5460480"/>
              <a:ext cx="2589840" cy="1380240"/>
            </a:xfrm>
            <a:custGeom>
              <a:avLst/>
              <a:gdLst>
                <a:gd name="textAreaLeft" fmla="*/ 0 w 2589840"/>
                <a:gd name="textAreaRight" fmla="*/ 2590200 w 2589840"/>
                <a:gd name="textAreaTop" fmla="*/ 0 h 1380240"/>
                <a:gd name="textAreaBottom" fmla="*/ 1380600 h 1380240"/>
                <a:gd name="GluePoint1X" fmla="*/ 0 w 2907315"/>
                <a:gd name="GluePoint1Y" fmla="*/ 1544764 h 1544764"/>
                <a:gd name="GluePoint2X" fmla="*/ 201644 w 2907315"/>
                <a:gd name="GluePoint2Y" fmla="*/ 1352550 h 1544764"/>
                <a:gd name="GluePoint3X" fmla="*/ 423196 w 2907315"/>
                <a:gd name="GluePoint3Y" fmla="*/ 1196054 h 1544764"/>
                <a:gd name="GluePoint4X" fmla="*/ 782193 w 2907315"/>
                <a:gd name="GluePoint4Y" fmla="*/ 1099947 h 1544764"/>
                <a:gd name="GluePoint5X" fmla="*/ 1052513 w 2907315"/>
                <a:gd name="GluePoint5Y" fmla="*/ 1042321 h 1544764"/>
                <a:gd name="GluePoint6X" fmla="*/ 1311783 w 2907315"/>
                <a:gd name="GluePoint6Y" fmla="*/ 1056037 h 1544764"/>
                <a:gd name="GluePoint7X" fmla="*/ 1484662 w 2907315"/>
                <a:gd name="GluePoint7Y" fmla="*/ 1083469 h 1544764"/>
                <a:gd name="GluePoint8X" fmla="*/ 1788224 w 2907315"/>
                <a:gd name="GluePoint8Y" fmla="*/ 1023080 h 1544764"/>
                <a:gd name="GluePoint9X" fmla="*/ 2269045 w 2907315"/>
                <a:gd name="GluePoint9Y" fmla="*/ 734758 h 1544764"/>
                <a:gd name="GluePoint10X" fmla="*/ 2534984 w 2907315"/>
                <a:gd name="GluePoint10Y" fmla="*/ 572738 h 1544764"/>
                <a:gd name="GluePoint11X" fmla="*/ 2907316 w 2907315"/>
                <a:gd name="GluePoint11Y" fmla="*/ 0 h 154476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8" name="Freeform: Shape 3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317160" y="5113080"/>
              <a:ext cx="2822040" cy="1744560"/>
            </a:xfrm>
            <a:custGeom>
              <a:avLst/>
              <a:gdLst>
                <a:gd name="textAreaLeft" fmla="*/ 0 w 2822040"/>
                <a:gd name="textAreaRight" fmla="*/ 2822400 w 2822040"/>
                <a:gd name="textAreaTop" fmla="*/ 0 h 1744560"/>
                <a:gd name="textAreaBottom" fmla="*/ 1744920 h 1744560"/>
                <a:gd name="GluePoint1X" fmla="*/ 0 w 3168300"/>
                <a:gd name="GluePoint1Y" fmla="*/ 1952435 h 1952434"/>
                <a:gd name="GluePoint2X" fmla="*/ 202121 w 3168300"/>
                <a:gd name="GluePoint2Y" fmla="*/ 1687068 h 1952434"/>
                <a:gd name="GluePoint3X" fmla="*/ 545116 w 3168300"/>
                <a:gd name="GluePoint3Y" fmla="*/ 1450277 h 1952434"/>
                <a:gd name="GluePoint4X" fmla="*/ 906780 w 3168300"/>
                <a:gd name="GluePoint4Y" fmla="*/ 1354455 h 1952434"/>
                <a:gd name="GluePoint5X" fmla="*/ 1332262 w 3168300"/>
                <a:gd name="GluePoint5Y" fmla="*/ 1285304 h 1952434"/>
                <a:gd name="GluePoint6X" fmla="*/ 1691259 w 3168300"/>
                <a:gd name="GluePoint6Y" fmla="*/ 1240060 h 1952434"/>
                <a:gd name="GluePoint7X" fmla="*/ 2010346 w 3168300"/>
                <a:gd name="GluePoint7Y" fmla="*/ 1141667 h 1952434"/>
                <a:gd name="GluePoint8X" fmla="*/ 2393252 w 3168300"/>
                <a:gd name="GluePoint8Y" fmla="*/ 1027271 h 1952434"/>
                <a:gd name="GluePoint9X" fmla="*/ 2582037 w 3168300"/>
                <a:gd name="GluePoint9Y" fmla="*/ 958120 h 1952434"/>
                <a:gd name="GluePoint10X" fmla="*/ 2760155 w 3168300"/>
                <a:gd name="GluePoint10Y" fmla="*/ 827723 h 1952434"/>
                <a:gd name="GluePoint11X" fmla="*/ 2914364 w 3168300"/>
                <a:gd name="GluePoint11Y" fmla="*/ 567023 h 1952434"/>
                <a:gd name="GluePoint12X" fmla="*/ 3168301 w 3168300"/>
                <a:gd name="GluePoint12Y" fmla="*/ 0 h 195243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9" name="Freeform: Shape 3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136080" y="4664160"/>
              <a:ext cx="2990160" cy="2190960"/>
            </a:xfrm>
            <a:custGeom>
              <a:avLst/>
              <a:gdLst>
                <a:gd name="textAreaLeft" fmla="*/ 0 w 2990160"/>
                <a:gd name="textAreaRight" fmla="*/ 2990520 w 2990160"/>
                <a:gd name="textAreaTop" fmla="*/ 0 h 2190960"/>
                <a:gd name="textAreaBottom" fmla="*/ 2191320 h 2190960"/>
                <a:gd name="GluePoint1X" fmla="*/ 0 w 3356800"/>
                <a:gd name="GluePoint1Y" fmla="*/ 2452021 h 2452020"/>
                <a:gd name="GluePoint2X" fmla="*/ 130874 w 3356800"/>
                <a:gd name="GluePoint2Y" fmla="*/ 2247710 h 2452020"/>
                <a:gd name="GluePoint3X" fmla="*/ 437197 w 3356800"/>
                <a:gd name="GluePoint3Y" fmla="*/ 1941195 h 2452020"/>
                <a:gd name="GluePoint4X" fmla="*/ 737140 w 3356800"/>
                <a:gd name="GluePoint4Y" fmla="*/ 1736884 h 2452020"/>
                <a:gd name="GluePoint5X" fmla="*/ 1031843 w 3356800"/>
                <a:gd name="GluePoint5Y" fmla="*/ 1685068 h 2452020"/>
                <a:gd name="GluePoint6X" fmla="*/ 1287304 w 3356800"/>
                <a:gd name="GluePoint6Y" fmla="*/ 1655826 h 2452020"/>
                <a:gd name="GluePoint7X" fmla="*/ 1471994 w 3356800"/>
                <a:gd name="GluePoint7Y" fmla="*/ 1634300 h 2452020"/>
                <a:gd name="GluePoint8X" fmla="*/ 1898237 w 3356800"/>
                <a:gd name="GluePoint8Y" fmla="*/ 1512665 h 2452020"/>
                <a:gd name="GluePoint9X" fmla="*/ 2229136 w 3356800"/>
                <a:gd name="GluePoint9Y" fmla="*/ 1355598 h 2452020"/>
                <a:gd name="GluePoint10X" fmla="*/ 2512314 w 3356800"/>
                <a:gd name="GluePoint10Y" fmla="*/ 1238631 h 2452020"/>
                <a:gd name="GluePoint11X" fmla="*/ 2758535 w 3356800"/>
                <a:gd name="GluePoint11Y" fmla="*/ 1096994 h 2452020"/>
                <a:gd name="GluePoint12X" fmla="*/ 2935510 w 3356800"/>
                <a:gd name="GluePoint12Y" fmla="*/ 919925 h 2452020"/>
                <a:gd name="GluePoint13X" fmla="*/ 3081719 w 3356800"/>
                <a:gd name="GluePoint13Y" fmla="*/ 687419 h 2452020"/>
                <a:gd name="GluePoint14X" fmla="*/ 3356800 w 3356800"/>
                <a:gd name="GluePoint14Y" fmla="*/ 0 h 245202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cap="rnd" w="9525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sp useBgFill="1">
        <p:nvSpPr>
          <p:cNvPr id="480" name="Rectangle 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solidFill>
              <a:srgbClr val="ffffff">
                <a:lumMod val="95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venirNext LT Pro Medium"/>
            </a:endParaRPr>
          </a:p>
        </p:txBody>
      </p:sp>
      <p:sp>
        <p:nvSpPr>
          <p:cNvPr id="481" name="Rectangle 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venirNext LT Pro Medium"/>
            </a:endParaRPr>
          </a:p>
        </p:txBody>
      </p:sp>
      <p:sp>
        <p:nvSpPr>
          <p:cNvPr id="482" name="Rectangle 3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483" name="Объект 3" descr="Picture background"/>
          <p:cNvPicPr/>
          <p:nvPr/>
        </p:nvPicPr>
        <p:blipFill>
          <a:blip r:embed="rId1">
            <a:alphaModFix amt="70000"/>
          </a:blip>
          <a:srcRect l="3118" t="0" r="0" b="0"/>
          <a:stretch/>
        </p:blipFill>
        <p:spPr>
          <a:xfrm>
            <a:off x="0" y="0"/>
            <a:ext cx="12188520" cy="68562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84" name="Top Lef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20520"/>
            <a:ext cx="4853160" cy="5104440"/>
            <a:chOff x="0" y="20520"/>
            <a:chExt cx="4853160" cy="5104440"/>
          </a:xfrm>
        </p:grpSpPr>
        <p:sp>
          <p:nvSpPr>
            <p:cNvPr id="485" name="Freeform: Shape 4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-110880" y="150840"/>
              <a:ext cx="5085000" cy="4843800"/>
            </a:xfrm>
            <a:custGeom>
              <a:avLst/>
              <a:gdLst>
                <a:gd name="textAreaLeft" fmla="*/ 0 w 5085000"/>
                <a:gd name="textAreaRight" fmla="*/ 5085360 w 5085000"/>
                <a:gd name="textAreaTop" fmla="*/ 0 h 4843800"/>
                <a:gd name="textAreaBottom" fmla="*/ 4844160 h 4843800"/>
                <a:gd name="GluePoint1X" fmla="*/ 425663 w 5085197"/>
                <a:gd name="GluePoint1Y" fmla="*/ 0 h 4844224"/>
                <a:gd name="GluePoint2X" fmla="*/ 277263 w 5085197"/>
                <a:gd name="GluePoint2Y" fmla="*/ 200882 h 4844224"/>
                <a:gd name="GluePoint3X" fmla="*/ 155629 w 5085197"/>
                <a:gd name="GluePoint3Y" fmla="*/ 472154 h 4844224"/>
                <a:gd name="GluePoint4X" fmla="*/ 55998 w 5085197"/>
                <a:gd name="GluePoint4Y" fmla="*/ 785336 h 4844224"/>
                <a:gd name="GluePoint5X" fmla="*/ 6182 w 5085197"/>
                <a:gd name="GluePoint5Y" fmla="*/ 1154335 h 4844224"/>
                <a:gd name="GluePoint6X" fmla="*/ 6182 w 5085197"/>
                <a:gd name="GluePoint6Y" fmla="*/ 1577245 h 4844224"/>
                <a:gd name="GluePoint7X" fmla="*/ 59998 w 5085197"/>
                <a:gd name="GluePoint7Y" fmla="*/ 1960245 h 4844224"/>
                <a:gd name="GluePoint8X" fmla="*/ 187633 w 5085197"/>
                <a:gd name="GluePoint8Y" fmla="*/ 2261426 h 4844224"/>
                <a:gd name="GluePoint9X" fmla="*/ 365084 w 5085197"/>
                <a:gd name="GluePoint9Y" fmla="*/ 2474881 h 4844224"/>
                <a:gd name="GluePoint10X" fmla="*/ 642261 w 5085197"/>
                <a:gd name="GluePoint10Y" fmla="*/ 2658428 h 4844224"/>
                <a:gd name="GluePoint11X" fmla="*/ 965254 w 5085197"/>
                <a:gd name="GluePoint11Y" fmla="*/ 2770156 h 4844224"/>
                <a:gd name="GluePoint12X" fmla="*/ 1312155 w 5085197"/>
                <a:gd name="GluePoint12Y" fmla="*/ 2812066 h 4844224"/>
                <a:gd name="GluePoint13X" fmla="*/ 1493606 w 5085197"/>
                <a:gd name="GluePoint13Y" fmla="*/ 2877884 h 4844224"/>
                <a:gd name="GluePoint14X" fmla="*/ 1700965 w 5085197"/>
                <a:gd name="GluePoint14Y" fmla="*/ 3085338 h 4844224"/>
                <a:gd name="GluePoint15X" fmla="*/ 1856508 w 5085197"/>
                <a:gd name="GluePoint15Y" fmla="*/ 3320701 h 4844224"/>
                <a:gd name="GluePoint16X" fmla="*/ 1968141 w 5085197"/>
                <a:gd name="GluePoint16Y" fmla="*/ 3460337 h 4844224"/>
                <a:gd name="GluePoint17X" fmla="*/ 2147593 w 5085197"/>
                <a:gd name="GluePoint17Y" fmla="*/ 3544157 h 4844224"/>
                <a:gd name="GluePoint18X" fmla="*/ 2492493 w 5085197"/>
                <a:gd name="GluePoint18Y" fmla="*/ 3544157 h 4844224"/>
                <a:gd name="GluePoint19X" fmla="*/ 2729760 w 5085197"/>
                <a:gd name="GluePoint19Y" fmla="*/ 3544157 h 4844224"/>
                <a:gd name="GluePoint20X" fmla="*/ 2865301 w 5085197"/>
                <a:gd name="GluePoint20Y" fmla="*/ 3627978 h 4844224"/>
                <a:gd name="GluePoint21X" fmla="*/ 2984935 w 5085197"/>
                <a:gd name="GluePoint21Y" fmla="*/ 3773615 h 4844224"/>
                <a:gd name="GluePoint22X" fmla="*/ 3126477 w 5085197"/>
                <a:gd name="GluePoint22Y" fmla="*/ 3995071 h 4844224"/>
                <a:gd name="GluePoint23X" fmla="*/ 3293926 w 5085197"/>
                <a:gd name="GluePoint23Y" fmla="*/ 4348163 h 4844224"/>
                <a:gd name="GluePoint24X" fmla="*/ 3445469 w 5085197"/>
                <a:gd name="GluePoint24Y" fmla="*/ 4623435 h 4844224"/>
                <a:gd name="GluePoint25X" fmla="*/ 3549196 w 5085197"/>
                <a:gd name="GluePoint25Y" fmla="*/ 4727163 h 4844224"/>
                <a:gd name="GluePoint26X" fmla="*/ 3953913 w 5085197"/>
                <a:gd name="GluePoint26Y" fmla="*/ 4773073 h 4844224"/>
                <a:gd name="GluePoint27X" fmla="*/ 4406542 w 5085197"/>
                <a:gd name="GluePoint27Y" fmla="*/ 4729163 h 4844224"/>
                <a:gd name="GluePoint28X" fmla="*/ 4573991 w 5085197"/>
                <a:gd name="GluePoint28Y" fmla="*/ 4709256 h 4844224"/>
                <a:gd name="GluePoint29X" fmla="*/ 5085198 w 5085197"/>
                <a:gd name="GluePoint29Y" fmla="*/ 4844225 h 484422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</a:cxnLst>
              <a:rect l="textAreaLeft" t="textAreaTop" r="textAreaRight" b="textAreaBottom"/>
              <a:pathLst>
                <a:path w="5085197" h="4844224">
                  <a:moveTo>
                    <a:pt x="425663" y="0"/>
                  </a:moveTo>
                  <a:cubicBezTo>
                    <a:pt x="425663" y="0"/>
                    <a:pt x="309172" y="142875"/>
                    <a:pt x="277263" y="200882"/>
                  </a:cubicBezTo>
                  <a:cubicBezTo>
                    <a:pt x="229448" y="287846"/>
                    <a:pt x="191253" y="379571"/>
                    <a:pt x="155629" y="472154"/>
                  </a:cubicBezTo>
                  <a:cubicBezTo>
                    <a:pt x="116291" y="574548"/>
                    <a:pt x="80953" y="678561"/>
                    <a:pt x="55998" y="785336"/>
                  </a:cubicBezTo>
                  <a:cubicBezTo>
                    <a:pt x="27804" y="906399"/>
                    <a:pt x="13707" y="1030224"/>
                    <a:pt x="6182" y="1154335"/>
                  </a:cubicBezTo>
                  <a:cubicBezTo>
                    <a:pt x="-2391" y="1295114"/>
                    <a:pt x="-1724" y="1436370"/>
                    <a:pt x="6182" y="1577245"/>
                  </a:cubicBezTo>
                  <a:cubicBezTo>
                    <a:pt x="13421" y="1706309"/>
                    <a:pt x="26851" y="1835372"/>
                    <a:pt x="59998" y="1960245"/>
                  </a:cubicBezTo>
                  <a:cubicBezTo>
                    <a:pt x="88097" y="2066258"/>
                    <a:pt x="130007" y="2168176"/>
                    <a:pt x="187633" y="2261426"/>
                  </a:cubicBezTo>
                  <a:cubicBezTo>
                    <a:pt x="236496" y="2340578"/>
                    <a:pt x="296028" y="2412587"/>
                    <a:pt x="365084" y="2474881"/>
                  </a:cubicBezTo>
                  <a:cubicBezTo>
                    <a:pt x="447761" y="2549366"/>
                    <a:pt x="542439" y="2609088"/>
                    <a:pt x="642261" y="2658428"/>
                  </a:cubicBezTo>
                  <a:cubicBezTo>
                    <a:pt x="744941" y="2709196"/>
                    <a:pt x="852573" y="2749963"/>
                    <a:pt x="965254" y="2770156"/>
                  </a:cubicBezTo>
                  <a:cubicBezTo>
                    <a:pt x="1080030" y="2790635"/>
                    <a:pt x="1197664" y="2789778"/>
                    <a:pt x="1312155" y="2812066"/>
                  </a:cubicBezTo>
                  <a:cubicBezTo>
                    <a:pt x="1375877" y="2824448"/>
                    <a:pt x="1437980" y="2844641"/>
                    <a:pt x="1493606" y="2877884"/>
                  </a:cubicBezTo>
                  <a:cubicBezTo>
                    <a:pt x="1578283" y="2928366"/>
                    <a:pt x="1643053" y="3005138"/>
                    <a:pt x="1700965" y="3085338"/>
                  </a:cubicBezTo>
                  <a:cubicBezTo>
                    <a:pt x="1756020" y="3161538"/>
                    <a:pt x="1805645" y="3241548"/>
                    <a:pt x="1856508" y="3320701"/>
                  </a:cubicBezTo>
                  <a:cubicBezTo>
                    <a:pt x="1888893" y="3371183"/>
                    <a:pt x="1922707" y="3421380"/>
                    <a:pt x="1968141" y="3460337"/>
                  </a:cubicBezTo>
                  <a:cubicBezTo>
                    <a:pt x="2019005" y="3503962"/>
                    <a:pt x="2082060" y="3529679"/>
                    <a:pt x="2147593" y="3544157"/>
                  </a:cubicBezTo>
                  <a:cubicBezTo>
                    <a:pt x="2260559" y="3569018"/>
                    <a:pt x="2377526" y="3558445"/>
                    <a:pt x="2492493" y="3544157"/>
                  </a:cubicBezTo>
                  <a:cubicBezTo>
                    <a:pt x="2572122" y="3534251"/>
                    <a:pt x="2653370" y="3521012"/>
                    <a:pt x="2729760" y="3544157"/>
                  </a:cubicBezTo>
                  <a:cubicBezTo>
                    <a:pt x="2781291" y="3559778"/>
                    <a:pt x="2826249" y="3590735"/>
                    <a:pt x="2865301" y="3627978"/>
                  </a:cubicBezTo>
                  <a:cubicBezTo>
                    <a:pt x="2910831" y="3671411"/>
                    <a:pt x="2948550" y="3722180"/>
                    <a:pt x="2984935" y="3773615"/>
                  </a:cubicBezTo>
                  <a:cubicBezTo>
                    <a:pt x="3035608" y="3845147"/>
                    <a:pt x="3084471" y="3918109"/>
                    <a:pt x="3126477" y="3995071"/>
                  </a:cubicBezTo>
                  <a:cubicBezTo>
                    <a:pt x="3188961" y="4109371"/>
                    <a:pt x="3239729" y="4229576"/>
                    <a:pt x="3293926" y="4348163"/>
                  </a:cubicBezTo>
                  <a:cubicBezTo>
                    <a:pt x="3337646" y="4443698"/>
                    <a:pt x="3384318" y="4538187"/>
                    <a:pt x="3445469" y="4623435"/>
                  </a:cubicBezTo>
                  <a:cubicBezTo>
                    <a:pt x="3474330" y="4663631"/>
                    <a:pt x="3507858" y="4700207"/>
                    <a:pt x="3549196" y="4727163"/>
                  </a:cubicBezTo>
                  <a:cubicBezTo>
                    <a:pt x="3665401" y="4802886"/>
                    <a:pt x="3813896" y="4783931"/>
                    <a:pt x="3953913" y="4773073"/>
                  </a:cubicBezTo>
                  <a:cubicBezTo>
                    <a:pt x="4105170" y="4761262"/>
                    <a:pt x="4256904" y="4753928"/>
                    <a:pt x="4406542" y="4729163"/>
                  </a:cubicBezTo>
                  <a:cubicBezTo>
                    <a:pt x="4462168" y="4720019"/>
                    <a:pt x="4517698" y="4709256"/>
                    <a:pt x="4573991" y="4709256"/>
                  </a:cubicBezTo>
                  <a:cubicBezTo>
                    <a:pt x="4675813" y="4709065"/>
                    <a:pt x="4891841" y="4844225"/>
                    <a:pt x="5085198" y="4844225"/>
                  </a:cubicBezTo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6" name="Freeform: Shape 4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-171000" y="210960"/>
              <a:ext cx="5010120" cy="4649040"/>
            </a:xfrm>
            <a:custGeom>
              <a:avLst/>
              <a:gdLst>
                <a:gd name="textAreaLeft" fmla="*/ 0 w 5010120"/>
                <a:gd name="textAreaRight" fmla="*/ 5010480 w 5010120"/>
                <a:gd name="textAreaTop" fmla="*/ 0 h 4649040"/>
                <a:gd name="textAreaBottom" fmla="*/ 4649400 h 4649040"/>
                <a:gd name="GluePoint1X" fmla="*/ 454193 w 5010476"/>
                <a:gd name="GluePoint1Y" fmla="*/ 0 h 4649438"/>
                <a:gd name="GluePoint2X" fmla="*/ 352085 w 5010476"/>
                <a:gd name="GluePoint2Y" fmla="*/ 92869 h 4649438"/>
                <a:gd name="GluePoint3X" fmla="*/ 242452 w 5010476"/>
                <a:gd name="GluePoint3Y" fmla="*/ 260414 h 4649438"/>
                <a:gd name="GluePoint4X" fmla="*/ 130819 w 5010476"/>
                <a:gd name="GluePoint4Y" fmla="*/ 535686 h 4649438"/>
                <a:gd name="GluePoint5X" fmla="*/ 57000 w 5010476"/>
                <a:gd name="GluePoint5Y" fmla="*/ 761143 h 4649438"/>
                <a:gd name="GluePoint6X" fmla="*/ 3184 w 5010476"/>
                <a:gd name="GluePoint6Y" fmla="*/ 1140143 h 4649438"/>
                <a:gd name="GluePoint7X" fmla="*/ 3184 w 5010476"/>
                <a:gd name="GluePoint7Y" fmla="*/ 1439704 h 4649438"/>
                <a:gd name="GluePoint8X" fmla="*/ 60524 w 5010476"/>
                <a:gd name="GluePoint8Y" fmla="*/ 1905953 h 4649438"/>
                <a:gd name="GluePoint9X" fmla="*/ 213686 w 5010476"/>
                <a:gd name="GluePoint9Y" fmla="*/ 2269808 h 4649438"/>
                <a:gd name="GluePoint10X" fmla="*/ 373325 w 5010476"/>
                <a:gd name="GluePoint10Y" fmla="*/ 2455926 h 4649438"/>
                <a:gd name="GluePoint11X" fmla="*/ 644502 w 5010476"/>
                <a:gd name="GluePoint11Y" fmla="*/ 2625662 h 4649438"/>
                <a:gd name="GluePoint12X" fmla="*/ 902915 w 5010476"/>
                <a:gd name="GluePoint12Y" fmla="*/ 2697195 h 4649438"/>
                <a:gd name="GluePoint13X" fmla="*/ 1224860 w 5010476"/>
                <a:gd name="GluePoint13Y" fmla="*/ 2719102 h 4649438"/>
                <a:gd name="GluePoint14X" fmla="*/ 1430315 w 5010476"/>
                <a:gd name="GluePoint14Y" fmla="*/ 2731008 h 4649438"/>
                <a:gd name="GluePoint15X" fmla="*/ 1652914 w 5010476"/>
                <a:gd name="GluePoint15Y" fmla="*/ 2852642 h 4649438"/>
                <a:gd name="GluePoint16X" fmla="*/ 1739306 w 5010476"/>
                <a:gd name="GluePoint16Y" fmla="*/ 2985611 h 4649438"/>
                <a:gd name="GluePoint17X" fmla="*/ 1848938 w 5010476"/>
                <a:gd name="GluePoint17Y" fmla="*/ 3155156 h 4649438"/>
                <a:gd name="GluePoint18X" fmla="*/ 2015054 w 5010476"/>
                <a:gd name="GluePoint18Y" fmla="*/ 3294793 h 4649438"/>
                <a:gd name="GluePoint19X" fmla="*/ 2231082 w 5010476"/>
                <a:gd name="GluePoint19Y" fmla="*/ 3336322 h 4649438"/>
                <a:gd name="GluePoint20X" fmla="*/ 2427106 w 5010476"/>
                <a:gd name="GluePoint20Y" fmla="*/ 3278124 h 4649438"/>
                <a:gd name="GluePoint21X" fmla="*/ 2531786 w 5010476"/>
                <a:gd name="GluePoint21Y" fmla="*/ 3151823 h 4649438"/>
                <a:gd name="GluePoint22X" fmla="*/ 2520165 w 5010476"/>
                <a:gd name="GluePoint22Y" fmla="*/ 2907411 h 4649438"/>
                <a:gd name="GluePoint23X" fmla="*/ 2481970 w 5010476"/>
                <a:gd name="GluePoint23Y" fmla="*/ 2648045 h 4649438"/>
                <a:gd name="GluePoint24X" fmla="*/ 2458729 w 5010476"/>
                <a:gd name="GluePoint24Y" fmla="*/ 2513362 h 4649438"/>
                <a:gd name="GluePoint25X" fmla="*/ 2458729 w 5010476"/>
                <a:gd name="GluePoint25Y" fmla="*/ 2408587 h 4649438"/>
                <a:gd name="GluePoint26X" fmla="*/ 2581697 w 5010476"/>
                <a:gd name="GluePoint26Y" fmla="*/ 2310479 h 4649438"/>
                <a:gd name="GluePoint27X" fmla="*/ 2762767 w 5010476"/>
                <a:gd name="GluePoint27Y" fmla="*/ 2325434 h 4649438"/>
                <a:gd name="GluePoint28X" fmla="*/ 2872400 w 5010476"/>
                <a:gd name="GluePoint28Y" fmla="*/ 2410206 h 4649438"/>
                <a:gd name="GluePoint29X" fmla="*/ 2925549 w 5010476"/>
                <a:gd name="GluePoint29Y" fmla="*/ 2637949 h 4649438"/>
                <a:gd name="GluePoint30X" fmla="*/ 2820869 w 5010476"/>
                <a:gd name="GluePoint30Y" fmla="*/ 2968752 h 4649438"/>
                <a:gd name="GluePoint31X" fmla="*/ 2789342 w 5010476"/>
                <a:gd name="GluePoint31Y" fmla="*/ 3194876 h 4649438"/>
                <a:gd name="GluePoint32X" fmla="*/ 2889069 w 5010476"/>
                <a:gd name="GluePoint32Y" fmla="*/ 3447574 h 4649438"/>
                <a:gd name="GluePoint33X" fmla="*/ 3070139 w 5010476"/>
                <a:gd name="GluePoint33Y" fmla="*/ 3783330 h 4649438"/>
                <a:gd name="GluePoint34X" fmla="*/ 3181486 w 5010476"/>
                <a:gd name="GluePoint34Y" fmla="*/ 4014407 h 4649438"/>
                <a:gd name="GluePoint35X" fmla="*/ 3351888 w 5010476"/>
                <a:gd name="GluePoint35Y" fmla="*/ 4312539 h 4649438"/>
                <a:gd name="GluePoint36X" fmla="*/ 3512194 w 5010476"/>
                <a:gd name="GluePoint36Y" fmla="*/ 4504087 h 4649438"/>
                <a:gd name="GluePoint37X" fmla="*/ 3670119 w 5010476"/>
                <a:gd name="GluePoint37Y" fmla="*/ 4595051 h 4649438"/>
                <a:gd name="GluePoint38X" fmla="*/ 3909386 w 5010476"/>
                <a:gd name="GluePoint38Y" fmla="*/ 4623816 h 4649438"/>
                <a:gd name="GluePoint39X" fmla="*/ 4136653 w 5010476"/>
                <a:gd name="GluePoint39Y" fmla="*/ 4623816 h 4649438"/>
                <a:gd name="GluePoint40X" fmla="*/ 4435071 w 5010476"/>
                <a:gd name="GluePoint40Y" fmla="*/ 4599432 h 4649438"/>
                <a:gd name="GluePoint41X" fmla="*/ 4562992 w 5010476"/>
                <a:gd name="GluePoint41Y" fmla="*/ 4599432 h 4649438"/>
                <a:gd name="GluePoint42X" fmla="*/ 5010477 w 5010476"/>
                <a:gd name="GluePoint42Y" fmla="*/ 4649439 h 464943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</a:cxnLst>
              <a:rect l="textAreaLeft" t="textAreaTop" r="textAreaRight" b="textAreaBottom"/>
              <a:pathLst>
                <a:path w="5010476" h="4649438">
                  <a:moveTo>
                    <a:pt x="454193" y="0"/>
                  </a:moveTo>
                  <a:cubicBezTo>
                    <a:pt x="448478" y="9811"/>
                    <a:pt x="357800" y="83153"/>
                    <a:pt x="352085" y="92869"/>
                  </a:cubicBezTo>
                  <a:cubicBezTo>
                    <a:pt x="318271" y="150495"/>
                    <a:pt x="275694" y="202597"/>
                    <a:pt x="242452" y="260414"/>
                  </a:cubicBezTo>
                  <a:cubicBezTo>
                    <a:pt x="192922" y="346424"/>
                    <a:pt x="162632" y="441484"/>
                    <a:pt x="130819" y="535686"/>
                  </a:cubicBezTo>
                  <a:cubicBezTo>
                    <a:pt x="105482" y="610648"/>
                    <a:pt x="77574" y="684752"/>
                    <a:pt x="57000" y="761143"/>
                  </a:cubicBezTo>
                  <a:cubicBezTo>
                    <a:pt x="23853" y="884682"/>
                    <a:pt x="8994" y="1012222"/>
                    <a:pt x="3184" y="1140143"/>
                  </a:cubicBezTo>
                  <a:cubicBezTo>
                    <a:pt x="-1388" y="1239964"/>
                    <a:pt x="-721" y="1339882"/>
                    <a:pt x="3184" y="1439704"/>
                  </a:cubicBezTo>
                  <a:cubicBezTo>
                    <a:pt x="9280" y="1596676"/>
                    <a:pt x="22805" y="1753553"/>
                    <a:pt x="60524" y="1905953"/>
                  </a:cubicBezTo>
                  <a:cubicBezTo>
                    <a:pt x="92433" y="2034635"/>
                    <a:pt x="141106" y="2158937"/>
                    <a:pt x="213686" y="2269808"/>
                  </a:cubicBezTo>
                  <a:cubicBezTo>
                    <a:pt x="258644" y="2338483"/>
                    <a:pt x="312080" y="2401253"/>
                    <a:pt x="373325" y="2455926"/>
                  </a:cubicBezTo>
                  <a:cubicBezTo>
                    <a:pt x="453431" y="2527459"/>
                    <a:pt x="545252" y="2584514"/>
                    <a:pt x="644502" y="2625662"/>
                  </a:cubicBezTo>
                  <a:cubicBezTo>
                    <a:pt x="727370" y="2660047"/>
                    <a:pt x="814428" y="2683002"/>
                    <a:pt x="902915" y="2697195"/>
                  </a:cubicBezTo>
                  <a:cubicBezTo>
                    <a:pt x="1009310" y="2714244"/>
                    <a:pt x="1117133" y="2718911"/>
                    <a:pt x="1224860" y="2719102"/>
                  </a:cubicBezTo>
                  <a:cubicBezTo>
                    <a:pt x="1293726" y="2719292"/>
                    <a:pt x="1362878" y="2717673"/>
                    <a:pt x="1430315" y="2731008"/>
                  </a:cubicBezTo>
                  <a:cubicBezTo>
                    <a:pt x="1515563" y="2747867"/>
                    <a:pt x="1595383" y="2787872"/>
                    <a:pt x="1652914" y="2852642"/>
                  </a:cubicBezTo>
                  <a:cubicBezTo>
                    <a:pt x="1688061" y="2892266"/>
                    <a:pt x="1713398" y="2939320"/>
                    <a:pt x="1739306" y="2985611"/>
                  </a:cubicBezTo>
                  <a:cubicBezTo>
                    <a:pt x="1772167" y="3044476"/>
                    <a:pt x="1806743" y="3102578"/>
                    <a:pt x="1848938" y="3155156"/>
                  </a:cubicBezTo>
                  <a:cubicBezTo>
                    <a:pt x="1894754" y="3212306"/>
                    <a:pt x="1949427" y="3262503"/>
                    <a:pt x="2015054" y="3294793"/>
                  </a:cubicBezTo>
                  <a:cubicBezTo>
                    <a:pt x="2081825" y="3327749"/>
                    <a:pt x="2156596" y="3340037"/>
                    <a:pt x="2231082" y="3336322"/>
                  </a:cubicBezTo>
                  <a:cubicBezTo>
                    <a:pt x="2300423" y="3332893"/>
                    <a:pt x="2368813" y="3315557"/>
                    <a:pt x="2427106" y="3278124"/>
                  </a:cubicBezTo>
                  <a:cubicBezTo>
                    <a:pt x="2474541" y="3247644"/>
                    <a:pt x="2513403" y="3204877"/>
                    <a:pt x="2531786" y="3151823"/>
                  </a:cubicBezTo>
                  <a:cubicBezTo>
                    <a:pt x="2558837" y="3073622"/>
                    <a:pt x="2535691" y="2989707"/>
                    <a:pt x="2520165" y="2907411"/>
                  </a:cubicBezTo>
                  <a:cubicBezTo>
                    <a:pt x="2503973" y="2821496"/>
                    <a:pt x="2495781" y="2734342"/>
                    <a:pt x="2481970" y="2648045"/>
                  </a:cubicBezTo>
                  <a:cubicBezTo>
                    <a:pt x="2474731" y="2603087"/>
                    <a:pt x="2466159" y="2558320"/>
                    <a:pt x="2458729" y="2513362"/>
                  </a:cubicBezTo>
                  <a:cubicBezTo>
                    <a:pt x="2452919" y="2478310"/>
                    <a:pt x="2447870" y="2442305"/>
                    <a:pt x="2458729" y="2408587"/>
                  </a:cubicBezTo>
                  <a:cubicBezTo>
                    <a:pt x="2475779" y="2355628"/>
                    <a:pt x="2527119" y="2324481"/>
                    <a:pt x="2581697" y="2310479"/>
                  </a:cubicBezTo>
                  <a:cubicBezTo>
                    <a:pt x="2641990" y="2295049"/>
                    <a:pt x="2705617" y="2300954"/>
                    <a:pt x="2762767" y="2325434"/>
                  </a:cubicBezTo>
                  <a:cubicBezTo>
                    <a:pt x="2806011" y="2343912"/>
                    <a:pt x="2844206" y="2372582"/>
                    <a:pt x="2872400" y="2410206"/>
                  </a:cubicBezTo>
                  <a:cubicBezTo>
                    <a:pt x="2920787" y="2474595"/>
                    <a:pt x="2933931" y="2557463"/>
                    <a:pt x="2925549" y="2637949"/>
                  </a:cubicBezTo>
                  <a:cubicBezTo>
                    <a:pt x="2913548" y="2753392"/>
                    <a:pt x="2857636" y="2858262"/>
                    <a:pt x="2820869" y="2968752"/>
                  </a:cubicBezTo>
                  <a:cubicBezTo>
                    <a:pt x="2796486" y="3041904"/>
                    <a:pt x="2780388" y="3118390"/>
                    <a:pt x="2789342" y="3194876"/>
                  </a:cubicBezTo>
                  <a:cubicBezTo>
                    <a:pt x="2799914" y="3285554"/>
                    <a:pt x="2844587" y="3367373"/>
                    <a:pt x="2889069" y="3447574"/>
                  </a:cubicBezTo>
                  <a:cubicBezTo>
                    <a:pt x="2950695" y="3558826"/>
                    <a:pt x="3013560" y="3669506"/>
                    <a:pt x="3070139" y="3783330"/>
                  </a:cubicBezTo>
                  <a:cubicBezTo>
                    <a:pt x="3108239" y="3859911"/>
                    <a:pt x="3143481" y="3937826"/>
                    <a:pt x="3181486" y="4014407"/>
                  </a:cubicBezTo>
                  <a:cubicBezTo>
                    <a:pt x="3232445" y="4116991"/>
                    <a:pt x="3288452" y="4217099"/>
                    <a:pt x="3351888" y="4312539"/>
                  </a:cubicBezTo>
                  <a:cubicBezTo>
                    <a:pt x="3398180" y="4382262"/>
                    <a:pt x="3448567" y="4449795"/>
                    <a:pt x="3512194" y="4504087"/>
                  </a:cubicBezTo>
                  <a:cubicBezTo>
                    <a:pt x="3558867" y="4543901"/>
                    <a:pt x="3611826" y="4575906"/>
                    <a:pt x="3670119" y="4595051"/>
                  </a:cubicBezTo>
                  <a:cubicBezTo>
                    <a:pt x="3746795" y="4620292"/>
                    <a:pt x="3828519" y="4621911"/>
                    <a:pt x="3909386" y="4623816"/>
                  </a:cubicBezTo>
                  <a:cubicBezTo>
                    <a:pt x="3985205" y="4625531"/>
                    <a:pt x="4061025" y="4627436"/>
                    <a:pt x="4136653" y="4623816"/>
                  </a:cubicBezTo>
                  <a:cubicBezTo>
                    <a:pt x="4236380" y="4619054"/>
                    <a:pt x="4335345" y="4605052"/>
                    <a:pt x="4435071" y="4599432"/>
                  </a:cubicBezTo>
                  <a:cubicBezTo>
                    <a:pt x="4477648" y="4597051"/>
                    <a:pt x="4520415" y="4596194"/>
                    <a:pt x="4562992" y="4599432"/>
                  </a:cubicBezTo>
                  <a:cubicBezTo>
                    <a:pt x="4649765" y="4606005"/>
                    <a:pt x="4925799" y="4629150"/>
                    <a:pt x="5010477" y="4649439"/>
                  </a:cubicBezTo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7" name="Freeform: Shape 4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-181080" y="220680"/>
              <a:ext cx="4933440" cy="4552200"/>
            </a:xfrm>
            <a:custGeom>
              <a:avLst/>
              <a:gdLst>
                <a:gd name="textAreaLeft" fmla="*/ 0 w 4933440"/>
                <a:gd name="textAreaRight" fmla="*/ 4933800 w 4933440"/>
                <a:gd name="textAreaTop" fmla="*/ 0 h 4552200"/>
                <a:gd name="textAreaBottom" fmla="*/ 4552560 h 4552200"/>
                <a:gd name="GluePoint1X" fmla="*/ 4933778 w 4933777"/>
                <a:gd name="GluePoint1Y" fmla="*/ 4552474 h 4552473"/>
                <a:gd name="GluePoint2X" fmla="*/ 4020997 w 4933777"/>
                <a:gd name="GluePoint2Y" fmla="*/ 4493324 h 4552473"/>
                <a:gd name="GluePoint3X" fmla="*/ 3777538 w 4933777"/>
                <a:gd name="GluePoint3Y" fmla="*/ 4468273 h 4552473"/>
                <a:gd name="GluePoint4X" fmla="*/ 3411207 w 4933777"/>
                <a:gd name="GluePoint4Y" fmla="*/ 4277868 h 4552473"/>
                <a:gd name="GluePoint5X" fmla="*/ 3215944 w 4933777"/>
                <a:gd name="GluePoint5Y" fmla="*/ 3958971 h 4552473"/>
                <a:gd name="GluePoint6X" fmla="*/ 3056400 w 4933777"/>
                <a:gd name="GluePoint6Y" fmla="*/ 3618548 h 4552473"/>
                <a:gd name="GluePoint7X" fmla="*/ 2963341 w 4933777"/>
                <a:gd name="GluePoint7Y" fmla="*/ 3314319 h 4552473"/>
                <a:gd name="GluePoint8X" fmla="*/ 3029825 w 4933777"/>
                <a:gd name="GluePoint8Y" fmla="*/ 2870454 h 4552473"/>
                <a:gd name="GluePoint9X" fmla="*/ 3094595 w 4933777"/>
                <a:gd name="GluePoint9Y" fmla="*/ 2449830 h 4552473"/>
                <a:gd name="GluePoint10X" fmla="*/ 2979915 w 4933777"/>
                <a:gd name="GluePoint10Y" fmla="*/ 2245328 h 4552473"/>
                <a:gd name="GluePoint11X" fmla="*/ 2843707 w 4933777"/>
                <a:gd name="GluePoint11Y" fmla="*/ 2162175 h 4552473"/>
                <a:gd name="GluePoint12X" fmla="*/ 2529668 w 4933777"/>
                <a:gd name="GluePoint12Y" fmla="*/ 2080736 h 4552473"/>
                <a:gd name="GluePoint13X" fmla="*/ 2336977 w 4933777"/>
                <a:gd name="GluePoint13Y" fmla="*/ 2125599 h 4552473"/>
                <a:gd name="GluePoint14X" fmla="*/ 2044559 w 4933777"/>
                <a:gd name="GluePoint14Y" fmla="*/ 2271903 h 4552473"/>
                <a:gd name="GluePoint15X" fmla="*/ 2007317 w 4933777"/>
                <a:gd name="GluePoint15Y" fmla="*/ 2312099 h 4552473"/>
                <a:gd name="GluePoint16X" fmla="*/ 1999030 w 4933777"/>
                <a:gd name="GluePoint16Y" fmla="*/ 2371916 h 4552473"/>
                <a:gd name="GluePoint17X" fmla="*/ 2129427 w 4933777"/>
                <a:gd name="GluePoint17Y" fmla="*/ 2502408 h 4552473"/>
                <a:gd name="GluePoint18X" fmla="*/ 2226582 w 4933777"/>
                <a:gd name="GluePoint18Y" fmla="*/ 2627948 h 4552473"/>
                <a:gd name="GluePoint19X" fmla="*/ 2273064 w 4933777"/>
                <a:gd name="GluePoint19Y" fmla="*/ 2782538 h 4552473"/>
                <a:gd name="GluePoint20X" fmla="*/ 2203246 w 4933777"/>
                <a:gd name="GluePoint20Y" fmla="*/ 2993612 h 4552473"/>
                <a:gd name="GluePoint21X" fmla="*/ 2115140 w 4933777"/>
                <a:gd name="GluePoint21Y" fmla="*/ 3048476 h 4552473"/>
                <a:gd name="GluePoint22X" fmla="*/ 1952262 w 4933777"/>
                <a:gd name="GluePoint22Y" fmla="*/ 3025235 h 4552473"/>
                <a:gd name="GluePoint23X" fmla="*/ 1801100 w 4933777"/>
                <a:gd name="GluePoint23Y" fmla="*/ 2888933 h 4552473"/>
                <a:gd name="GluePoint24X" fmla="*/ 1722995 w 4933777"/>
                <a:gd name="GluePoint24Y" fmla="*/ 2689479 h 4552473"/>
                <a:gd name="GluePoint25X" fmla="*/ 1653177 w 4933777"/>
                <a:gd name="GluePoint25Y" fmla="*/ 2574798 h 4552473"/>
                <a:gd name="GluePoint26X" fmla="*/ 1500301 w 4933777"/>
                <a:gd name="GluePoint26Y" fmla="*/ 2531555 h 4552473"/>
                <a:gd name="GluePoint27X" fmla="*/ 1364093 w 4933777"/>
                <a:gd name="GluePoint27Y" fmla="*/ 2583085 h 4552473"/>
                <a:gd name="GluePoint28X" fmla="*/ 1191310 w 4933777"/>
                <a:gd name="GluePoint28Y" fmla="*/ 2618041 h 4552473"/>
                <a:gd name="GluePoint29X" fmla="*/ 759351 w 4933777"/>
                <a:gd name="GluePoint29Y" fmla="*/ 2618041 h 4552473"/>
                <a:gd name="GluePoint30X" fmla="*/ 506843 w 4933777"/>
                <a:gd name="GluePoint30Y" fmla="*/ 2521649 h 4552473"/>
                <a:gd name="GluePoint31X" fmla="*/ 290816 w 4933777"/>
                <a:gd name="GluePoint31Y" fmla="*/ 2343817 h 4552473"/>
                <a:gd name="GluePoint32X" fmla="*/ 126320 w 4933777"/>
                <a:gd name="GluePoint32Y" fmla="*/ 2062925 h 4552473"/>
                <a:gd name="GluePoint33X" fmla="*/ 24021 w 4933777"/>
                <a:gd name="GluePoint33Y" fmla="*/ 1594295 h 4552473"/>
                <a:gd name="GluePoint34X" fmla="*/ 1066 w 4933777"/>
                <a:gd name="GluePoint34Y" fmla="*/ 1140428 h 4552473"/>
                <a:gd name="GluePoint35X" fmla="*/ 87172 w 4933777"/>
                <a:gd name="GluePoint35Y" fmla="*/ 617601 h 4552473"/>
                <a:gd name="GluePoint36X" fmla="*/ 256526 w 4933777"/>
                <a:gd name="GluePoint36Y" fmla="*/ 249936 h 4552473"/>
                <a:gd name="GluePoint37X" fmla="*/ 461504 w 4933777"/>
                <a:gd name="GluePoint37Y" fmla="*/ 0 h 455247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</a:cxnLst>
              <a:rect l="textAreaLeft" t="textAreaTop" r="textAreaRight" b="textAreaBottom"/>
              <a:pathLst>
                <a:path w="4933777" h="4552473">
                  <a:moveTo>
                    <a:pt x="4933778" y="4552474"/>
                  </a:moveTo>
                  <a:cubicBezTo>
                    <a:pt x="4747183" y="4533519"/>
                    <a:pt x="4208735" y="4496562"/>
                    <a:pt x="4020997" y="4493324"/>
                  </a:cubicBezTo>
                  <a:cubicBezTo>
                    <a:pt x="3939273" y="4491895"/>
                    <a:pt x="3857548" y="4485323"/>
                    <a:pt x="3777538" y="4468273"/>
                  </a:cubicBezTo>
                  <a:cubicBezTo>
                    <a:pt x="3639807" y="4438936"/>
                    <a:pt x="3509028" y="4378738"/>
                    <a:pt x="3411207" y="4277868"/>
                  </a:cubicBezTo>
                  <a:cubicBezTo>
                    <a:pt x="3323958" y="4187857"/>
                    <a:pt x="3270236" y="4072414"/>
                    <a:pt x="3215944" y="3958971"/>
                  </a:cubicBezTo>
                  <a:cubicBezTo>
                    <a:pt x="3161842" y="3845909"/>
                    <a:pt x="3106407" y="3733419"/>
                    <a:pt x="3056400" y="3618548"/>
                  </a:cubicBezTo>
                  <a:cubicBezTo>
                    <a:pt x="3013728" y="3520631"/>
                    <a:pt x="2975152" y="3420237"/>
                    <a:pt x="2963341" y="3314319"/>
                  </a:cubicBezTo>
                  <a:cubicBezTo>
                    <a:pt x="2946672" y="3164205"/>
                    <a:pt x="2985249" y="3015329"/>
                    <a:pt x="3029825" y="2870454"/>
                  </a:cubicBezTo>
                  <a:cubicBezTo>
                    <a:pt x="3072498" y="2731865"/>
                    <a:pt x="3122790" y="2590895"/>
                    <a:pt x="3094595" y="2449830"/>
                  </a:cubicBezTo>
                  <a:cubicBezTo>
                    <a:pt x="3078879" y="2371154"/>
                    <a:pt x="3040112" y="2298383"/>
                    <a:pt x="2979915" y="2245328"/>
                  </a:cubicBezTo>
                  <a:cubicBezTo>
                    <a:pt x="2939814" y="2209991"/>
                    <a:pt x="2892094" y="2185035"/>
                    <a:pt x="2843707" y="2162175"/>
                  </a:cubicBezTo>
                  <a:cubicBezTo>
                    <a:pt x="2744075" y="2115312"/>
                    <a:pt x="2639110" y="2075212"/>
                    <a:pt x="2529668" y="2080736"/>
                  </a:cubicBezTo>
                  <a:cubicBezTo>
                    <a:pt x="2463469" y="2084070"/>
                    <a:pt x="2399651" y="2103882"/>
                    <a:pt x="2336977" y="2125599"/>
                  </a:cubicBezTo>
                  <a:cubicBezTo>
                    <a:pt x="2233059" y="2161604"/>
                    <a:pt x="2130094" y="2203133"/>
                    <a:pt x="2044559" y="2271903"/>
                  </a:cubicBezTo>
                  <a:cubicBezTo>
                    <a:pt x="2030177" y="2283524"/>
                    <a:pt x="2016175" y="2295906"/>
                    <a:pt x="2007317" y="2312099"/>
                  </a:cubicBezTo>
                  <a:cubicBezTo>
                    <a:pt x="1997315" y="2330291"/>
                    <a:pt x="1994934" y="2351532"/>
                    <a:pt x="1999030" y="2371916"/>
                  </a:cubicBezTo>
                  <a:cubicBezTo>
                    <a:pt x="2011508" y="2434019"/>
                    <a:pt x="2079040" y="2461165"/>
                    <a:pt x="2129427" y="2502408"/>
                  </a:cubicBezTo>
                  <a:cubicBezTo>
                    <a:pt x="2170766" y="2536222"/>
                    <a:pt x="2202103" y="2580418"/>
                    <a:pt x="2226582" y="2627948"/>
                  </a:cubicBezTo>
                  <a:cubicBezTo>
                    <a:pt x="2251538" y="2676335"/>
                    <a:pt x="2269254" y="2728341"/>
                    <a:pt x="2273064" y="2782538"/>
                  </a:cubicBezTo>
                  <a:cubicBezTo>
                    <a:pt x="2278589" y="2859786"/>
                    <a:pt x="2256395" y="2937605"/>
                    <a:pt x="2203246" y="2993612"/>
                  </a:cubicBezTo>
                  <a:cubicBezTo>
                    <a:pt x="2178957" y="3019235"/>
                    <a:pt x="2149144" y="3039047"/>
                    <a:pt x="2115140" y="3048476"/>
                  </a:cubicBezTo>
                  <a:cubicBezTo>
                    <a:pt x="2060752" y="3063526"/>
                    <a:pt x="2003507" y="3049905"/>
                    <a:pt x="1952262" y="3025235"/>
                  </a:cubicBezTo>
                  <a:cubicBezTo>
                    <a:pt x="1889873" y="2995136"/>
                    <a:pt x="1836724" y="2948369"/>
                    <a:pt x="1801100" y="2888933"/>
                  </a:cubicBezTo>
                  <a:cubicBezTo>
                    <a:pt x="1764239" y="2827591"/>
                    <a:pt x="1748237" y="2756630"/>
                    <a:pt x="1722995" y="2689479"/>
                  </a:cubicBezTo>
                  <a:cubicBezTo>
                    <a:pt x="1706993" y="2646903"/>
                    <a:pt x="1686896" y="2605088"/>
                    <a:pt x="1653177" y="2574798"/>
                  </a:cubicBezTo>
                  <a:cubicBezTo>
                    <a:pt x="1611839" y="2537555"/>
                    <a:pt x="1555260" y="2522315"/>
                    <a:pt x="1500301" y="2531555"/>
                  </a:cubicBezTo>
                  <a:cubicBezTo>
                    <a:pt x="1452295" y="2539651"/>
                    <a:pt x="1409718" y="2565749"/>
                    <a:pt x="1364093" y="2583085"/>
                  </a:cubicBezTo>
                  <a:cubicBezTo>
                    <a:pt x="1308944" y="2603945"/>
                    <a:pt x="1249984" y="2611374"/>
                    <a:pt x="1191310" y="2618041"/>
                  </a:cubicBezTo>
                  <a:cubicBezTo>
                    <a:pt x="1047197" y="2634424"/>
                    <a:pt x="901274" y="2646236"/>
                    <a:pt x="759351" y="2618041"/>
                  </a:cubicBezTo>
                  <a:cubicBezTo>
                    <a:pt x="670388" y="2600325"/>
                    <a:pt x="585329" y="2567083"/>
                    <a:pt x="506843" y="2521649"/>
                  </a:cubicBezTo>
                  <a:cubicBezTo>
                    <a:pt x="425595" y="2474595"/>
                    <a:pt x="352253" y="2414778"/>
                    <a:pt x="290816" y="2343817"/>
                  </a:cubicBezTo>
                  <a:cubicBezTo>
                    <a:pt x="219284" y="2261140"/>
                    <a:pt x="165753" y="2164937"/>
                    <a:pt x="126320" y="2062925"/>
                  </a:cubicBezTo>
                  <a:cubicBezTo>
                    <a:pt x="68503" y="1913192"/>
                    <a:pt x="42500" y="1753838"/>
                    <a:pt x="24021" y="1594295"/>
                  </a:cubicBezTo>
                  <a:cubicBezTo>
                    <a:pt x="6590" y="1443609"/>
                    <a:pt x="-3411" y="1292066"/>
                    <a:pt x="1066" y="1140428"/>
                  </a:cubicBezTo>
                  <a:cubicBezTo>
                    <a:pt x="6305" y="962882"/>
                    <a:pt x="31927" y="786289"/>
                    <a:pt x="87172" y="617601"/>
                  </a:cubicBezTo>
                  <a:cubicBezTo>
                    <a:pt x="129272" y="489014"/>
                    <a:pt x="190423" y="367951"/>
                    <a:pt x="256526" y="249936"/>
                  </a:cubicBezTo>
                  <a:cubicBezTo>
                    <a:pt x="281577" y="205645"/>
                    <a:pt x="431786" y="41243"/>
                    <a:pt x="461504" y="0"/>
                  </a:cubicBezTo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8" name="Freeform: Shape 4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-211680" y="267840"/>
              <a:ext cx="4844160" cy="4401720"/>
            </a:xfrm>
            <a:custGeom>
              <a:avLst/>
              <a:gdLst>
                <a:gd name="textAreaLeft" fmla="*/ 0 w 4844160"/>
                <a:gd name="textAreaRight" fmla="*/ 4844520 w 4844160"/>
                <a:gd name="textAreaTop" fmla="*/ 0 h 4401720"/>
                <a:gd name="textAreaBottom" fmla="*/ 4402080 h 4401720"/>
                <a:gd name="GluePoint1X" fmla="*/ 486254 w 4844417"/>
                <a:gd name="GluePoint1Y" fmla="*/ 0 h 4402074"/>
                <a:gd name="GluePoint2X" fmla="*/ 223364 w 4844417"/>
                <a:gd name="GluePoint2Y" fmla="*/ 286226 h 4402074"/>
                <a:gd name="GluePoint3X" fmla="*/ 67821 w 4844417"/>
                <a:gd name="GluePoint3Y" fmla="*/ 699135 h 4402074"/>
                <a:gd name="GluePoint4X" fmla="*/ 3 w 4844417"/>
                <a:gd name="GluePoint4Y" fmla="*/ 1273683 h 4402074"/>
                <a:gd name="GluePoint5X" fmla="*/ 135543 w 4844417"/>
                <a:gd name="GluePoint5Y" fmla="*/ 2031683 h 4402074"/>
                <a:gd name="GluePoint6X" fmla="*/ 297088 w 4844417"/>
                <a:gd name="GluePoint6Y" fmla="*/ 2312956 h 4402074"/>
                <a:gd name="GluePoint7X" fmla="*/ 582171 w 4844417"/>
                <a:gd name="GluePoint7Y" fmla="*/ 2518410 h 4402074"/>
                <a:gd name="GluePoint8X" fmla="*/ 972982 w 4844417"/>
                <a:gd name="GluePoint8Y" fmla="*/ 2518410 h 4402074"/>
                <a:gd name="GluePoint9X" fmla="*/ 1389700 w 4844417"/>
                <a:gd name="GluePoint9Y" fmla="*/ 2350484 h 4402074"/>
                <a:gd name="GluePoint10X" fmla="*/ 1665544 w 4844417"/>
                <a:gd name="GluePoint10Y" fmla="*/ 2204180 h 4402074"/>
                <a:gd name="GluePoint11X" fmla="*/ 2180656 w 4844417"/>
                <a:gd name="GluePoint11Y" fmla="*/ 1966436 h 4402074"/>
                <a:gd name="GluePoint12X" fmla="*/ 2499649 w 4844417"/>
                <a:gd name="GluePoint12Y" fmla="*/ 1926527 h 4402074"/>
                <a:gd name="GluePoint13X" fmla="*/ 2867695 w 4844417"/>
                <a:gd name="GluePoint13Y" fmla="*/ 2041303 h 4402074"/>
                <a:gd name="GluePoint14X" fmla="*/ 3100295 w 4844417"/>
                <a:gd name="GluePoint14Y" fmla="*/ 2147602 h 4402074"/>
                <a:gd name="GluePoint15X" fmla="*/ 3275174 w 4844417"/>
                <a:gd name="GluePoint15Y" fmla="*/ 2370582 h 4402074"/>
                <a:gd name="GluePoint16X" fmla="*/ 3246123 w 4844417"/>
                <a:gd name="GluePoint16Y" fmla="*/ 2631948 h 4402074"/>
                <a:gd name="GluePoint17X" fmla="*/ 3102581 w 4844417"/>
                <a:gd name="GluePoint17Y" fmla="*/ 2947892 h 4402074"/>
                <a:gd name="GluePoint18X" fmla="*/ 3070958 w 4844417"/>
                <a:gd name="GluePoint18Y" fmla="*/ 3462052 h 4402074"/>
                <a:gd name="GluePoint19X" fmla="*/ 3194402 w 4844417"/>
                <a:gd name="GluePoint19Y" fmla="*/ 3792379 h 4402074"/>
                <a:gd name="GluePoint20X" fmla="*/ 3329371 w 4844417"/>
                <a:gd name="GluePoint20Y" fmla="*/ 4048030 h 4402074"/>
                <a:gd name="GluePoint21X" fmla="*/ 3539017 w 4844417"/>
                <a:gd name="GluePoint21Y" fmla="*/ 4257771 h 4402074"/>
                <a:gd name="GluePoint22X" fmla="*/ 3911254 w 4844417"/>
                <a:gd name="GluePoint22Y" fmla="*/ 4353592 h 4402074"/>
                <a:gd name="GluePoint23X" fmla="*/ 4272632 w 4844417"/>
                <a:gd name="GluePoint23Y" fmla="*/ 4353592 h 4402074"/>
                <a:gd name="GluePoint24X" fmla="*/ 4528760 w 4844417"/>
                <a:gd name="GluePoint24Y" fmla="*/ 4368832 h 4402074"/>
                <a:gd name="GluePoint25X" fmla="*/ 4844418 w 4844417"/>
                <a:gd name="GluePoint25Y" fmla="*/ 4402074 h 4402074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</a:cxnLst>
              <a:rect l="textAreaLeft" t="textAreaTop" r="textAreaRight" b="textAreaBottom"/>
              <a:pathLst>
                <a:path w="4844417" h="4402074">
                  <a:moveTo>
                    <a:pt x="486254" y="0"/>
                  </a:moveTo>
                  <a:cubicBezTo>
                    <a:pt x="486254" y="0"/>
                    <a:pt x="289182" y="178689"/>
                    <a:pt x="223364" y="286226"/>
                  </a:cubicBezTo>
                  <a:cubicBezTo>
                    <a:pt x="146116" y="412337"/>
                    <a:pt x="101825" y="555022"/>
                    <a:pt x="67821" y="699135"/>
                  </a:cubicBezTo>
                  <a:cubicBezTo>
                    <a:pt x="23434" y="887540"/>
                    <a:pt x="289" y="1080135"/>
                    <a:pt x="3" y="1273683"/>
                  </a:cubicBezTo>
                  <a:cubicBezTo>
                    <a:pt x="-378" y="1532668"/>
                    <a:pt x="38865" y="1791748"/>
                    <a:pt x="135543" y="2031683"/>
                  </a:cubicBezTo>
                  <a:cubicBezTo>
                    <a:pt x="176215" y="2132648"/>
                    <a:pt x="227650" y="2229231"/>
                    <a:pt x="297088" y="2312956"/>
                  </a:cubicBezTo>
                  <a:cubicBezTo>
                    <a:pt x="373383" y="2404967"/>
                    <a:pt x="469014" y="2480882"/>
                    <a:pt x="582171" y="2518410"/>
                  </a:cubicBezTo>
                  <a:cubicBezTo>
                    <a:pt x="708091" y="2560130"/>
                    <a:pt x="843727" y="2550605"/>
                    <a:pt x="972982" y="2518410"/>
                  </a:cubicBezTo>
                  <a:cubicBezTo>
                    <a:pt x="1118714" y="2482120"/>
                    <a:pt x="1255874" y="2419160"/>
                    <a:pt x="1389700" y="2350484"/>
                  </a:cubicBezTo>
                  <a:cubicBezTo>
                    <a:pt x="1482283" y="2302955"/>
                    <a:pt x="1574104" y="2253996"/>
                    <a:pt x="1665544" y="2204180"/>
                  </a:cubicBezTo>
                  <a:cubicBezTo>
                    <a:pt x="1832137" y="2113407"/>
                    <a:pt x="1999586" y="2022348"/>
                    <a:pt x="2180656" y="1966436"/>
                  </a:cubicBezTo>
                  <a:cubicBezTo>
                    <a:pt x="2284288" y="1934432"/>
                    <a:pt x="2392016" y="1915478"/>
                    <a:pt x="2499649" y="1926527"/>
                  </a:cubicBezTo>
                  <a:cubicBezTo>
                    <a:pt x="2627950" y="1939671"/>
                    <a:pt x="2747108" y="1994535"/>
                    <a:pt x="2867695" y="2041303"/>
                  </a:cubicBezTo>
                  <a:cubicBezTo>
                    <a:pt x="2947514" y="2072259"/>
                    <a:pt x="3028667" y="2100929"/>
                    <a:pt x="3100295" y="2147602"/>
                  </a:cubicBezTo>
                  <a:cubicBezTo>
                    <a:pt x="3182401" y="2201037"/>
                    <a:pt x="3250980" y="2276189"/>
                    <a:pt x="3275174" y="2370582"/>
                  </a:cubicBezTo>
                  <a:cubicBezTo>
                    <a:pt x="3297367" y="2457450"/>
                    <a:pt x="3278508" y="2547747"/>
                    <a:pt x="3246123" y="2631948"/>
                  </a:cubicBezTo>
                  <a:cubicBezTo>
                    <a:pt x="3204403" y="2740057"/>
                    <a:pt x="3142872" y="2839307"/>
                    <a:pt x="3102581" y="2947892"/>
                  </a:cubicBezTo>
                  <a:cubicBezTo>
                    <a:pt x="3041621" y="3112103"/>
                    <a:pt x="3032668" y="3291173"/>
                    <a:pt x="3070958" y="3462052"/>
                  </a:cubicBezTo>
                  <a:cubicBezTo>
                    <a:pt x="3096771" y="3577019"/>
                    <a:pt x="3145063" y="3685223"/>
                    <a:pt x="3194402" y="3792379"/>
                  </a:cubicBezTo>
                  <a:cubicBezTo>
                    <a:pt x="3234788" y="3880104"/>
                    <a:pt x="3276127" y="3967639"/>
                    <a:pt x="3329371" y="4048030"/>
                  </a:cubicBezTo>
                  <a:cubicBezTo>
                    <a:pt x="3384712" y="4131564"/>
                    <a:pt x="3453196" y="4206335"/>
                    <a:pt x="3539017" y="4257771"/>
                  </a:cubicBezTo>
                  <a:cubicBezTo>
                    <a:pt x="3650364" y="4324541"/>
                    <a:pt x="3781142" y="4346924"/>
                    <a:pt x="3911254" y="4353592"/>
                  </a:cubicBezTo>
                  <a:cubicBezTo>
                    <a:pt x="4031554" y="4359783"/>
                    <a:pt x="4152141" y="4351878"/>
                    <a:pt x="4272632" y="4353592"/>
                  </a:cubicBezTo>
                  <a:cubicBezTo>
                    <a:pt x="4358167" y="4354830"/>
                    <a:pt x="4443511" y="4361593"/>
                    <a:pt x="4528760" y="4368832"/>
                  </a:cubicBezTo>
                  <a:cubicBezTo>
                    <a:pt x="4634201" y="4377785"/>
                    <a:pt x="4739738" y="4386644"/>
                    <a:pt x="4844418" y="4402074"/>
                  </a:cubicBezTo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9" name="Freeform: Shape 4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-722160" y="1625760"/>
              <a:ext cx="3915720" cy="2451960"/>
            </a:xfrm>
            <a:custGeom>
              <a:avLst/>
              <a:gdLst>
                <a:gd name="textAreaLeft" fmla="*/ 0 w 3915720"/>
                <a:gd name="textAreaRight" fmla="*/ 3916080 w 3915720"/>
                <a:gd name="textAreaTop" fmla="*/ 0 h 2451960"/>
                <a:gd name="textAreaBottom" fmla="*/ 2452320 h 2451960"/>
                <a:gd name="GluePoint1X" fmla="*/ 540651 w 3915933"/>
                <a:gd name="GluePoint1Y" fmla="*/ 0 h 2452322"/>
                <a:gd name="GluePoint2X" fmla="*/ 235470 w 3915933"/>
                <a:gd name="GluePoint2Y" fmla="*/ 274320 h 2452322"/>
                <a:gd name="GluePoint3X" fmla="*/ 103929 w 3915933"/>
                <a:gd name="GluePoint3Y" fmla="*/ 537496 h 2452322"/>
                <a:gd name="GluePoint4X" fmla="*/ 2869 w 3915933"/>
                <a:gd name="GluePoint4Y" fmla="*/ 998792 h 2452322"/>
                <a:gd name="GluePoint5X" fmla="*/ 59638 w 3915933"/>
                <a:gd name="GluePoint5Y" fmla="*/ 1582007 h 2452322"/>
                <a:gd name="GluePoint6X" fmla="*/ 139934 w 3915933"/>
                <a:gd name="GluePoint6Y" fmla="*/ 1897856 h 2452322"/>
                <a:gd name="GluePoint7X" fmla="*/ 258996 w 3915933"/>
                <a:gd name="GluePoint7Y" fmla="*/ 2195703 h 2452322"/>
                <a:gd name="GluePoint8X" fmla="*/ 495788 w 3915933"/>
                <a:gd name="GluePoint8Y" fmla="*/ 2417350 h 2452322"/>
                <a:gd name="GluePoint9X" fmla="*/ 627328 w 3915933"/>
                <a:gd name="GluePoint9Y" fmla="*/ 2450592 h 2452322"/>
                <a:gd name="GluePoint10X" fmla="*/ 1170063 w 3915933"/>
                <a:gd name="GluePoint10Y" fmla="*/ 2249710 h 2452322"/>
                <a:gd name="GluePoint11X" fmla="*/ 1352847 w 3915933"/>
                <a:gd name="GluePoint11Y" fmla="*/ 2102834 h 2452322"/>
                <a:gd name="GluePoint12X" fmla="*/ 1978735 w 3915933"/>
                <a:gd name="GluePoint12Y" fmla="*/ 1834134 h 2452322"/>
                <a:gd name="GluePoint13X" fmla="*/ 2306872 w 3915933"/>
                <a:gd name="GluePoint13Y" fmla="*/ 1789843 h 2452322"/>
                <a:gd name="GluePoint14X" fmla="*/ 2731972 w 3915933"/>
                <a:gd name="GluePoint14Y" fmla="*/ 1870234 h 2452322"/>
                <a:gd name="GluePoint15X" fmla="*/ 3172313 w 3915933"/>
                <a:gd name="GluePoint15Y" fmla="*/ 2021205 h 2452322"/>
                <a:gd name="GluePoint16X" fmla="*/ 3573887 w 3915933"/>
                <a:gd name="GluePoint16Y" fmla="*/ 2010156 h 2452322"/>
                <a:gd name="GluePoint17X" fmla="*/ 3860494 w 3915933"/>
                <a:gd name="GluePoint17Y" fmla="*/ 1867472 h 2452322"/>
                <a:gd name="GluePoint18X" fmla="*/ 3913072 w 3915933"/>
                <a:gd name="GluePoint18Y" fmla="*/ 1652778 h 2452322"/>
                <a:gd name="GluePoint19X" fmla="*/ 3681805 w 3915933"/>
                <a:gd name="GluePoint19Y" fmla="*/ 1295400 h 2452322"/>
                <a:gd name="GluePoint20X" fmla="*/ 3029533 w 3915933"/>
                <a:gd name="GluePoint20Y" fmla="*/ 812197 h 2452322"/>
                <a:gd name="GluePoint21X" fmla="*/ 2789789 w 3915933"/>
                <a:gd name="GluePoint21Y" fmla="*/ 668941 h 2452322"/>
                <a:gd name="GluePoint22X" fmla="*/ 2510135 w 3915933"/>
                <a:gd name="GluePoint22Y" fmla="*/ 498539 h 2452322"/>
                <a:gd name="GluePoint23X" fmla="*/ 2281630 w 3915933"/>
                <a:gd name="GluePoint23Y" fmla="*/ 355854 h 2452322"/>
                <a:gd name="GluePoint24X" fmla="*/ 2002357 w 3915933"/>
                <a:gd name="GluePoint24Y" fmla="*/ 161544 h 2452322"/>
                <a:gd name="GluePoint25X" fmla="*/ 1726037 w 3915933"/>
                <a:gd name="GluePoint25Y" fmla="*/ 0 h 24523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</a:cxnLst>
              <a:rect l="textAreaLeft" t="textAreaTop" r="textAreaRight" b="textAreaBottom"/>
              <a:pathLst>
                <a:path w="3915933" h="2452322">
                  <a:moveTo>
                    <a:pt x="540651" y="0"/>
                  </a:moveTo>
                  <a:cubicBezTo>
                    <a:pt x="540651" y="0"/>
                    <a:pt x="298906" y="176213"/>
                    <a:pt x="235470" y="274320"/>
                  </a:cubicBezTo>
                  <a:cubicBezTo>
                    <a:pt x="182130" y="356997"/>
                    <a:pt x="139172" y="445675"/>
                    <a:pt x="103929" y="537496"/>
                  </a:cubicBezTo>
                  <a:cubicBezTo>
                    <a:pt x="47160" y="685324"/>
                    <a:pt x="12585" y="840772"/>
                    <a:pt x="2869" y="998792"/>
                  </a:cubicBezTo>
                  <a:cubicBezTo>
                    <a:pt x="-9228" y="1194530"/>
                    <a:pt x="18300" y="1390079"/>
                    <a:pt x="59638" y="1582007"/>
                  </a:cubicBezTo>
                  <a:cubicBezTo>
                    <a:pt x="82498" y="1688211"/>
                    <a:pt x="110121" y="1793367"/>
                    <a:pt x="139934" y="1897856"/>
                  </a:cubicBezTo>
                  <a:cubicBezTo>
                    <a:pt x="169461" y="2001393"/>
                    <a:pt x="202894" y="2104073"/>
                    <a:pt x="258996" y="2195703"/>
                  </a:cubicBezTo>
                  <a:cubicBezTo>
                    <a:pt x="316623" y="2289810"/>
                    <a:pt x="395585" y="2371725"/>
                    <a:pt x="495788" y="2417350"/>
                  </a:cubicBezTo>
                  <a:cubicBezTo>
                    <a:pt x="537317" y="2436305"/>
                    <a:pt x="581799" y="2446973"/>
                    <a:pt x="627328" y="2450592"/>
                  </a:cubicBezTo>
                  <a:cubicBezTo>
                    <a:pt x="824686" y="2466404"/>
                    <a:pt x="1012233" y="2371820"/>
                    <a:pt x="1170063" y="2249710"/>
                  </a:cubicBezTo>
                  <a:cubicBezTo>
                    <a:pt x="1231975" y="2201894"/>
                    <a:pt x="1290554" y="2150174"/>
                    <a:pt x="1352847" y="2102834"/>
                  </a:cubicBezTo>
                  <a:cubicBezTo>
                    <a:pt x="1535346" y="1964246"/>
                    <a:pt x="1755564" y="1887760"/>
                    <a:pt x="1978735" y="1834134"/>
                  </a:cubicBezTo>
                  <a:cubicBezTo>
                    <a:pt x="2086558" y="1808226"/>
                    <a:pt x="2196096" y="1789462"/>
                    <a:pt x="2306872" y="1789843"/>
                  </a:cubicBezTo>
                  <a:cubicBezTo>
                    <a:pt x="2451842" y="1790319"/>
                    <a:pt x="2594812" y="1822514"/>
                    <a:pt x="2731972" y="1870234"/>
                  </a:cubicBezTo>
                  <a:cubicBezTo>
                    <a:pt x="2879038" y="1921383"/>
                    <a:pt x="3019627" y="1991963"/>
                    <a:pt x="3172313" y="2021205"/>
                  </a:cubicBezTo>
                  <a:cubicBezTo>
                    <a:pt x="3305091" y="2046732"/>
                    <a:pt x="3441204" y="2037017"/>
                    <a:pt x="3573887" y="2010156"/>
                  </a:cubicBezTo>
                  <a:cubicBezTo>
                    <a:pt x="3682567" y="1988153"/>
                    <a:pt x="3793724" y="1954435"/>
                    <a:pt x="3860494" y="1867472"/>
                  </a:cubicBezTo>
                  <a:cubicBezTo>
                    <a:pt x="3907167" y="1806607"/>
                    <a:pt x="3923073" y="1728978"/>
                    <a:pt x="3913072" y="1652778"/>
                  </a:cubicBezTo>
                  <a:cubicBezTo>
                    <a:pt x="3894118" y="1508570"/>
                    <a:pt x="3788866" y="1396079"/>
                    <a:pt x="3681805" y="1295400"/>
                  </a:cubicBezTo>
                  <a:cubicBezTo>
                    <a:pt x="3484162" y="1109472"/>
                    <a:pt x="3261277" y="953548"/>
                    <a:pt x="3029533" y="812197"/>
                  </a:cubicBezTo>
                  <a:cubicBezTo>
                    <a:pt x="2949999" y="763715"/>
                    <a:pt x="2869704" y="716661"/>
                    <a:pt x="2789789" y="668941"/>
                  </a:cubicBezTo>
                  <a:cubicBezTo>
                    <a:pt x="2696063" y="612934"/>
                    <a:pt x="2603289" y="555403"/>
                    <a:pt x="2510135" y="498539"/>
                  </a:cubicBezTo>
                  <a:cubicBezTo>
                    <a:pt x="2433459" y="451771"/>
                    <a:pt x="2356592" y="405384"/>
                    <a:pt x="2281630" y="355854"/>
                  </a:cubicBezTo>
                  <a:cubicBezTo>
                    <a:pt x="2187047" y="293370"/>
                    <a:pt x="2095988" y="225457"/>
                    <a:pt x="2002357" y="161544"/>
                  </a:cubicBezTo>
                  <a:cubicBezTo>
                    <a:pt x="1892439" y="86487"/>
                    <a:pt x="1726037" y="0"/>
                    <a:pt x="1726037" y="0"/>
                  </a:cubicBezTo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90" name="Graphic 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0" y="1603440"/>
              <a:ext cx="2074320" cy="3521520"/>
              <a:chOff x="0" y="1603440"/>
              <a:chExt cx="2074320" cy="3521520"/>
            </a:xfrm>
          </p:grpSpPr>
          <p:sp>
            <p:nvSpPr>
              <p:cNvPr id="491" name="Freeform: Shape 5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6200000">
                <a:off x="0" y="5115960"/>
                <a:ext cx="9000" cy="9000"/>
              </a:xfrm>
              <a:noFill/>
              <a:ln cap="rnd" w="9525">
                <a:solidFill>
                  <a:schemeClr val="lt2">
                    <a:alpha val="2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2" name="Freeform: Shape 6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6200000">
                <a:off x="0" y="5115960"/>
                <a:ext cx="9000" cy="9000"/>
              </a:xfrm>
              <a:noFill/>
              <a:ln cap="rnd" w="9525">
                <a:solidFill>
                  <a:schemeClr val="lt2">
                    <a:alpha val="2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3" name="Freeform: Shape 6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6200000">
                <a:off x="0" y="5115960"/>
                <a:ext cx="9000" cy="9000"/>
              </a:xfrm>
              <a:noFill/>
              <a:ln cap="rnd" w="9525">
                <a:solidFill>
                  <a:schemeClr val="lt2">
                    <a:alpha val="2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35640" bIns="-3564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4" name="Freeform: Shape 6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6200000">
                <a:off x="-450720" y="2432520"/>
                <a:ext cx="2567520" cy="1646640"/>
              </a:xfrm>
              <a:custGeom>
                <a:avLst/>
                <a:gdLst>
                  <a:gd name="textAreaLeft" fmla="*/ 0 w 2567520"/>
                  <a:gd name="textAreaRight" fmla="*/ 2567880 w 2567520"/>
                  <a:gd name="textAreaTop" fmla="*/ 0 h 1646640"/>
                  <a:gd name="textAreaBottom" fmla="*/ 1647000 h 1646640"/>
                  <a:gd name="GluePoint1X" fmla="*/ 630083 w 2567851"/>
                  <a:gd name="GluePoint1Y" fmla="*/ 95 h 1647045"/>
                  <a:gd name="GluePoint2X" fmla="*/ 124686 w 2567851"/>
                  <a:gd name="GluePoint2Y" fmla="*/ 410718 h 1647045"/>
                  <a:gd name="GluePoint3X" fmla="*/ 26674 w 2567851"/>
                  <a:gd name="GluePoint3Y" fmla="*/ 689991 h 1647045"/>
                  <a:gd name="GluePoint4X" fmla="*/ 1718 w 2567851"/>
                  <a:gd name="GluePoint4Y" fmla="*/ 974217 h 1647045"/>
                  <a:gd name="GluePoint5X" fmla="*/ 56582 w 2567851"/>
                  <a:gd name="GluePoint5Y" fmla="*/ 1208627 h 1647045"/>
                  <a:gd name="GluePoint6X" fmla="*/ 212792 w 2567851"/>
                  <a:gd name="GluePoint6Y" fmla="*/ 1443038 h 1647045"/>
                  <a:gd name="GluePoint7X" fmla="*/ 385576 w 2567851"/>
                  <a:gd name="GluePoint7Y" fmla="*/ 1590961 h 1647045"/>
                  <a:gd name="GluePoint8X" fmla="*/ 528451 w 2567851"/>
                  <a:gd name="GluePoint8Y" fmla="*/ 1645825 h 1647045"/>
                  <a:gd name="GluePoint9X" fmla="*/ 739430 w 2567851"/>
                  <a:gd name="GluePoint9Y" fmla="*/ 1604296 h 1647045"/>
                  <a:gd name="GluePoint10X" fmla="*/ 1023560 w 2567851"/>
                  <a:gd name="GluePoint10Y" fmla="*/ 1517809 h 1647045"/>
                  <a:gd name="GluePoint11X" fmla="*/ 1384082 w 2567851"/>
                  <a:gd name="GluePoint11Y" fmla="*/ 1394841 h 1647045"/>
                  <a:gd name="GluePoint12X" fmla="*/ 1872619 w 2567851"/>
                  <a:gd name="GluePoint12Y" fmla="*/ 1318355 h 1647045"/>
                  <a:gd name="GluePoint13X" fmla="*/ 2169989 w 2567851"/>
                  <a:gd name="GluePoint13Y" fmla="*/ 1359884 h 1647045"/>
                  <a:gd name="GluePoint14X" fmla="*/ 2331152 w 2567851"/>
                  <a:gd name="GluePoint14Y" fmla="*/ 1359884 h 1647045"/>
                  <a:gd name="GluePoint15X" fmla="*/ 2500602 w 2567851"/>
                  <a:gd name="GluePoint15Y" fmla="*/ 1351598 h 1647045"/>
                  <a:gd name="GluePoint16X" fmla="*/ 2557085 w 2567851"/>
                  <a:gd name="GluePoint16Y" fmla="*/ 1316641 h 1647045"/>
                  <a:gd name="GluePoint17X" fmla="*/ 2533844 w 2567851"/>
                  <a:gd name="GluePoint17Y" fmla="*/ 1195292 h 1647045"/>
                  <a:gd name="GluePoint18X" fmla="*/ 2312864 w 2567851"/>
                  <a:gd name="GluePoint18Y" fmla="*/ 1005745 h 1647045"/>
                  <a:gd name="GluePoint19X" fmla="*/ 1980537 w 2567851"/>
                  <a:gd name="GluePoint19Y" fmla="*/ 763048 h 1647045"/>
                  <a:gd name="GluePoint20X" fmla="*/ 1706408 w 2567851"/>
                  <a:gd name="GluePoint20Y" fmla="*/ 548640 h 1647045"/>
                  <a:gd name="GluePoint21X" fmla="*/ 1422372 w 2567851"/>
                  <a:gd name="GluePoint21Y" fmla="*/ 328803 h 1647045"/>
                  <a:gd name="GluePoint22X" fmla="*/ 960695 w 2567851"/>
                  <a:gd name="GluePoint22Y" fmla="*/ 0 h 1647045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2567851" h="1647045">
                    <a:moveTo>
                      <a:pt x="630083" y="95"/>
                    </a:moveTo>
                    <a:cubicBezTo>
                      <a:pt x="431201" y="60008"/>
                      <a:pt x="185837" y="291751"/>
                      <a:pt x="124686" y="410718"/>
                    </a:cubicBezTo>
                    <a:cubicBezTo>
                      <a:pt x="79442" y="498920"/>
                      <a:pt x="47438" y="593027"/>
                      <a:pt x="26674" y="689991"/>
                    </a:cubicBezTo>
                    <a:cubicBezTo>
                      <a:pt x="6576" y="783431"/>
                      <a:pt x="-4473" y="878967"/>
                      <a:pt x="1718" y="974217"/>
                    </a:cubicBezTo>
                    <a:cubicBezTo>
                      <a:pt x="7052" y="1054894"/>
                      <a:pt x="24674" y="1134332"/>
                      <a:pt x="56582" y="1208627"/>
                    </a:cubicBezTo>
                    <a:cubicBezTo>
                      <a:pt x="93825" y="1295495"/>
                      <a:pt x="148975" y="1373219"/>
                      <a:pt x="212792" y="1443038"/>
                    </a:cubicBezTo>
                    <a:cubicBezTo>
                      <a:pt x="264227" y="1499330"/>
                      <a:pt x="320996" y="1550575"/>
                      <a:pt x="385576" y="1590961"/>
                    </a:cubicBezTo>
                    <a:cubicBezTo>
                      <a:pt x="429486" y="1618393"/>
                      <a:pt x="477111" y="1640681"/>
                      <a:pt x="528451" y="1645825"/>
                    </a:cubicBezTo>
                    <a:cubicBezTo>
                      <a:pt x="600460" y="1653064"/>
                      <a:pt x="670278" y="1626680"/>
                      <a:pt x="739430" y="1604296"/>
                    </a:cubicBezTo>
                    <a:cubicBezTo>
                      <a:pt x="833632" y="1573721"/>
                      <a:pt x="929453" y="1548479"/>
                      <a:pt x="1023560" y="1517809"/>
                    </a:cubicBezTo>
                    <a:cubicBezTo>
                      <a:pt x="1144337" y="1478471"/>
                      <a:pt x="1262924" y="1432846"/>
                      <a:pt x="1384082" y="1394841"/>
                    </a:cubicBezTo>
                    <a:cubicBezTo>
                      <a:pt x="1542959" y="1345025"/>
                      <a:pt x="1707074" y="1305497"/>
                      <a:pt x="1872619" y="1318355"/>
                    </a:cubicBezTo>
                    <a:cubicBezTo>
                      <a:pt x="1972536" y="1326071"/>
                      <a:pt x="2070072" y="1353312"/>
                      <a:pt x="2169989" y="1359884"/>
                    </a:cubicBezTo>
                    <a:cubicBezTo>
                      <a:pt x="2223615" y="1363409"/>
                      <a:pt x="2277431" y="1359503"/>
                      <a:pt x="2331152" y="1359884"/>
                    </a:cubicBezTo>
                    <a:cubicBezTo>
                      <a:pt x="2388112" y="1360265"/>
                      <a:pt x="2445738" y="1366076"/>
                      <a:pt x="2500602" y="1351598"/>
                    </a:cubicBezTo>
                    <a:cubicBezTo>
                      <a:pt x="2522986" y="1345692"/>
                      <a:pt x="2544322" y="1335691"/>
                      <a:pt x="2557085" y="1316641"/>
                    </a:cubicBezTo>
                    <a:cubicBezTo>
                      <a:pt x="2581850" y="1279874"/>
                      <a:pt x="2559562" y="1233202"/>
                      <a:pt x="2533844" y="1195292"/>
                    </a:cubicBezTo>
                    <a:cubicBezTo>
                      <a:pt x="2478790" y="1114330"/>
                      <a:pt x="2394208" y="1060990"/>
                      <a:pt x="2312864" y="1005745"/>
                    </a:cubicBezTo>
                    <a:cubicBezTo>
                      <a:pt x="2199326" y="928688"/>
                      <a:pt x="2089027" y="847058"/>
                      <a:pt x="1980537" y="763048"/>
                    </a:cubicBezTo>
                    <a:cubicBezTo>
                      <a:pt x="1888811" y="691991"/>
                      <a:pt x="1796514" y="621697"/>
                      <a:pt x="1706408" y="548640"/>
                    </a:cubicBezTo>
                    <a:cubicBezTo>
                      <a:pt x="1554865" y="425672"/>
                      <a:pt x="1572105" y="453866"/>
                      <a:pt x="1422372" y="328803"/>
                    </a:cubicBezTo>
                    <a:cubicBezTo>
                      <a:pt x="1381224" y="294418"/>
                      <a:pt x="1009749" y="21146"/>
                      <a:pt x="960695" y="0"/>
                    </a:cubicBezTo>
                  </a:path>
                </a:pathLst>
              </a:custGeom>
              <a:noFill/>
              <a:ln cap="rnd" w="9525">
                <a:solidFill>
                  <a:schemeClr val="lt2">
                    <a:alpha val="2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5" name="Freeform: Shape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6200000">
                <a:off x="-205200" y="1886760"/>
                <a:ext cx="1676160" cy="1222560"/>
              </a:xfrm>
              <a:custGeom>
                <a:avLst/>
                <a:gdLst>
                  <a:gd name="textAreaLeft" fmla="*/ 0 w 1676160"/>
                  <a:gd name="textAreaRight" fmla="*/ 1676520 w 1676160"/>
                  <a:gd name="textAreaTop" fmla="*/ 0 h 1222560"/>
                  <a:gd name="textAreaBottom" fmla="*/ 1222920 h 1222560"/>
                  <a:gd name="GluePoint1X" fmla="*/ 1676495 w 1676495"/>
                  <a:gd name="GluePoint1Y" fmla="*/ 1223010 h 1223010"/>
                  <a:gd name="GluePoint2X" fmla="*/ 1421702 w 1676495"/>
                  <a:gd name="GluePoint2Y" fmla="*/ 1000697 h 1223010"/>
                  <a:gd name="GluePoint3X" fmla="*/ 1024604 w 1676495"/>
                  <a:gd name="GluePoint3Y" fmla="*/ 744665 h 1223010"/>
                  <a:gd name="GluePoint4X" fmla="*/ 444722 w 1676495"/>
                  <a:gd name="GluePoint4Y" fmla="*/ 345758 h 1223010"/>
                  <a:gd name="GluePoint5X" fmla="*/ 0 w 1676495"/>
                  <a:gd name="GluePoint5Y" fmla="*/ 0 h 122301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676495" h="1223010">
                    <a:moveTo>
                      <a:pt x="1676495" y="1223010"/>
                    </a:moveTo>
                    <a:cubicBezTo>
                      <a:pt x="1603724" y="1136428"/>
                      <a:pt x="1514094" y="1066229"/>
                      <a:pt x="1421702" y="1000697"/>
                    </a:cubicBezTo>
                    <a:cubicBezTo>
                      <a:pt x="1293209" y="909638"/>
                      <a:pt x="1158526" y="827627"/>
                      <a:pt x="1024604" y="744665"/>
                    </a:cubicBezTo>
                    <a:cubicBezTo>
                      <a:pt x="824770" y="620935"/>
                      <a:pt x="623792" y="497681"/>
                      <a:pt x="444722" y="345758"/>
                    </a:cubicBezTo>
                    <a:cubicBezTo>
                      <a:pt x="330517" y="248888"/>
                      <a:pt x="135731" y="61722"/>
                      <a:pt x="0" y="0"/>
                    </a:cubicBezTo>
                  </a:path>
                </a:pathLst>
              </a:custGeom>
              <a:noFill/>
              <a:ln cap="rnd" w="9525">
                <a:solidFill>
                  <a:schemeClr val="lt2">
                    <a:alpha val="2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6" name="Freeform: Shape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6200000">
                <a:off x="-471960" y="2085120"/>
                <a:ext cx="3028320" cy="2064960"/>
              </a:xfrm>
              <a:custGeom>
                <a:avLst/>
                <a:gdLst>
                  <a:gd name="textAreaLeft" fmla="*/ 0 w 3028320"/>
                  <a:gd name="textAreaRight" fmla="*/ 3028680 w 3028320"/>
                  <a:gd name="textAreaTop" fmla="*/ 0 h 2064960"/>
                  <a:gd name="textAreaBottom" fmla="*/ 2065320 h 2064960"/>
                  <a:gd name="GluePoint1X" fmla="*/ 525127 w 3028800"/>
                  <a:gd name="GluePoint1Y" fmla="*/ 0 h 2065359"/>
                  <a:gd name="GluePoint2X" fmla="*/ 256141 w 3028800"/>
                  <a:gd name="GluePoint2Y" fmla="*/ 229648 h 2065359"/>
                  <a:gd name="GluePoint3X" fmla="*/ 115552 w 3028800"/>
                  <a:gd name="GluePoint3Y" fmla="*/ 438531 h 2065359"/>
                  <a:gd name="GluePoint4X" fmla="*/ 29446 w 3028800"/>
                  <a:gd name="GluePoint4Y" fmla="*/ 723424 h 2065359"/>
                  <a:gd name="GluePoint5X" fmla="*/ 776 w 3028800"/>
                  <a:gd name="GluePoint5Y" fmla="*/ 1034606 h 2065359"/>
                  <a:gd name="GluePoint6X" fmla="*/ 48592 w 3028800"/>
                  <a:gd name="GluePoint6Y" fmla="*/ 1288352 h 2065359"/>
                  <a:gd name="GluePoint7X" fmla="*/ 146699 w 3028800"/>
                  <a:gd name="GluePoint7Y" fmla="*/ 1496568 h 2065359"/>
                  <a:gd name="GluePoint8X" fmla="*/ 254332 w 3028800"/>
                  <a:gd name="GluePoint8Y" fmla="*/ 1721549 h 2065359"/>
                  <a:gd name="GluePoint9X" fmla="*/ 338056 w 3028800"/>
                  <a:gd name="GluePoint9Y" fmla="*/ 1905857 h 2065359"/>
                  <a:gd name="GluePoint10X" fmla="*/ 407398 w 3028800"/>
                  <a:gd name="GluePoint10Y" fmla="*/ 2008823 h 2065359"/>
                  <a:gd name="GluePoint11X" fmla="*/ 476740 w 3028800"/>
                  <a:gd name="GluePoint11Y" fmla="*/ 2059114 h 2065359"/>
                  <a:gd name="GluePoint12X" fmla="*/ 596374 w 3028800"/>
                  <a:gd name="GluePoint12Y" fmla="*/ 2047113 h 2065359"/>
                  <a:gd name="GluePoint13X" fmla="*/ 804496 w 3028800"/>
                  <a:gd name="GluePoint13Y" fmla="*/ 1903476 h 2065359"/>
                  <a:gd name="GluePoint14X" fmla="*/ 1084435 w 3028800"/>
                  <a:gd name="GluePoint14Y" fmla="*/ 1721549 h 2065359"/>
                  <a:gd name="GluePoint15X" fmla="*/ 1369138 w 3028800"/>
                  <a:gd name="GluePoint15Y" fmla="*/ 1611439 h 2065359"/>
                  <a:gd name="GluePoint16X" fmla="*/ 1603643 w 3028800"/>
                  <a:gd name="GluePoint16Y" fmla="*/ 1554004 h 2065359"/>
                  <a:gd name="GluePoint17X" fmla="*/ 1897966 w 3028800"/>
                  <a:gd name="GluePoint17Y" fmla="*/ 1498949 h 2065359"/>
                  <a:gd name="GluePoint18X" fmla="*/ 2146759 w 3028800"/>
                  <a:gd name="GluePoint18Y" fmla="*/ 1513332 h 2065359"/>
                  <a:gd name="GluePoint19X" fmla="*/ 2292682 w 3028800"/>
                  <a:gd name="GluePoint19Y" fmla="*/ 1537240 h 2065359"/>
                  <a:gd name="GluePoint20X" fmla="*/ 2584623 w 3028800"/>
                  <a:gd name="GluePoint20Y" fmla="*/ 1594676 h 2065359"/>
                  <a:gd name="GluePoint21X" fmla="*/ 2795126 w 3028800"/>
                  <a:gd name="GluePoint21Y" fmla="*/ 1620964 h 2065359"/>
                  <a:gd name="GluePoint22X" fmla="*/ 2972005 w 3028800"/>
                  <a:gd name="GluePoint22Y" fmla="*/ 1234631 h 2065359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</a:cxnLst>
                <a:rect l="textAreaLeft" t="textAreaTop" r="textAreaRight" b="textAreaBottom"/>
                <a:pathLst>
                  <a:path w="3028800" h="2065359">
                    <a:moveTo>
                      <a:pt x="525127" y="0"/>
                    </a:moveTo>
                    <a:cubicBezTo>
                      <a:pt x="525127" y="0"/>
                      <a:pt x="307386" y="172212"/>
                      <a:pt x="256141" y="229648"/>
                    </a:cubicBezTo>
                    <a:cubicBezTo>
                      <a:pt x="199944" y="292608"/>
                      <a:pt x="151843" y="362331"/>
                      <a:pt x="115552" y="438531"/>
                    </a:cubicBezTo>
                    <a:cubicBezTo>
                      <a:pt x="72785" y="528447"/>
                      <a:pt x="48115" y="625507"/>
                      <a:pt x="29446" y="723424"/>
                    </a:cubicBezTo>
                    <a:cubicBezTo>
                      <a:pt x="9825" y="826103"/>
                      <a:pt x="-3415" y="930212"/>
                      <a:pt x="776" y="1034606"/>
                    </a:cubicBezTo>
                    <a:cubicBezTo>
                      <a:pt x="4205" y="1121093"/>
                      <a:pt x="19159" y="1206913"/>
                      <a:pt x="48592" y="1288352"/>
                    </a:cubicBezTo>
                    <a:cubicBezTo>
                      <a:pt x="74785" y="1360551"/>
                      <a:pt x="111457" y="1428274"/>
                      <a:pt x="146699" y="1496568"/>
                    </a:cubicBezTo>
                    <a:cubicBezTo>
                      <a:pt x="184894" y="1570482"/>
                      <a:pt x="221185" y="1645349"/>
                      <a:pt x="254332" y="1721549"/>
                    </a:cubicBezTo>
                    <a:cubicBezTo>
                      <a:pt x="281287" y="1783461"/>
                      <a:pt x="306433" y="1846231"/>
                      <a:pt x="338056" y="1905857"/>
                    </a:cubicBezTo>
                    <a:cubicBezTo>
                      <a:pt x="357583" y="1942529"/>
                      <a:pt x="379776" y="1977866"/>
                      <a:pt x="407398" y="2008823"/>
                    </a:cubicBezTo>
                    <a:cubicBezTo>
                      <a:pt x="426829" y="2030539"/>
                      <a:pt x="449308" y="2049780"/>
                      <a:pt x="476740" y="2059114"/>
                    </a:cubicBezTo>
                    <a:cubicBezTo>
                      <a:pt x="515793" y="2072354"/>
                      <a:pt x="557893" y="2062734"/>
                      <a:pt x="596374" y="2047113"/>
                    </a:cubicBezTo>
                    <a:cubicBezTo>
                      <a:pt x="674860" y="2015300"/>
                      <a:pt x="738106" y="1956530"/>
                      <a:pt x="804496" y="1903476"/>
                    </a:cubicBezTo>
                    <a:cubicBezTo>
                      <a:pt x="891649" y="1833848"/>
                      <a:pt x="984804" y="1771841"/>
                      <a:pt x="1084435" y="1721549"/>
                    </a:cubicBezTo>
                    <a:cubicBezTo>
                      <a:pt x="1175494" y="1675638"/>
                      <a:pt x="1271030" y="1639348"/>
                      <a:pt x="1369138" y="1611439"/>
                    </a:cubicBezTo>
                    <a:cubicBezTo>
                      <a:pt x="1446576" y="1589437"/>
                      <a:pt x="1525252" y="1572387"/>
                      <a:pt x="1603643" y="1554004"/>
                    </a:cubicBezTo>
                    <a:cubicBezTo>
                      <a:pt x="1700989" y="1531049"/>
                      <a:pt x="1798144" y="1505141"/>
                      <a:pt x="1897966" y="1498949"/>
                    </a:cubicBezTo>
                    <a:cubicBezTo>
                      <a:pt x="1981119" y="1493711"/>
                      <a:pt x="2064272" y="1501521"/>
                      <a:pt x="2146759" y="1513332"/>
                    </a:cubicBezTo>
                    <a:cubicBezTo>
                      <a:pt x="2195527" y="1520285"/>
                      <a:pt x="2244200" y="1528382"/>
                      <a:pt x="2292682" y="1537240"/>
                    </a:cubicBezTo>
                    <a:cubicBezTo>
                      <a:pt x="2390218" y="1555147"/>
                      <a:pt x="2487563" y="1574102"/>
                      <a:pt x="2584623" y="1594676"/>
                    </a:cubicBezTo>
                    <a:cubicBezTo>
                      <a:pt x="2654251" y="1609439"/>
                      <a:pt x="2724260" y="1624393"/>
                      <a:pt x="2795126" y="1620964"/>
                    </a:cubicBezTo>
                    <a:cubicBezTo>
                      <a:pt x="2859991" y="1617821"/>
                      <a:pt x="3149551" y="1625918"/>
                      <a:pt x="2972005" y="1234631"/>
                    </a:cubicBezTo>
                  </a:path>
                </a:pathLst>
              </a:custGeom>
              <a:noFill/>
              <a:ln cap="rnd" w="9525">
                <a:solidFill>
                  <a:schemeClr val="lt2">
                    <a:alpha val="2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97" name="Freeform: Shape 4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146880" y="3225240"/>
              <a:ext cx="1161720" cy="1049760"/>
            </a:xfrm>
            <a:custGeom>
              <a:avLst/>
              <a:gdLst>
                <a:gd name="textAreaLeft" fmla="*/ 0 w 1161720"/>
                <a:gd name="textAreaRight" fmla="*/ 1162080 w 1161720"/>
                <a:gd name="textAreaTop" fmla="*/ 0 h 1049760"/>
                <a:gd name="textAreaBottom" fmla="*/ 1050120 h 1049760"/>
                <a:gd name="GluePoint1X" fmla="*/ 279459 w 1161937"/>
                <a:gd name="GluePoint1Y" fmla="*/ 64453 h 1049976"/>
                <a:gd name="GluePoint2X" fmla="*/ 99437 w 1161937"/>
                <a:gd name="GluePoint2Y" fmla="*/ 232093 h 1049976"/>
                <a:gd name="GluePoint3X" fmla="*/ 2472 w 1161937"/>
                <a:gd name="GluePoint3Y" fmla="*/ 507746 h 1049976"/>
                <a:gd name="GluePoint4X" fmla="*/ 17712 w 1161937"/>
                <a:gd name="GluePoint4Y" fmla="*/ 734917 h 1049976"/>
                <a:gd name="GluePoint5X" fmla="*/ 85530 w 1161937"/>
                <a:gd name="GluePoint5Y" fmla="*/ 905320 h 1049976"/>
                <a:gd name="GluePoint6X" fmla="*/ 388806 w 1161937"/>
                <a:gd name="GluePoint6Y" fmla="*/ 1048004 h 1049976"/>
                <a:gd name="GluePoint7X" fmla="*/ 755709 w 1161937"/>
                <a:gd name="GluePoint7Y" fmla="*/ 984282 h 1049976"/>
                <a:gd name="GluePoint8X" fmla="*/ 984214 w 1161937"/>
                <a:gd name="GluePoint8Y" fmla="*/ 856837 h 1049976"/>
                <a:gd name="GluePoint9X" fmla="*/ 1144806 w 1161937"/>
                <a:gd name="GluePoint9Y" fmla="*/ 651859 h 1049976"/>
                <a:gd name="GluePoint10X" fmla="*/ 1144806 w 1161937"/>
                <a:gd name="GluePoint10Y" fmla="*/ 435737 h 1049976"/>
                <a:gd name="GluePoint11X" fmla="*/ 894203 w 1161937"/>
                <a:gd name="GluePoint11Y" fmla="*/ 110173 h 1049976"/>
                <a:gd name="GluePoint12X" fmla="*/ 645219 w 1161937"/>
                <a:gd name="GluePoint12Y" fmla="*/ 11494 h 1049976"/>
                <a:gd name="GluePoint13X" fmla="*/ 469102 w 1161937"/>
                <a:gd name="GluePoint13Y" fmla="*/ 3207 h 1049976"/>
                <a:gd name="GluePoint14X" fmla="*/ 279459 w 1161937"/>
                <a:gd name="GluePoint14Y" fmla="*/ 64453 h 104997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161937" h="1049976">
                  <a:moveTo>
                    <a:pt x="279459" y="64453"/>
                  </a:moveTo>
                  <a:cubicBezTo>
                    <a:pt x="206784" y="104934"/>
                    <a:pt x="145538" y="162751"/>
                    <a:pt x="99437" y="232093"/>
                  </a:cubicBezTo>
                  <a:cubicBezTo>
                    <a:pt x="44763" y="314389"/>
                    <a:pt x="10759" y="409258"/>
                    <a:pt x="2472" y="507746"/>
                  </a:cubicBezTo>
                  <a:cubicBezTo>
                    <a:pt x="-3909" y="583660"/>
                    <a:pt x="2377" y="660146"/>
                    <a:pt x="17712" y="734917"/>
                  </a:cubicBezTo>
                  <a:cubicBezTo>
                    <a:pt x="30190" y="795782"/>
                    <a:pt x="48002" y="855980"/>
                    <a:pt x="85530" y="905320"/>
                  </a:cubicBezTo>
                  <a:cubicBezTo>
                    <a:pt x="155730" y="997617"/>
                    <a:pt x="272030" y="1038955"/>
                    <a:pt x="388806" y="1048004"/>
                  </a:cubicBezTo>
                  <a:cubicBezTo>
                    <a:pt x="514251" y="1057720"/>
                    <a:pt x="638361" y="1030764"/>
                    <a:pt x="755709" y="984282"/>
                  </a:cubicBezTo>
                  <a:cubicBezTo>
                    <a:pt x="837339" y="951992"/>
                    <a:pt x="915444" y="911320"/>
                    <a:pt x="984214" y="856837"/>
                  </a:cubicBezTo>
                  <a:cubicBezTo>
                    <a:pt x="1053556" y="801878"/>
                    <a:pt x="1115659" y="735013"/>
                    <a:pt x="1144806" y="651859"/>
                  </a:cubicBezTo>
                  <a:cubicBezTo>
                    <a:pt x="1169285" y="581946"/>
                    <a:pt x="1165951" y="506984"/>
                    <a:pt x="1144806" y="435737"/>
                  </a:cubicBezTo>
                  <a:cubicBezTo>
                    <a:pt x="1104801" y="300673"/>
                    <a:pt x="1011837" y="187801"/>
                    <a:pt x="894203" y="110173"/>
                  </a:cubicBezTo>
                  <a:cubicBezTo>
                    <a:pt x="818860" y="60547"/>
                    <a:pt x="733897" y="28258"/>
                    <a:pt x="645219" y="11494"/>
                  </a:cubicBezTo>
                  <a:cubicBezTo>
                    <a:pt x="587117" y="540"/>
                    <a:pt x="527776" y="-3365"/>
                    <a:pt x="469102" y="3207"/>
                  </a:cubicBezTo>
                  <a:cubicBezTo>
                    <a:pt x="402522" y="10636"/>
                    <a:pt x="337943" y="31782"/>
                    <a:pt x="279459" y="64453"/>
                  </a:cubicBezTo>
                  <a:close/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8" name="Freeform: Shape 4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272520" y="3403080"/>
              <a:ext cx="846000" cy="774360"/>
            </a:xfrm>
            <a:custGeom>
              <a:avLst/>
              <a:gdLst>
                <a:gd name="textAreaLeft" fmla="*/ 0 w 846000"/>
                <a:gd name="textAreaRight" fmla="*/ 846360 w 846000"/>
                <a:gd name="textAreaTop" fmla="*/ 0 h 774360"/>
                <a:gd name="textAreaBottom" fmla="*/ 774720 h 774360"/>
                <a:gd name="GluePoint1X" fmla="*/ 223506 w 846327"/>
                <a:gd name="GluePoint1Y" fmla="*/ 47187 h 774726"/>
                <a:gd name="GluePoint2X" fmla="*/ 29100 w 846327"/>
                <a:gd name="GluePoint2Y" fmla="*/ 283216 h 774726"/>
                <a:gd name="GluePoint3X" fmla="*/ 29100 w 846327"/>
                <a:gd name="GluePoint3Y" fmla="*/ 589064 h 774726"/>
                <a:gd name="GluePoint4X" fmla="*/ 155402 w 846327"/>
                <a:gd name="GluePoint4Y" fmla="*/ 735368 h 774726"/>
                <a:gd name="GluePoint5X" fmla="*/ 402957 w 846327"/>
                <a:gd name="GluePoint5Y" fmla="*/ 770325 h 774726"/>
                <a:gd name="GluePoint6X" fmla="*/ 638891 w 846327"/>
                <a:gd name="GluePoint6Y" fmla="*/ 698887 h 774726"/>
                <a:gd name="GluePoint7X" fmla="*/ 818342 w 846327"/>
                <a:gd name="GluePoint7Y" fmla="*/ 519341 h 774726"/>
                <a:gd name="GluePoint8X" fmla="*/ 844917 w 846327"/>
                <a:gd name="GluePoint8Y" fmla="*/ 356463 h 774726"/>
                <a:gd name="GluePoint9X" fmla="*/ 675467 w 846327"/>
                <a:gd name="GluePoint9Y" fmla="*/ 70523 h 774726"/>
                <a:gd name="GluePoint10X" fmla="*/ 343140 w 846327"/>
                <a:gd name="GluePoint10Y" fmla="*/ 7372 h 774726"/>
                <a:gd name="GluePoint11X" fmla="*/ 223506 w 846327"/>
                <a:gd name="GluePoint11Y" fmla="*/ 47187 h 77472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</a:cxnLst>
              <a:rect l="textAreaLeft" t="textAreaTop" r="textAreaRight" b="textAreaBottom"/>
              <a:pathLst>
                <a:path w="846327" h="774726">
                  <a:moveTo>
                    <a:pt x="223506" y="47187"/>
                  </a:moveTo>
                  <a:cubicBezTo>
                    <a:pt x="131304" y="97288"/>
                    <a:pt x="65391" y="184537"/>
                    <a:pt x="29100" y="283216"/>
                  </a:cubicBezTo>
                  <a:cubicBezTo>
                    <a:pt x="-7380" y="382467"/>
                    <a:pt x="-11952" y="491909"/>
                    <a:pt x="29100" y="589064"/>
                  </a:cubicBezTo>
                  <a:cubicBezTo>
                    <a:pt x="54913" y="650214"/>
                    <a:pt x="97585" y="703078"/>
                    <a:pt x="155402" y="735368"/>
                  </a:cubicBezTo>
                  <a:cubicBezTo>
                    <a:pt x="229697" y="776802"/>
                    <a:pt x="317898" y="779659"/>
                    <a:pt x="402957" y="770325"/>
                  </a:cubicBezTo>
                  <a:cubicBezTo>
                    <a:pt x="485538" y="761181"/>
                    <a:pt x="566120" y="738987"/>
                    <a:pt x="638891" y="698887"/>
                  </a:cubicBezTo>
                  <a:cubicBezTo>
                    <a:pt x="714900" y="656977"/>
                    <a:pt x="781956" y="597827"/>
                    <a:pt x="818342" y="519341"/>
                  </a:cubicBezTo>
                  <a:cubicBezTo>
                    <a:pt x="841964" y="468477"/>
                    <a:pt x="849870" y="412280"/>
                    <a:pt x="844917" y="356463"/>
                  </a:cubicBezTo>
                  <a:cubicBezTo>
                    <a:pt x="834630" y="240449"/>
                    <a:pt x="771955" y="135293"/>
                    <a:pt x="675467" y="70523"/>
                  </a:cubicBezTo>
                  <a:cubicBezTo>
                    <a:pt x="578788" y="5658"/>
                    <a:pt x="458392" y="-11868"/>
                    <a:pt x="343140" y="7372"/>
                  </a:cubicBezTo>
                  <a:cubicBezTo>
                    <a:pt x="301325" y="14325"/>
                    <a:pt x="260748" y="26994"/>
                    <a:pt x="223506" y="47187"/>
                  </a:cubicBezTo>
                  <a:close/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9" name="Freeform: Shape 4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435240" y="3594240"/>
              <a:ext cx="477360" cy="447120"/>
            </a:xfrm>
            <a:custGeom>
              <a:avLst/>
              <a:gdLst>
                <a:gd name="textAreaLeft" fmla="*/ 0 w 477360"/>
                <a:gd name="textAreaRight" fmla="*/ 477720 w 477360"/>
                <a:gd name="textAreaTop" fmla="*/ 0 h 447120"/>
                <a:gd name="textAreaBottom" fmla="*/ 447480 h 447120"/>
                <a:gd name="GluePoint1X" fmla="*/ 88185 w 477596"/>
                <a:gd name="GluePoint1Y" fmla="*/ 75022 h 447528"/>
                <a:gd name="GluePoint2X" fmla="*/ 79 w 477596"/>
                <a:gd name="GluePoint2Y" fmla="*/ 236280 h 447528"/>
                <a:gd name="GluePoint3X" fmla="*/ 69897 w 477596"/>
                <a:gd name="GluePoint3Y" fmla="*/ 370964 h 447528"/>
                <a:gd name="GluePoint4X" fmla="*/ 172958 w 477596"/>
                <a:gd name="GluePoint4Y" fmla="*/ 429162 h 447528"/>
                <a:gd name="GluePoint5X" fmla="*/ 309165 w 477596"/>
                <a:gd name="GluePoint5Y" fmla="*/ 440782 h 447528"/>
                <a:gd name="GluePoint6X" fmla="*/ 432990 w 477596"/>
                <a:gd name="GluePoint6Y" fmla="*/ 316957 h 447528"/>
                <a:gd name="GluePoint7X" fmla="*/ 476996 w 477596"/>
                <a:gd name="GluePoint7Y" fmla="*/ 164843 h 447528"/>
                <a:gd name="GluePoint8X" fmla="*/ 383937 w 477596"/>
                <a:gd name="GluePoint8Y" fmla="*/ 26826 h 447528"/>
                <a:gd name="GluePoint9X" fmla="*/ 88185 w 477596"/>
                <a:gd name="GluePoint9Y" fmla="*/ 75022 h 44752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477596" h="447528">
                  <a:moveTo>
                    <a:pt x="88185" y="75022"/>
                  </a:moveTo>
                  <a:cubicBezTo>
                    <a:pt x="37798" y="116361"/>
                    <a:pt x="-2016" y="171796"/>
                    <a:pt x="79" y="236280"/>
                  </a:cubicBezTo>
                  <a:cubicBezTo>
                    <a:pt x="1794" y="288763"/>
                    <a:pt x="30178" y="336103"/>
                    <a:pt x="69897" y="370964"/>
                  </a:cubicBezTo>
                  <a:cubicBezTo>
                    <a:pt x="99806" y="397253"/>
                    <a:pt x="135429" y="415636"/>
                    <a:pt x="172958" y="429162"/>
                  </a:cubicBezTo>
                  <a:cubicBezTo>
                    <a:pt x="217249" y="445068"/>
                    <a:pt x="264588" y="454784"/>
                    <a:pt x="309165" y="440782"/>
                  </a:cubicBezTo>
                  <a:cubicBezTo>
                    <a:pt x="366696" y="422780"/>
                    <a:pt x="403272" y="370297"/>
                    <a:pt x="432990" y="316957"/>
                  </a:cubicBezTo>
                  <a:cubicBezTo>
                    <a:pt x="459375" y="269618"/>
                    <a:pt x="481568" y="218469"/>
                    <a:pt x="476996" y="164843"/>
                  </a:cubicBezTo>
                  <a:cubicBezTo>
                    <a:pt x="472043" y="106169"/>
                    <a:pt x="435276" y="55972"/>
                    <a:pt x="383937" y="26826"/>
                  </a:cubicBezTo>
                  <a:cubicBezTo>
                    <a:pt x="289734" y="-26705"/>
                    <a:pt x="173244" y="5299"/>
                    <a:pt x="88185" y="75022"/>
                  </a:cubicBezTo>
                  <a:close/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0" name="Freeform: Shape 5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-785880" y="822240"/>
              <a:ext cx="2861640" cy="1270800"/>
            </a:xfrm>
            <a:custGeom>
              <a:avLst/>
              <a:gdLst>
                <a:gd name="textAreaLeft" fmla="*/ 0 w 2861640"/>
                <a:gd name="textAreaRight" fmla="*/ 2862000 w 2861640"/>
                <a:gd name="textAreaTop" fmla="*/ 0 h 1270800"/>
                <a:gd name="textAreaBottom" fmla="*/ 1271160 h 1270800"/>
                <a:gd name="GluePoint1X" fmla="*/ 0 w 2861881"/>
                <a:gd name="GluePoint1Y" fmla="*/ 0 h 1271168"/>
                <a:gd name="GluePoint2X" fmla="*/ 176879 w 2861881"/>
                <a:gd name="GluePoint2Y" fmla="*/ 115157 h 1271168"/>
                <a:gd name="GluePoint3X" fmla="*/ 400812 w 2861881"/>
                <a:gd name="GluePoint3Y" fmla="*/ 277178 h 1271168"/>
                <a:gd name="GluePoint4X" fmla="*/ 652367 w 2861881"/>
                <a:gd name="GluePoint4Y" fmla="*/ 421958 h 1271168"/>
                <a:gd name="GluePoint5X" fmla="*/ 1110615 w 2861881"/>
                <a:gd name="GluePoint5Y" fmla="*/ 690848 h 1271168"/>
                <a:gd name="GluePoint6X" fmla="*/ 1410843 w 2861881"/>
                <a:gd name="GluePoint6Y" fmla="*/ 830580 h 1271168"/>
                <a:gd name="GluePoint7X" fmla="*/ 1585341 w 2861881"/>
                <a:gd name="GluePoint7Y" fmla="*/ 917067 h 1271168"/>
                <a:gd name="GluePoint8X" fmla="*/ 1896047 w 2861881"/>
                <a:gd name="GluePoint8Y" fmla="*/ 1114901 h 1271168"/>
                <a:gd name="GluePoint9X" fmla="*/ 2042255 w 2861881"/>
                <a:gd name="GluePoint9Y" fmla="*/ 1204627 h 1271168"/>
                <a:gd name="GluePoint10X" fmla="*/ 2276570 w 2861881"/>
                <a:gd name="GluePoint10Y" fmla="*/ 1271111 h 1271168"/>
                <a:gd name="GluePoint11X" fmla="*/ 2568988 w 2861881"/>
                <a:gd name="GluePoint11Y" fmla="*/ 1128141 h 1271168"/>
                <a:gd name="GluePoint12X" fmla="*/ 2726817 w 2861881"/>
                <a:gd name="GluePoint12Y" fmla="*/ 882110 h 1271168"/>
                <a:gd name="GluePoint13X" fmla="*/ 2861882 w 2861881"/>
                <a:gd name="GluePoint13Y" fmla="*/ 574929 h 127116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2861881" h="1271168">
                  <a:moveTo>
                    <a:pt x="0" y="0"/>
                  </a:moveTo>
                  <a:cubicBezTo>
                    <a:pt x="0" y="0"/>
                    <a:pt x="110680" y="67151"/>
                    <a:pt x="176879" y="115157"/>
                  </a:cubicBezTo>
                  <a:cubicBezTo>
                    <a:pt x="251555" y="169259"/>
                    <a:pt x="323564" y="226981"/>
                    <a:pt x="400812" y="277178"/>
                  </a:cubicBezTo>
                  <a:cubicBezTo>
                    <a:pt x="481965" y="329946"/>
                    <a:pt x="568166" y="374142"/>
                    <a:pt x="652367" y="421958"/>
                  </a:cubicBezTo>
                  <a:cubicBezTo>
                    <a:pt x="806387" y="509492"/>
                    <a:pt x="953167" y="609695"/>
                    <a:pt x="1110615" y="690848"/>
                  </a:cubicBezTo>
                  <a:cubicBezTo>
                    <a:pt x="1208723" y="741426"/>
                    <a:pt x="1310449" y="784670"/>
                    <a:pt x="1410843" y="830580"/>
                  </a:cubicBezTo>
                  <a:cubicBezTo>
                    <a:pt x="1469898" y="857631"/>
                    <a:pt x="1528477" y="885635"/>
                    <a:pt x="1585341" y="917067"/>
                  </a:cubicBezTo>
                  <a:cubicBezTo>
                    <a:pt x="1692878" y="976408"/>
                    <a:pt x="1794034" y="1046417"/>
                    <a:pt x="1896047" y="1114901"/>
                  </a:cubicBezTo>
                  <a:cubicBezTo>
                    <a:pt x="1943576" y="1146810"/>
                    <a:pt x="1991773" y="1177671"/>
                    <a:pt x="2042255" y="1204627"/>
                  </a:cubicBezTo>
                  <a:cubicBezTo>
                    <a:pt x="2115217" y="1243679"/>
                    <a:pt x="2194179" y="1272635"/>
                    <a:pt x="2276570" y="1271111"/>
                  </a:cubicBezTo>
                  <a:cubicBezTo>
                    <a:pt x="2388870" y="1269111"/>
                    <a:pt x="2490597" y="1209485"/>
                    <a:pt x="2568988" y="1128141"/>
                  </a:cubicBezTo>
                  <a:cubicBezTo>
                    <a:pt x="2637092" y="1057561"/>
                    <a:pt x="2686622" y="971836"/>
                    <a:pt x="2726817" y="882110"/>
                  </a:cubicBezTo>
                  <a:cubicBezTo>
                    <a:pt x="2772632" y="779907"/>
                    <a:pt x="2807208" y="672560"/>
                    <a:pt x="2861882" y="574929"/>
                  </a:cubicBezTo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1" name="Freeform: Shape 5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-848880" y="901080"/>
              <a:ext cx="2635920" cy="918720"/>
            </a:xfrm>
            <a:custGeom>
              <a:avLst/>
              <a:gdLst>
                <a:gd name="textAreaLeft" fmla="*/ 0 w 2635920"/>
                <a:gd name="textAreaRight" fmla="*/ 2636280 w 2635920"/>
                <a:gd name="textAreaTop" fmla="*/ 0 h 918720"/>
                <a:gd name="textAreaBottom" fmla="*/ 919080 h 918720"/>
                <a:gd name="GluePoint1X" fmla="*/ 0 w 2636234"/>
                <a:gd name="GluePoint1Y" fmla="*/ 0 h 919096"/>
                <a:gd name="GluePoint2X" fmla="*/ 417862 w 2636234"/>
                <a:gd name="GluePoint2Y" fmla="*/ 274415 h 919096"/>
                <a:gd name="GluePoint3X" fmla="*/ 980218 w 2636234"/>
                <a:gd name="GluePoint3Y" fmla="*/ 607981 h 919096"/>
                <a:gd name="GluePoint4X" fmla="*/ 1473137 w 2636234"/>
                <a:gd name="GluePoint4Y" fmla="*/ 792290 h 919096"/>
                <a:gd name="GluePoint5X" fmla="*/ 1827276 w 2636234"/>
                <a:gd name="GluePoint5Y" fmla="*/ 914400 h 919096"/>
                <a:gd name="GluePoint6X" fmla="*/ 2119218 w 2636234"/>
                <a:gd name="GluePoint6Y" fmla="*/ 847344 h 919096"/>
                <a:gd name="GluePoint7X" fmla="*/ 2269998 w 2636234"/>
                <a:gd name="GluePoint7Y" fmla="*/ 610362 h 919096"/>
                <a:gd name="GluePoint8X" fmla="*/ 2413540 w 2636234"/>
                <a:gd name="GluePoint8Y" fmla="*/ 361379 h 919096"/>
                <a:gd name="GluePoint9X" fmla="*/ 2636235 w 2636234"/>
                <a:gd name="GluePoint9Y" fmla="*/ 66961 h 91909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2636234" h="919096">
                  <a:moveTo>
                    <a:pt x="0" y="0"/>
                  </a:moveTo>
                  <a:cubicBezTo>
                    <a:pt x="0" y="0"/>
                    <a:pt x="243745" y="162020"/>
                    <a:pt x="417862" y="274415"/>
                  </a:cubicBezTo>
                  <a:cubicBezTo>
                    <a:pt x="601409" y="392906"/>
                    <a:pt x="781145" y="518732"/>
                    <a:pt x="980218" y="607981"/>
                  </a:cubicBezTo>
                  <a:cubicBezTo>
                    <a:pt x="1140333" y="679799"/>
                    <a:pt x="1310545" y="726091"/>
                    <a:pt x="1473137" y="792290"/>
                  </a:cubicBezTo>
                  <a:cubicBezTo>
                    <a:pt x="1589532" y="839724"/>
                    <a:pt x="1702975" y="897922"/>
                    <a:pt x="1827276" y="914400"/>
                  </a:cubicBezTo>
                  <a:cubicBezTo>
                    <a:pt x="1930813" y="928116"/>
                    <a:pt x="2039208" y="913543"/>
                    <a:pt x="2119218" y="847344"/>
                  </a:cubicBezTo>
                  <a:cubicBezTo>
                    <a:pt x="2192084" y="786956"/>
                    <a:pt x="2228184" y="696087"/>
                    <a:pt x="2269998" y="610362"/>
                  </a:cubicBezTo>
                  <a:cubicBezTo>
                    <a:pt x="2312003" y="524161"/>
                    <a:pt x="2362867" y="442722"/>
                    <a:pt x="2413540" y="361379"/>
                  </a:cubicBezTo>
                  <a:cubicBezTo>
                    <a:pt x="2485835" y="245459"/>
                    <a:pt x="2514886" y="126873"/>
                    <a:pt x="2636235" y="66961"/>
                  </a:cubicBezTo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2" name="Freeform: Shape 5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-823680" y="1056960"/>
              <a:ext cx="2292120" cy="625320"/>
            </a:xfrm>
            <a:custGeom>
              <a:avLst/>
              <a:gdLst>
                <a:gd name="textAreaLeft" fmla="*/ 0 w 2292120"/>
                <a:gd name="textAreaRight" fmla="*/ 2292480 w 2292120"/>
                <a:gd name="textAreaTop" fmla="*/ 0 h 625320"/>
                <a:gd name="textAreaBottom" fmla="*/ 625680 h 625320"/>
                <a:gd name="GluePoint1X" fmla="*/ 0 w 2292381"/>
                <a:gd name="GluePoint1Y" fmla="*/ 0 h 625711"/>
                <a:gd name="GluePoint2X" fmla="*/ 272415 w 2292381"/>
                <a:gd name="GluePoint2Y" fmla="*/ 181070 h 625711"/>
                <a:gd name="GluePoint3X" fmla="*/ 651415 w 2292381"/>
                <a:gd name="GluePoint3Y" fmla="*/ 385000 h 625711"/>
                <a:gd name="GluePoint4X" fmla="*/ 915543 w 2292381"/>
                <a:gd name="GluePoint4Y" fmla="*/ 514255 h 625711"/>
                <a:gd name="GluePoint5X" fmla="*/ 1277302 w 2292381"/>
                <a:gd name="GluePoint5Y" fmla="*/ 606171 h 625711"/>
                <a:gd name="GluePoint6X" fmla="*/ 1618964 w 2292381"/>
                <a:gd name="GluePoint6Y" fmla="*/ 606171 h 625711"/>
                <a:gd name="GluePoint7X" fmla="*/ 1817084 w 2292381"/>
                <a:gd name="GluePoint7Y" fmla="*/ 485489 h 625711"/>
                <a:gd name="GluePoint8X" fmla="*/ 1963483 w 2292381"/>
                <a:gd name="GluePoint8Y" fmla="*/ 313182 h 625711"/>
                <a:gd name="GluePoint9X" fmla="*/ 2102739 w 2292381"/>
                <a:gd name="GluePoint9Y" fmla="*/ 173831 h 625711"/>
                <a:gd name="GluePoint10X" fmla="*/ 2292382 w 2292381"/>
                <a:gd name="GluePoint10Y" fmla="*/ 0 h 625711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2292381" h="625711">
                  <a:moveTo>
                    <a:pt x="0" y="0"/>
                  </a:moveTo>
                  <a:cubicBezTo>
                    <a:pt x="0" y="0"/>
                    <a:pt x="152019" y="110776"/>
                    <a:pt x="272415" y="181070"/>
                  </a:cubicBezTo>
                  <a:cubicBezTo>
                    <a:pt x="396335" y="253460"/>
                    <a:pt x="524351" y="318325"/>
                    <a:pt x="651415" y="385000"/>
                  </a:cubicBezTo>
                  <a:cubicBezTo>
                    <a:pt x="738283" y="430625"/>
                    <a:pt x="824198" y="478536"/>
                    <a:pt x="915543" y="514255"/>
                  </a:cubicBezTo>
                  <a:cubicBezTo>
                    <a:pt x="1031748" y="559689"/>
                    <a:pt x="1154049" y="585788"/>
                    <a:pt x="1277302" y="606171"/>
                  </a:cubicBezTo>
                  <a:cubicBezTo>
                    <a:pt x="1391602" y="625031"/>
                    <a:pt x="1508379" y="638556"/>
                    <a:pt x="1618964" y="606171"/>
                  </a:cubicBezTo>
                  <a:cubicBezTo>
                    <a:pt x="1694307" y="584168"/>
                    <a:pt x="1760791" y="540258"/>
                    <a:pt x="1817084" y="485489"/>
                  </a:cubicBezTo>
                  <a:cubicBezTo>
                    <a:pt x="1871186" y="432911"/>
                    <a:pt x="1913287" y="369475"/>
                    <a:pt x="1963483" y="313182"/>
                  </a:cubicBezTo>
                  <a:cubicBezTo>
                    <a:pt x="2007203" y="264128"/>
                    <a:pt x="2055305" y="219361"/>
                    <a:pt x="2102739" y="173831"/>
                  </a:cubicBezTo>
                  <a:cubicBezTo>
                    <a:pt x="2170271" y="109347"/>
                    <a:pt x="2292382" y="0"/>
                    <a:pt x="2292382" y="0"/>
                  </a:cubicBezTo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3" name="Freeform: Shape 5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-712440" y="1179360"/>
              <a:ext cx="1865520" cy="421200"/>
            </a:xfrm>
            <a:custGeom>
              <a:avLst/>
              <a:gdLst>
                <a:gd name="textAreaLeft" fmla="*/ 0 w 1865520"/>
                <a:gd name="textAreaRight" fmla="*/ 1865880 w 1865520"/>
                <a:gd name="textAreaTop" fmla="*/ 0 h 421200"/>
                <a:gd name="textAreaBottom" fmla="*/ 421560 h 421200"/>
                <a:gd name="GluePoint1X" fmla="*/ 1865852 w 1865852"/>
                <a:gd name="GluePoint1Y" fmla="*/ 0 h 421548"/>
                <a:gd name="GluePoint2X" fmla="*/ 1535049 w 1865852"/>
                <a:gd name="GluePoint2Y" fmla="*/ 258699 h 421548"/>
                <a:gd name="GluePoint3X" fmla="*/ 1247965 w 1865852"/>
                <a:gd name="GluePoint3Y" fmla="*/ 408051 h 421548"/>
                <a:gd name="GluePoint4X" fmla="*/ 955072 w 1865852"/>
                <a:gd name="GluePoint4Y" fmla="*/ 408051 h 421548"/>
                <a:gd name="GluePoint5X" fmla="*/ 596170 w 1865852"/>
                <a:gd name="GluePoint5Y" fmla="*/ 336233 h 421548"/>
                <a:gd name="GluePoint6X" fmla="*/ 283178 w 1865852"/>
                <a:gd name="GluePoint6Y" fmla="*/ 186881 h 421548"/>
                <a:gd name="GluePoint7X" fmla="*/ 0 w 1865852"/>
                <a:gd name="GluePoint7Y" fmla="*/ 0 h 421548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865852" h="421548">
                  <a:moveTo>
                    <a:pt x="1865852" y="0"/>
                  </a:moveTo>
                  <a:cubicBezTo>
                    <a:pt x="1865852" y="0"/>
                    <a:pt x="1677543" y="155734"/>
                    <a:pt x="1535049" y="258699"/>
                  </a:cubicBezTo>
                  <a:cubicBezTo>
                    <a:pt x="1446752" y="322517"/>
                    <a:pt x="1353598" y="383096"/>
                    <a:pt x="1247965" y="408051"/>
                  </a:cubicBezTo>
                  <a:cubicBezTo>
                    <a:pt x="1152239" y="430625"/>
                    <a:pt x="1053084" y="420815"/>
                    <a:pt x="955072" y="408051"/>
                  </a:cubicBezTo>
                  <a:cubicBezTo>
                    <a:pt x="833723" y="392240"/>
                    <a:pt x="711803" y="376142"/>
                    <a:pt x="596170" y="336233"/>
                  </a:cubicBezTo>
                  <a:cubicBezTo>
                    <a:pt x="486728" y="298418"/>
                    <a:pt x="382714" y="246412"/>
                    <a:pt x="283178" y="186881"/>
                  </a:cubicBezTo>
                  <a:cubicBezTo>
                    <a:pt x="176117" y="122777"/>
                    <a:pt x="0" y="0"/>
                    <a:pt x="0" y="0"/>
                  </a:cubicBezTo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4" name="Freeform: Shape 5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-525960" y="1243080"/>
              <a:ext cx="1357920" cy="286560"/>
            </a:xfrm>
            <a:custGeom>
              <a:avLst/>
              <a:gdLst>
                <a:gd name="textAreaLeft" fmla="*/ 0 w 1357920"/>
                <a:gd name="textAreaRight" fmla="*/ 1358280 w 1357920"/>
                <a:gd name="textAreaTop" fmla="*/ 0 h 286560"/>
                <a:gd name="textAreaBottom" fmla="*/ 286920 h 286560"/>
                <a:gd name="GluePoint1X" fmla="*/ 0 w 1358265"/>
                <a:gd name="GluePoint1Y" fmla="*/ 11621 h 286935"/>
                <a:gd name="GluePoint2X" fmla="*/ 200978 w 1358265"/>
                <a:gd name="GluePoint2Y" fmla="*/ 163830 h 286935"/>
                <a:gd name="GluePoint3X" fmla="*/ 499586 w 1358265"/>
                <a:gd name="GluePoint3Y" fmla="*/ 258604 h 286935"/>
                <a:gd name="GluePoint4X" fmla="*/ 780955 w 1358265"/>
                <a:gd name="GluePoint4Y" fmla="*/ 284417 h 286935"/>
                <a:gd name="GluePoint5X" fmla="*/ 1027843 w 1358265"/>
                <a:gd name="GluePoint5Y" fmla="*/ 215456 h 286935"/>
                <a:gd name="GluePoint6X" fmla="*/ 1358265 w 1358265"/>
                <a:gd name="GluePoint6Y" fmla="*/ 0 h 28693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</a:cxnLst>
              <a:rect l="textAreaLeft" t="textAreaTop" r="textAreaRight" b="textAreaBottom"/>
              <a:pathLst>
                <a:path w="1358265" h="286935">
                  <a:moveTo>
                    <a:pt x="0" y="11621"/>
                  </a:moveTo>
                  <a:cubicBezTo>
                    <a:pt x="0" y="11621"/>
                    <a:pt x="89249" y="104299"/>
                    <a:pt x="200978" y="163830"/>
                  </a:cubicBezTo>
                  <a:cubicBezTo>
                    <a:pt x="293465" y="213074"/>
                    <a:pt x="396812" y="237458"/>
                    <a:pt x="499586" y="258604"/>
                  </a:cubicBezTo>
                  <a:cubicBezTo>
                    <a:pt x="592360" y="277749"/>
                    <a:pt x="686753" y="293180"/>
                    <a:pt x="780955" y="284417"/>
                  </a:cubicBezTo>
                  <a:cubicBezTo>
                    <a:pt x="866585" y="276511"/>
                    <a:pt x="949166" y="250412"/>
                    <a:pt x="1027843" y="215456"/>
                  </a:cubicBezTo>
                  <a:cubicBezTo>
                    <a:pt x="1167860" y="153353"/>
                    <a:pt x="1358265" y="0"/>
                    <a:pt x="1358265" y="0"/>
                  </a:cubicBezTo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5" name="Freeform: Shape 5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-352080" y="1350360"/>
              <a:ext cx="890640" cy="167040"/>
            </a:xfrm>
            <a:custGeom>
              <a:avLst/>
              <a:gdLst>
                <a:gd name="textAreaLeft" fmla="*/ 0 w 890640"/>
                <a:gd name="textAreaRight" fmla="*/ 891000 w 890640"/>
                <a:gd name="textAreaTop" fmla="*/ 0 h 167040"/>
                <a:gd name="textAreaBottom" fmla="*/ 167400 h 167040"/>
                <a:gd name="GluePoint1X" fmla="*/ 890968 w 890968"/>
                <a:gd name="GluePoint1Y" fmla="*/ 0 h 167300"/>
                <a:gd name="GluePoint2X" fmla="*/ 657892 w 890968"/>
                <a:gd name="GluePoint2Y" fmla="*/ 143732 h 167300"/>
                <a:gd name="GluePoint3X" fmla="*/ 408146 w 890968"/>
                <a:gd name="GluePoint3Y" fmla="*/ 160973 h 167300"/>
                <a:gd name="GluePoint4X" fmla="*/ 0 w 890968"/>
                <a:gd name="GluePoint4Y" fmla="*/ 0 h 16730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</a:cxnLst>
              <a:rect l="textAreaLeft" t="textAreaTop" r="textAreaRight" b="textAreaBottom"/>
              <a:pathLst>
                <a:path w="890968" h="167300">
                  <a:moveTo>
                    <a:pt x="890968" y="0"/>
                  </a:moveTo>
                  <a:cubicBezTo>
                    <a:pt x="890968" y="0"/>
                    <a:pt x="763714" y="110585"/>
                    <a:pt x="657892" y="143732"/>
                  </a:cubicBezTo>
                  <a:cubicBezTo>
                    <a:pt x="577405" y="168974"/>
                    <a:pt x="491871" y="172593"/>
                    <a:pt x="408146" y="160973"/>
                  </a:cubicBezTo>
                  <a:cubicBezTo>
                    <a:pt x="235077" y="136970"/>
                    <a:pt x="0" y="0"/>
                    <a:pt x="0" y="0"/>
                  </a:cubicBezTo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6" name="Freeform: Shape 5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1886040" y="-678600"/>
              <a:ext cx="1677240" cy="3075840"/>
            </a:xfrm>
            <a:custGeom>
              <a:avLst/>
              <a:gdLst>
                <a:gd name="textAreaLeft" fmla="*/ 0 w 1677240"/>
                <a:gd name="textAreaRight" fmla="*/ 1677600 w 1677240"/>
                <a:gd name="textAreaTop" fmla="*/ 0 h 3075840"/>
                <a:gd name="textAreaBottom" fmla="*/ 3076200 h 3075840"/>
                <a:gd name="GluePoint1X" fmla="*/ 1665434 w 1677721"/>
                <a:gd name="GluePoint1Y" fmla="*/ 3076194 h 3076193"/>
                <a:gd name="GluePoint2X" fmla="*/ 1068693 w 1677721"/>
                <a:gd name="GluePoint2Y" fmla="*/ 3054382 h 3076193"/>
                <a:gd name="GluePoint3X" fmla="*/ 852952 w 1677721"/>
                <a:gd name="GluePoint3Y" fmla="*/ 3054382 h 3076193"/>
                <a:gd name="GluePoint4X" fmla="*/ 519481 w 1677721"/>
                <a:gd name="GluePoint4Y" fmla="*/ 3002471 h 3076193"/>
                <a:gd name="GluePoint5X" fmla="*/ 400610 w 1677721"/>
                <a:gd name="GluePoint5Y" fmla="*/ 2945892 h 3076193"/>
                <a:gd name="GluePoint6X" fmla="*/ 184868 w 1677721"/>
                <a:gd name="GluePoint6Y" fmla="*/ 2706910 h 3076193"/>
                <a:gd name="GluePoint7X" fmla="*/ 59138 w 1677721"/>
                <a:gd name="GluePoint7Y" fmla="*/ 2451830 h 3076193"/>
                <a:gd name="GluePoint8X" fmla="*/ 274 w 1677721"/>
                <a:gd name="GluePoint8Y" fmla="*/ 2128552 h 3076193"/>
                <a:gd name="GluePoint9X" fmla="*/ 172200 w 1677721"/>
                <a:gd name="GluePoint9Y" fmla="*/ 1672590 h 3076193"/>
                <a:gd name="GluePoint10X" fmla="*/ 446806 w 1677721"/>
                <a:gd name="GluePoint10Y" fmla="*/ 1445133 h 3076193"/>
                <a:gd name="GluePoint11X" fmla="*/ 633686 w 1677721"/>
                <a:gd name="GluePoint11Y" fmla="*/ 1381601 h 3076193"/>
                <a:gd name="GluePoint12X" fmla="*/ 840188 w 1677721"/>
                <a:gd name="GluePoint12Y" fmla="*/ 1260348 h 3076193"/>
                <a:gd name="GluePoint13X" fmla="*/ 904768 w 1677721"/>
                <a:gd name="GluePoint13Y" fmla="*/ 1108615 h 3076193"/>
                <a:gd name="GluePoint14X" fmla="*/ 926294 w 1677721"/>
                <a:gd name="GluePoint14Y" fmla="*/ 955453 h 3076193"/>
                <a:gd name="GluePoint15X" fmla="*/ 912959 w 1677721"/>
                <a:gd name="GluePoint15Y" fmla="*/ 763905 h 3076193"/>
                <a:gd name="GluePoint16X" fmla="*/ 949535 w 1677721"/>
                <a:gd name="GluePoint16Y" fmla="*/ 651320 h 3076193"/>
                <a:gd name="GluePoint17X" fmla="*/ 1089934 w 1677721"/>
                <a:gd name="GluePoint17Y" fmla="*/ 510826 h 3076193"/>
                <a:gd name="GluePoint18X" fmla="*/ 1324535 w 1677721"/>
                <a:gd name="GluePoint18Y" fmla="*/ 323278 h 3076193"/>
                <a:gd name="GluePoint19X" fmla="*/ 1677721 w 1677721"/>
                <a:gd name="GluePoint19Y" fmla="*/ 0 h 307619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</a:cxnLst>
              <a:rect l="textAreaLeft" t="textAreaTop" r="textAreaRight" b="textAreaBottom"/>
              <a:pathLst>
                <a:path w="1677721" h="3076193">
                  <a:moveTo>
                    <a:pt x="1665434" y="3076194"/>
                  </a:moveTo>
                  <a:cubicBezTo>
                    <a:pt x="1494651" y="3069431"/>
                    <a:pt x="1239571" y="3053620"/>
                    <a:pt x="1068693" y="3054382"/>
                  </a:cubicBezTo>
                  <a:cubicBezTo>
                    <a:pt x="996779" y="3054668"/>
                    <a:pt x="924866" y="3056573"/>
                    <a:pt x="852952" y="3054382"/>
                  </a:cubicBezTo>
                  <a:cubicBezTo>
                    <a:pt x="739890" y="3050953"/>
                    <a:pt x="626638" y="3038380"/>
                    <a:pt x="519481" y="3002471"/>
                  </a:cubicBezTo>
                  <a:cubicBezTo>
                    <a:pt x="477667" y="2988469"/>
                    <a:pt x="437567" y="2969990"/>
                    <a:pt x="400610" y="2945892"/>
                  </a:cubicBezTo>
                  <a:cubicBezTo>
                    <a:pt x="309836" y="2886837"/>
                    <a:pt x="242876" y="2798731"/>
                    <a:pt x="184868" y="2706910"/>
                  </a:cubicBezTo>
                  <a:cubicBezTo>
                    <a:pt x="134005" y="2626519"/>
                    <a:pt x="91618" y="2541175"/>
                    <a:pt x="59138" y="2451830"/>
                  </a:cubicBezTo>
                  <a:cubicBezTo>
                    <a:pt x="21324" y="2347913"/>
                    <a:pt x="-2870" y="2238947"/>
                    <a:pt x="274" y="2128552"/>
                  </a:cubicBezTo>
                  <a:cubicBezTo>
                    <a:pt x="4941" y="1962531"/>
                    <a:pt x="71044" y="1804797"/>
                    <a:pt x="172200" y="1672590"/>
                  </a:cubicBezTo>
                  <a:cubicBezTo>
                    <a:pt x="245638" y="1576578"/>
                    <a:pt x="336220" y="1493615"/>
                    <a:pt x="446806" y="1445133"/>
                  </a:cubicBezTo>
                  <a:cubicBezTo>
                    <a:pt x="507099" y="1418749"/>
                    <a:pt x="571012" y="1401890"/>
                    <a:pt x="633686" y="1381601"/>
                  </a:cubicBezTo>
                  <a:cubicBezTo>
                    <a:pt x="711696" y="1356455"/>
                    <a:pt x="789992" y="1324356"/>
                    <a:pt x="840188" y="1260348"/>
                  </a:cubicBezTo>
                  <a:cubicBezTo>
                    <a:pt x="874478" y="1216724"/>
                    <a:pt x="891528" y="1162812"/>
                    <a:pt x="904768" y="1108615"/>
                  </a:cubicBezTo>
                  <a:cubicBezTo>
                    <a:pt x="917055" y="1058323"/>
                    <a:pt x="927152" y="1007174"/>
                    <a:pt x="926294" y="955453"/>
                  </a:cubicBezTo>
                  <a:cubicBezTo>
                    <a:pt x="925246" y="891159"/>
                    <a:pt x="907720" y="827913"/>
                    <a:pt x="912959" y="763905"/>
                  </a:cubicBezTo>
                  <a:cubicBezTo>
                    <a:pt x="916198" y="724090"/>
                    <a:pt x="928961" y="685610"/>
                    <a:pt x="949535" y="651320"/>
                  </a:cubicBezTo>
                  <a:cubicBezTo>
                    <a:pt x="983825" y="594170"/>
                    <a:pt x="1037737" y="552640"/>
                    <a:pt x="1089934" y="510826"/>
                  </a:cubicBezTo>
                  <a:cubicBezTo>
                    <a:pt x="1168039" y="448247"/>
                    <a:pt x="1245477" y="384619"/>
                    <a:pt x="1324535" y="323278"/>
                  </a:cubicBezTo>
                  <a:cubicBezTo>
                    <a:pt x="1423785" y="246221"/>
                    <a:pt x="1594854" y="94202"/>
                    <a:pt x="1677721" y="0"/>
                  </a:cubicBezTo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7" name="Freeform: Shape 5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2065680" y="-514440"/>
              <a:ext cx="1468440" cy="2606760"/>
            </a:xfrm>
            <a:custGeom>
              <a:avLst/>
              <a:gdLst>
                <a:gd name="textAreaLeft" fmla="*/ 0 w 1468440"/>
                <a:gd name="textAreaRight" fmla="*/ 1468800 w 1468440"/>
                <a:gd name="textAreaTop" fmla="*/ 0 h 2606760"/>
                <a:gd name="textAreaBottom" fmla="*/ 2607120 h 2606760"/>
                <a:gd name="GluePoint1X" fmla="*/ 1450689 w 1468691"/>
                <a:gd name="GluePoint1Y" fmla="*/ 2568321 h 2607257"/>
                <a:gd name="GluePoint2X" fmla="*/ 1210183 w 1468691"/>
                <a:gd name="GluePoint2Y" fmla="*/ 2590609 h 2607257"/>
                <a:gd name="GluePoint3X" fmla="*/ 905573 w 1468691"/>
                <a:gd name="GluePoint3Y" fmla="*/ 2606802 h 2607257"/>
                <a:gd name="GluePoint4X" fmla="*/ 558292 w 1468691"/>
                <a:gd name="GluePoint4Y" fmla="*/ 2587181 h 2607257"/>
                <a:gd name="GluePoint5X" fmla="*/ 467138 w 1468691"/>
                <a:gd name="GluePoint5Y" fmla="*/ 2568702 h 2607257"/>
                <a:gd name="GluePoint6X" fmla="*/ 206343 w 1468691"/>
                <a:gd name="GluePoint6Y" fmla="*/ 2407063 h 2607257"/>
                <a:gd name="GluePoint7X" fmla="*/ 78613 w 1468691"/>
                <a:gd name="GluePoint7Y" fmla="*/ 2211896 h 2607257"/>
                <a:gd name="GluePoint8X" fmla="*/ 2032 w 1468691"/>
                <a:gd name="GluePoint8Y" fmla="*/ 1936623 h 2607257"/>
                <a:gd name="GluePoint9X" fmla="*/ 21177 w 1468691"/>
                <a:gd name="GluePoint9Y" fmla="*/ 1749933 h 2607257"/>
                <a:gd name="GluePoint10X" fmla="*/ 116903 w 1468691"/>
                <a:gd name="GluePoint10Y" fmla="*/ 1594295 h 2607257"/>
                <a:gd name="GluePoint11X" fmla="*/ 241300 w 1468691"/>
                <a:gd name="GluePoint11Y" fmla="*/ 1512951 h 2607257"/>
                <a:gd name="GluePoint12X" fmla="*/ 475805 w 1468691"/>
                <a:gd name="GluePoint12Y" fmla="*/ 1500949 h 2607257"/>
                <a:gd name="GluePoint13X" fmla="*/ 664781 w 1468691"/>
                <a:gd name="GluePoint13Y" fmla="*/ 1541621 h 2607257"/>
                <a:gd name="GluePoint14X" fmla="*/ 803560 w 1468691"/>
                <a:gd name="GluePoint14Y" fmla="*/ 1541621 h 2607257"/>
                <a:gd name="GluePoint15X" fmla="*/ 942340 w 1468691"/>
                <a:gd name="GluePoint15Y" fmla="*/ 1429131 h 2607257"/>
                <a:gd name="GluePoint16X" fmla="*/ 1018921 w 1468691"/>
                <a:gd name="GluePoint16Y" fmla="*/ 1163383 h 2607257"/>
                <a:gd name="GluePoint17X" fmla="*/ 1061974 w 1468691"/>
                <a:gd name="GluePoint17Y" fmla="*/ 811530 h 2607257"/>
                <a:gd name="GluePoint18X" fmla="*/ 1114647 w 1468691"/>
                <a:gd name="GluePoint18Y" fmla="*/ 574548 h 2607257"/>
                <a:gd name="GluePoint19X" fmla="*/ 1243806 w 1468691"/>
                <a:gd name="GluePoint19Y" fmla="*/ 284893 h 2607257"/>
                <a:gd name="GluePoint20X" fmla="*/ 1468691 w 1468691"/>
                <a:gd name="GluePoint20Y" fmla="*/ 0 h 260725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</a:cxnLst>
              <a:rect l="textAreaLeft" t="textAreaTop" r="textAreaRight" b="textAreaBottom"/>
              <a:pathLst>
                <a:path w="1468691" h="2607257">
                  <a:moveTo>
                    <a:pt x="1450689" y="2568321"/>
                  </a:moveTo>
                  <a:cubicBezTo>
                    <a:pt x="1398682" y="2574989"/>
                    <a:pt x="1262570" y="2587752"/>
                    <a:pt x="1210183" y="2590609"/>
                  </a:cubicBezTo>
                  <a:cubicBezTo>
                    <a:pt x="1108646" y="2596134"/>
                    <a:pt x="1007205" y="2604707"/>
                    <a:pt x="905573" y="2606802"/>
                  </a:cubicBezTo>
                  <a:cubicBezTo>
                    <a:pt x="789464" y="2609088"/>
                    <a:pt x="673354" y="2602802"/>
                    <a:pt x="558292" y="2587181"/>
                  </a:cubicBezTo>
                  <a:cubicBezTo>
                    <a:pt x="527526" y="2582990"/>
                    <a:pt x="497046" y="2577274"/>
                    <a:pt x="467138" y="2568702"/>
                  </a:cubicBezTo>
                  <a:cubicBezTo>
                    <a:pt x="367220" y="2540222"/>
                    <a:pt x="277876" y="2482501"/>
                    <a:pt x="206343" y="2407063"/>
                  </a:cubicBezTo>
                  <a:cubicBezTo>
                    <a:pt x="152527" y="2350294"/>
                    <a:pt x="111379" y="2283047"/>
                    <a:pt x="78613" y="2211896"/>
                  </a:cubicBezTo>
                  <a:cubicBezTo>
                    <a:pt x="38513" y="2124742"/>
                    <a:pt x="9938" y="2032159"/>
                    <a:pt x="2032" y="1936623"/>
                  </a:cubicBezTo>
                  <a:cubicBezTo>
                    <a:pt x="-3207" y="1873567"/>
                    <a:pt x="1174" y="1809845"/>
                    <a:pt x="21177" y="1749933"/>
                  </a:cubicBezTo>
                  <a:cubicBezTo>
                    <a:pt x="40608" y="1691449"/>
                    <a:pt x="73469" y="1638109"/>
                    <a:pt x="116903" y="1594295"/>
                  </a:cubicBezTo>
                  <a:cubicBezTo>
                    <a:pt x="152241" y="1558576"/>
                    <a:pt x="194151" y="1530001"/>
                    <a:pt x="241300" y="1512951"/>
                  </a:cubicBezTo>
                  <a:cubicBezTo>
                    <a:pt x="315881" y="1485900"/>
                    <a:pt x="397224" y="1487519"/>
                    <a:pt x="475805" y="1500949"/>
                  </a:cubicBezTo>
                  <a:cubicBezTo>
                    <a:pt x="539337" y="1511808"/>
                    <a:pt x="601440" y="1529810"/>
                    <a:pt x="664781" y="1541621"/>
                  </a:cubicBezTo>
                  <a:cubicBezTo>
                    <a:pt x="710977" y="1550194"/>
                    <a:pt x="758412" y="1554194"/>
                    <a:pt x="803560" y="1541621"/>
                  </a:cubicBezTo>
                  <a:cubicBezTo>
                    <a:pt x="862711" y="1525143"/>
                    <a:pt x="909288" y="1481233"/>
                    <a:pt x="942340" y="1429131"/>
                  </a:cubicBezTo>
                  <a:cubicBezTo>
                    <a:pt x="992156" y="1350455"/>
                    <a:pt x="1006919" y="1256157"/>
                    <a:pt x="1018921" y="1163383"/>
                  </a:cubicBezTo>
                  <a:cubicBezTo>
                    <a:pt x="1034065" y="1046131"/>
                    <a:pt x="1043972" y="928306"/>
                    <a:pt x="1061974" y="811530"/>
                  </a:cubicBezTo>
                  <a:cubicBezTo>
                    <a:pt x="1074356" y="731425"/>
                    <a:pt x="1091120" y="652081"/>
                    <a:pt x="1114647" y="574548"/>
                  </a:cubicBezTo>
                  <a:cubicBezTo>
                    <a:pt x="1145413" y="472916"/>
                    <a:pt x="1187990" y="375094"/>
                    <a:pt x="1243806" y="284893"/>
                  </a:cubicBezTo>
                  <a:cubicBezTo>
                    <a:pt x="1307623" y="181832"/>
                    <a:pt x="1388396" y="90868"/>
                    <a:pt x="1468691" y="0"/>
                  </a:cubicBezTo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8" name="Freeform: Shape 5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rot="16200000">
              <a:off x="2247840" y="-429480"/>
              <a:ext cx="1174680" cy="2095200"/>
            </a:xfrm>
            <a:custGeom>
              <a:avLst/>
              <a:gdLst>
                <a:gd name="textAreaLeft" fmla="*/ 0 w 1174680"/>
                <a:gd name="textAreaRight" fmla="*/ 1175040 w 1174680"/>
                <a:gd name="textAreaTop" fmla="*/ 0 h 2095200"/>
                <a:gd name="textAreaBottom" fmla="*/ 2095560 h 2095200"/>
                <a:gd name="GluePoint1X" fmla="*/ 1175183 w 1175182"/>
                <a:gd name="GluePoint1Y" fmla="*/ 1950434 h 2095685"/>
                <a:gd name="GluePoint2X" fmla="*/ 696075 w 1175182"/>
                <a:gd name="GluePoint2Y" fmla="*/ 2077307 h 2095685"/>
                <a:gd name="GluePoint3X" fmla="*/ 349175 w 1175182"/>
                <a:gd name="GluePoint3Y" fmla="*/ 2089309 h 2095685"/>
                <a:gd name="GluePoint4X" fmla="*/ 73997 w 1175182"/>
                <a:gd name="GluePoint4Y" fmla="*/ 1987582 h 2095685"/>
                <a:gd name="GluePoint5X" fmla="*/ 2179 w 1175182"/>
                <a:gd name="GluePoint5Y" fmla="*/ 1818037 h 2095685"/>
                <a:gd name="GluePoint6X" fmla="*/ 18086 w 1175182"/>
                <a:gd name="GluePoint6Y" fmla="*/ 1694402 h 2095685"/>
                <a:gd name="GluePoint7X" fmla="*/ 161627 w 1175182"/>
                <a:gd name="GluePoint7Y" fmla="*/ 1594676 h 2095685"/>
                <a:gd name="GluePoint8X" fmla="*/ 384893 w 1175182"/>
                <a:gd name="GluePoint8Y" fmla="*/ 1664494 h 2095685"/>
                <a:gd name="GluePoint9X" fmla="*/ 648069 w 1175182"/>
                <a:gd name="GluePoint9Y" fmla="*/ 1684401 h 2095685"/>
                <a:gd name="GluePoint10X" fmla="*/ 831520 w 1175182"/>
                <a:gd name="GluePoint10Y" fmla="*/ 1550765 h 2095685"/>
                <a:gd name="GluePoint11X" fmla="*/ 909245 w 1175182"/>
                <a:gd name="GluePoint11Y" fmla="*/ 1315402 h 2095685"/>
                <a:gd name="GluePoint12X" fmla="*/ 975062 w 1175182"/>
                <a:gd name="GluePoint12Y" fmla="*/ 876586 h 2095685"/>
                <a:gd name="GluePoint13X" fmla="*/ 989064 w 1175182"/>
                <a:gd name="GluePoint13Y" fmla="*/ 591312 h 2095685"/>
                <a:gd name="GluePoint14X" fmla="*/ 1158514 w 1175182"/>
                <a:gd name="GluePoint14Y" fmla="*/ 0 h 2095685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</a:cxnLst>
              <a:rect l="textAreaLeft" t="textAreaTop" r="textAreaRight" b="textAreaBottom"/>
              <a:pathLst>
                <a:path w="1175182" h="2095685">
                  <a:moveTo>
                    <a:pt x="1175183" y="1950434"/>
                  </a:moveTo>
                  <a:cubicBezTo>
                    <a:pt x="1097554" y="1973485"/>
                    <a:pt x="775799" y="2063115"/>
                    <a:pt x="696075" y="2077307"/>
                  </a:cubicBezTo>
                  <a:cubicBezTo>
                    <a:pt x="581489" y="2097786"/>
                    <a:pt x="465094" y="2100167"/>
                    <a:pt x="349175" y="2089309"/>
                  </a:cubicBezTo>
                  <a:cubicBezTo>
                    <a:pt x="247638" y="2079784"/>
                    <a:pt x="142292" y="2061401"/>
                    <a:pt x="73997" y="1987582"/>
                  </a:cubicBezTo>
                  <a:cubicBezTo>
                    <a:pt x="31420" y="1941481"/>
                    <a:pt x="9513" y="1880616"/>
                    <a:pt x="2179" y="1818037"/>
                  </a:cubicBezTo>
                  <a:cubicBezTo>
                    <a:pt x="-2774" y="1775746"/>
                    <a:pt x="-12" y="1732693"/>
                    <a:pt x="18086" y="1694402"/>
                  </a:cubicBezTo>
                  <a:cubicBezTo>
                    <a:pt x="44755" y="1638110"/>
                    <a:pt x="99810" y="1600295"/>
                    <a:pt x="161627" y="1594676"/>
                  </a:cubicBezTo>
                  <a:cubicBezTo>
                    <a:pt x="240304" y="1587532"/>
                    <a:pt x="310312" y="1635633"/>
                    <a:pt x="384893" y="1664494"/>
                  </a:cubicBezTo>
                  <a:cubicBezTo>
                    <a:pt x="468904" y="1696974"/>
                    <a:pt x="561392" y="1708594"/>
                    <a:pt x="648069" y="1684401"/>
                  </a:cubicBezTo>
                  <a:cubicBezTo>
                    <a:pt x="723602" y="1663351"/>
                    <a:pt x="788563" y="1616488"/>
                    <a:pt x="831520" y="1550765"/>
                  </a:cubicBezTo>
                  <a:cubicBezTo>
                    <a:pt x="877050" y="1480947"/>
                    <a:pt x="893052" y="1397508"/>
                    <a:pt x="909245" y="1315402"/>
                  </a:cubicBezTo>
                  <a:cubicBezTo>
                    <a:pt x="938010" y="1170051"/>
                    <a:pt x="963156" y="1024128"/>
                    <a:pt x="975062" y="876586"/>
                  </a:cubicBezTo>
                  <a:cubicBezTo>
                    <a:pt x="982682" y="781717"/>
                    <a:pt x="981539" y="686276"/>
                    <a:pt x="989064" y="591312"/>
                  </a:cubicBezTo>
                  <a:cubicBezTo>
                    <a:pt x="998970" y="465296"/>
                    <a:pt x="981730" y="160211"/>
                    <a:pt x="1158514" y="0"/>
                  </a:cubicBezTo>
                </a:path>
              </a:pathLst>
            </a:custGeom>
            <a:noFill/>
            <a:ln cap="rnd" w="9525">
              <a:solidFill>
                <a:schemeClr val="lt2">
                  <a:alpha val="25000"/>
                </a:schemeClr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09" name="Bottom Righ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980480" y="3276720"/>
            <a:ext cx="4211280" cy="3580920"/>
            <a:chOff x="7980480" y="3276720"/>
            <a:chExt cx="4211280" cy="3580920"/>
          </a:xfrm>
        </p:grpSpPr>
        <p:grpSp>
          <p:nvGrpSpPr>
            <p:cNvPr id="510" name="Graphic 15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2680" y="3276720"/>
              <a:ext cx="3529080" cy="3580920"/>
              <a:chOff x="8662680" y="3276720"/>
              <a:chExt cx="3529080" cy="3580920"/>
            </a:xfrm>
          </p:grpSpPr>
          <p:sp>
            <p:nvSpPr>
              <p:cNvPr id="511" name="Freeform: Shape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662680" y="3276720"/>
                <a:ext cx="3515760" cy="3565080"/>
              </a:xfrm>
              <a:custGeom>
                <a:avLst/>
                <a:gdLst>
                  <a:gd name="textAreaLeft" fmla="*/ 0 w 3515760"/>
                  <a:gd name="textAreaRight" fmla="*/ 3516120 w 3515760"/>
                  <a:gd name="textAreaTop" fmla="*/ 0 h 3565080"/>
                  <a:gd name="textAreaBottom" fmla="*/ 3565440 h 3565080"/>
                  <a:gd name="GluePoint1X" fmla="*/ 0 w 3946874"/>
                  <a:gd name="GluePoint1Y" fmla="*/ 3989641 h 3989641"/>
                  <a:gd name="GluePoint2X" fmla="*/ 79439 w 3946874"/>
                  <a:gd name="GluePoint2Y" fmla="*/ 3891153 h 3989641"/>
                  <a:gd name="GluePoint3X" fmla="*/ 297371 w 3946874"/>
                  <a:gd name="GluePoint3Y" fmla="*/ 3626930 h 3989641"/>
                  <a:gd name="GluePoint4X" fmla="*/ 454343 w 3946874"/>
                  <a:gd name="GluePoint4Y" fmla="*/ 3440335 h 3989641"/>
                  <a:gd name="GluePoint5X" fmla="*/ 622363 w 3946874"/>
                  <a:gd name="GluePoint5Y" fmla="*/ 3290697 h 3989641"/>
                  <a:gd name="GluePoint6X" fmla="*/ 927068 w 3946874"/>
                  <a:gd name="GluePoint6Y" fmla="*/ 3087434 h 3989641"/>
                  <a:gd name="GluePoint7X" fmla="*/ 1176338 w 3946874"/>
                  <a:gd name="GluePoint7Y" fmla="*/ 2915603 h 3989641"/>
                  <a:gd name="GluePoint8X" fmla="*/ 1394270 w 3946874"/>
                  <a:gd name="GluePoint8Y" fmla="*/ 2780729 h 3989641"/>
                  <a:gd name="GluePoint9X" fmla="*/ 1601057 w 3946874"/>
                  <a:gd name="GluePoint9Y" fmla="*/ 2723483 h 3989641"/>
                  <a:gd name="GluePoint10X" fmla="*/ 1756220 w 3946874"/>
                  <a:gd name="GluePoint10Y" fmla="*/ 2743772 h 3989641"/>
                  <a:gd name="GluePoint11X" fmla="*/ 1889189 w 3946874"/>
                  <a:gd name="GluePoint11Y" fmla="*/ 2765965 h 3989641"/>
                  <a:gd name="GluePoint12X" fmla="*/ 2007394 w 3946874"/>
                  <a:gd name="GluePoint12Y" fmla="*/ 2765965 h 3989641"/>
                  <a:gd name="GluePoint13X" fmla="*/ 2184654 w 3946874"/>
                  <a:gd name="GluePoint13Y" fmla="*/ 2671763 h 3989641"/>
                  <a:gd name="GluePoint14X" fmla="*/ 2372773 w 3946874"/>
                  <a:gd name="GluePoint14Y" fmla="*/ 2538984 h 3989641"/>
                  <a:gd name="GluePoint15X" fmla="*/ 2439543 w 3946874"/>
                  <a:gd name="GluePoint15Y" fmla="*/ 2510504 h 3989641"/>
                  <a:gd name="GluePoint16X" fmla="*/ 2650617 w 3946874"/>
                  <a:gd name="GluePoint16Y" fmla="*/ 2434781 h 3989641"/>
                  <a:gd name="GluePoint17X" fmla="*/ 2785110 w 3946874"/>
                  <a:gd name="GluePoint17Y" fmla="*/ 2383060 h 3989641"/>
                  <a:gd name="GluePoint18X" fmla="*/ 2897315 w 3946874"/>
                  <a:gd name="GluePoint18Y" fmla="*/ 2318861 h 3989641"/>
                  <a:gd name="GluePoint19X" fmla="*/ 2997994 w 3946874"/>
                  <a:gd name="GluePoint19Y" fmla="*/ 2226183 h 3989641"/>
                  <a:gd name="GluePoint20X" fmla="*/ 3061240 w 3946874"/>
                  <a:gd name="GluePoint20Y" fmla="*/ 2141506 h 3989641"/>
                  <a:gd name="GluePoint21X" fmla="*/ 3152108 w 3946874"/>
                  <a:gd name="GluePoint21Y" fmla="*/ 2005203 h 3989641"/>
                  <a:gd name="GluePoint22X" fmla="*/ 3274124 w 3946874"/>
                  <a:gd name="GluePoint22Y" fmla="*/ 1871567 h 3989641"/>
                  <a:gd name="GluePoint23X" fmla="*/ 3388138 w 3946874"/>
                  <a:gd name="GluePoint23Y" fmla="*/ 1770888 h 3989641"/>
                  <a:gd name="GluePoint24X" fmla="*/ 3466529 w 3946874"/>
                  <a:gd name="GluePoint24Y" fmla="*/ 1679162 h 3989641"/>
                  <a:gd name="GluePoint25X" fmla="*/ 3538633 w 3946874"/>
                  <a:gd name="GluePoint25Y" fmla="*/ 1551718 h 3989641"/>
                  <a:gd name="GluePoint26X" fmla="*/ 3588544 w 3946874"/>
                  <a:gd name="GluePoint26Y" fmla="*/ 1376172 h 3989641"/>
                  <a:gd name="GluePoint27X" fmla="*/ 3597402 w 3946874"/>
                  <a:gd name="GluePoint27Y" fmla="*/ 1293305 h 3989641"/>
                  <a:gd name="GluePoint28X" fmla="*/ 3721227 w 3946874"/>
                  <a:gd name="GluePoint28Y" fmla="*/ 880491 h 3989641"/>
                  <a:gd name="GluePoint29X" fmla="*/ 3761137 w 3946874"/>
                  <a:gd name="GluePoint29Y" fmla="*/ 463677 h 3989641"/>
                  <a:gd name="GluePoint30X" fmla="*/ 3946874 w 3946874"/>
                  <a:gd name="GluePoint30Y" fmla="*/ 0 h 398964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  <a:cxn ang="0">
                    <a:pos x="GluePoint25X" y="GluePoint25Y"/>
                  </a:cxn>
                  <a:cxn ang="0">
                    <a:pos x="GluePoint26X" y="GluePoint26Y"/>
                  </a:cxn>
                  <a:cxn ang="0">
                    <a:pos x="GluePoint27X" y="GluePoint27Y"/>
                  </a:cxn>
                  <a:cxn ang="0">
                    <a:pos x="GluePoint28X" y="GluePoint28Y"/>
                  </a:cxn>
                  <a:cxn ang="0">
                    <a:pos x="GluePoint29X" y="GluePoint29Y"/>
                  </a:cxn>
                  <a:cxn ang="0">
                    <a:pos x="GluePoint30X" y="GluePoint30Y"/>
                  </a:cxn>
                </a:cxnLst>
                <a:rect l="textAreaLeft" t="textAreaTop" r="textAreaRight" b="textAreaBottom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cap="rnd" w="9525">
                <a:solidFill>
                  <a:schemeClr val="l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2" name="Freeform: Shape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8913240" y="4186080"/>
                <a:ext cx="3265200" cy="2667600"/>
              </a:xfrm>
              <a:custGeom>
                <a:avLst/>
                <a:gdLst>
                  <a:gd name="textAreaLeft" fmla="*/ 0 w 3265200"/>
                  <a:gd name="textAreaRight" fmla="*/ 3265560 w 3265200"/>
                  <a:gd name="textAreaTop" fmla="*/ 0 h 2667600"/>
                  <a:gd name="textAreaBottom" fmla="*/ 2667960 h 2667600"/>
                  <a:gd name="GluePoint1X" fmla="*/ 0 w 3665410"/>
                  <a:gd name="GluePoint1Y" fmla="*/ 2985611 h 2985611"/>
                  <a:gd name="GluePoint2X" fmla="*/ 166211 w 3665410"/>
                  <a:gd name="GluePoint2Y" fmla="*/ 2699766 h 2985611"/>
                  <a:gd name="GluePoint3X" fmla="*/ 397002 w 3665410"/>
                  <a:gd name="GluePoint3Y" fmla="*/ 2414969 h 2985611"/>
                  <a:gd name="GluePoint4X" fmla="*/ 620173 w 3665410"/>
                  <a:gd name="GluePoint4Y" fmla="*/ 2237899 h 2985611"/>
                  <a:gd name="GluePoint5X" fmla="*/ 823341 w 3665410"/>
                  <a:gd name="GluePoint5Y" fmla="*/ 2085499 h 2985611"/>
                  <a:gd name="GluePoint6X" fmla="*/ 1089565 w 3665410"/>
                  <a:gd name="GluePoint6Y" fmla="*/ 1911477 h 2985611"/>
                  <a:gd name="GluePoint7X" fmla="*/ 1145000 w 3665410"/>
                  <a:gd name="GluePoint7Y" fmla="*/ 1886807 h 2985611"/>
                  <a:gd name="GluePoint8X" fmla="*/ 1375791 w 3665410"/>
                  <a:gd name="GluePoint8Y" fmla="*/ 1842135 h 2985611"/>
                  <a:gd name="GluePoint9X" fmla="*/ 1486567 w 3665410"/>
                  <a:gd name="GluePoint9Y" fmla="*/ 1857566 h 2985611"/>
                  <a:gd name="GluePoint10X" fmla="*/ 1568101 w 3665410"/>
                  <a:gd name="GluePoint10Y" fmla="*/ 1871377 h 2985611"/>
                  <a:gd name="GluePoint11X" fmla="*/ 1810607 w 3665410"/>
                  <a:gd name="GluePoint11Y" fmla="*/ 1871377 h 2985611"/>
                  <a:gd name="GluePoint12X" fmla="*/ 1997964 w 3665410"/>
                  <a:gd name="GluePoint12Y" fmla="*/ 1790605 h 2985611"/>
                  <a:gd name="GluePoint13X" fmla="*/ 2109883 w 3665410"/>
                  <a:gd name="GluePoint13Y" fmla="*/ 1702784 h 2985611"/>
                  <a:gd name="GluePoint14X" fmla="*/ 2321433 w 3665410"/>
                  <a:gd name="GluePoint14Y" fmla="*/ 1552384 h 2985611"/>
                  <a:gd name="GluePoint15X" fmla="*/ 2558891 w 3665410"/>
                  <a:gd name="GluePoint15Y" fmla="*/ 1453420 h 2985611"/>
                  <a:gd name="GluePoint16X" fmla="*/ 2709767 w 3665410"/>
                  <a:gd name="GluePoint16Y" fmla="*/ 1377887 h 2985611"/>
                  <a:gd name="GluePoint17X" fmla="*/ 2885408 w 3665410"/>
                  <a:gd name="GluePoint17Y" fmla="*/ 1237393 h 2985611"/>
                  <a:gd name="GluePoint18X" fmla="*/ 3017711 w 3665410"/>
                  <a:gd name="GluePoint18Y" fmla="*/ 1072229 h 2985611"/>
                  <a:gd name="GluePoint19X" fmla="*/ 3150680 w 3665410"/>
                  <a:gd name="GluePoint19Y" fmla="*/ 921830 h 2985611"/>
                  <a:gd name="GluePoint20X" fmla="*/ 3255169 w 3665410"/>
                  <a:gd name="GluePoint20Y" fmla="*/ 801815 h 2985611"/>
                  <a:gd name="GluePoint21X" fmla="*/ 3339275 w 3665410"/>
                  <a:gd name="GluePoint21Y" fmla="*/ 694182 h 2985611"/>
                  <a:gd name="GluePoint22X" fmla="*/ 3409188 w 3665410"/>
                  <a:gd name="GluePoint22Y" fmla="*/ 546926 h 2985611"/>
                  <a:gd name="GluePoint23X" fmla="*/ 3464243 w 3665410"/>
                  <a:gd name="GluePoint23Y" fmla="*/ 347663 h 2985611"/>
                  <a:gd name="GluePoint24X" fmla="*/ 3665411 w 3665410"/>
                  <a:gd name="GluePoint24Y" fmla="*/ 0 h 2985611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  <a:cxn ang="0">
                    <a:pos x="GluePoint15X" y="GluePoint15Y"/>
                  </a:cxn>
                  <a:cxn ang="0">
                    <a:pos x="GluePoint16X" y="GluePoint16Y"/>
                  </a:cxn>
                  <a:cxn ang="0">
                    <a:pos x="GluePoint17X" y="GluePoint17Y"/>
                  </a:cxn>
                  <a:cxn ang="0">
                    <a:pos x="GluePoint18X" y="GluePoint18Y"/>
                  </a:cxn>
                  <a:cxn ang="0">
                    <a:pos x="GluePoint19X" y="GluePoint19Y"/>
                  </a:cxn>
                  <a:cxn ang="0">
                    <a:pos x="GluePoint20X" y="GluePoint20Y"/>
                  </a:cxn>
                  <a:cxn ang="0">
                    <a:pos x="GluePoint21X" y="GluePoint21Y"/>
                  </a:cxn>
                  <a:cxn ang="0">
                    <a:pos x="GluePoint22X" y="GluePoint22Y"/>
                  </a:cxn>
                  <a:cxn ang="0">
                    <a:pos x="GluePoint23X" y="GluePoint23Y"/>
                  </a:cxn>
                  <a:cxn ang="0">
                    <a:pos x="GluePoint24X" y="GluePoint24Y"/>
                  </a:cxn>
                </a:cxnLst>
                <a:rect l="textAreaLeft" t="textAreaTop" r="textAreaRight" b="textAreaBottom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cap="rnd" w="9525">
                <a:solidFill>
                  <a:schemeClr val="l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3" name="Freeform: Shape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1937240" y="6677640"/>
                <a:ext cx="254520" cy="177480"/>
              </a:xfrm>
              <a:custGeom>
                <a:avLst/>
                <a:gdLst>
                  <a:gd name="textAreaLeft" fmla="*/ 0 w 254520"/>
                  <a:gd name="textAreaRight" fmla="*/ 254880 w 254520"/>
                  <a:gd name="textAreaTop" fmla="*/ 0 h 177480"/>
                  <a:gd name="textAreaBottom" fmla="*/ 177840 h 177480"/>
                  <a:gd name="GluePoint1X" fmla="*/ 0 w 285940"/>
                  <a:gd name="GluePoint1Y" fmla="*/ 199073 h 199072"/>
                  <a:gd name="GluePoint2X" fmla="*/ 285940 w 285940"/>
                  <a:gd name="GluePoint2Y" fmla="*/ 0 h 19907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cap="rnd" w="9525">
                <a:solidFill>
                  <a:schemeClr val="l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4" name="Freeform: Shape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1583360" y="6516720"/>
                <a:ext cx="583920" cy="340200"/>
              </a:xfrm>
              <a:custGeom>
                <a:avLst/>
                <a:gdLst>
                  <a:gd name="textAreaLeft" fmla="*/ 0 w 583920"/>
                  <a:gd name="textAreaRight" fmla="*/ 584280 w 583920"/>
                  <a:gd name="textAreaTop" fmla="*/ 0 h 340200"/>
                  <a:gd name="textAreaBottom" fmla="*/ 340560 h 340200"/>
                  <a:gd name="GluePoint1X" fmla="*/ 0 w 655796"/>
                  <a:gd name="GluePoint1Y" fmla="*/ 381190 h 381190"/>
                  <a:gd name="GluePoint2X" fmla="*/ 655796 w 655796"/>
                  <a:gd name="GluePoint2Y" fmla="*/ 0 h 38119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</a:cxnLst>
                <a:rect l="textAreaLeft" t="textAreaTop" r="textAreaRight" b="textAreaBottom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cap="rnd" w="9525">
                <a:solidFill>
                  <a:schemeClr val="l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5" name="Freeform: Shape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588600" y="5460480"/>
                <a:ext cx="2589840" cy="1380240"/>
              </a:xfrm>
              <a:custGeom>
                <a:avLst/>
                <a:gdLst>
                  <a:gd name="textAreaLeft" fmla="*/ 0 w 2589840"/>
                  <a:gd name="textAreaRight" fmla="*/ 2590200 w 2589840"/>
                  <a:gd name="textAreaTop" fmla="*/ 0 h 1380240"/>
                  <a:gd name="textAreaBottom" fmla="*/ 1380600 h 1380240"/>
                  <a:gd name="GluePoint1X" fmla="*/ 0 w 2907315"/>
                  <a:gd name="GluePoint1Y" fmla="*/ 1544764 h 1544764"/>
                  <a:gd name="GluePoint2X" fmla="*/ 201644 w 2907315"/>
                  <a:gd name="GluePoint2Y" fmla="*/ 1352550 h 1544764"/>
                  <a:gd name="GluePoint3X" fmla="*/ 423196 w 2907315"/>
                  <a:gd name="GluePoint3Y" fmla="*/ 1196054 h 1544764"/>
                  <a:gd name="GluePoint4X" fmla="*/ 782193 w 2907315"/>
                  <a:gd name="GluePoint4Y" fmla="*/ 1099947 h 1544764"/>
                  <a:gd name="GluePoint5X" fmla="*/ 1052513 w 2907315"/>
                  <a:gd name="GluePoint5Y" fmla="*/ 1042321 h 1544764"/>
                  <a:gd name="GluePoint6X" fmla="*/ 1311783 w 2907315"/>
                  <a:gd name="GluePoint6Y" fmla="*/ 1056037 h 1544764"/>
                  <a:gd name="GluePoint7X" fmla="*/ 1484662 w 2907315"/>
                  <a:gd name="GluePoint7Y" fmla="*/ 1083469 h 1544764"/>
                  <a:gd name="GluePoint8X" fmla="*/ 1788224 w 2907315"/>
                  <a:gd name="GluePoint8Y" fmla="*/ 1023080 h 1544764"/>
                  <a:gd name="GluePoint9X" fmla="*/ 2269045 w 2907315"/>
                  <a:gd name="GluePoint9Y" fmla="*/ 734758 h 1544764"/>
                  <a:gd name="GluePoint10X" fmla="*/ 2534984 w 2907315"/>
                  <a:gd name="GluePoint10Y" fmla="*/ 572738 h 1544764"/>
                  <a:gd name="GluePoint11X" fmla="*/ 2907316 w 2907315"/>
                  <a:gd name="GluePoint11Y" fmla="*/ 0 h 154476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</a:cxnLst>
                <a:rect l="textAreaLeft" t="textAreaTop" r="textAreaRight" b="textAreaBottom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cap="rnd" w="9525">
                <a:solidFill>
                  <a:schemeClr val="l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6" name="Freeform: Shape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369360" y="5113080"/>
                <a:ext cx="2822040" cy="1744560"/>
              </a:xfrm>
              <a:custGeom>
                <a:avLst/>
                <a:gdLst>
                  <a:gd name="textAreaLeft" fmla="*/ 0 w 2822040"/>
                  <a:gd name="textAreaRight" fmla="*/ 2822400 w 2822040"/>
                  <a:gd name="textAreaTop" fmla="*/ 0 h 1744560"/>
                  <a:gd name="textAreaBottom" fmla="*/ 1744920 h 1744560"/>
                  <a:gd name="GluePoint1X" fmla="*/ 0 w 3168300"/>
                  <a:gd name="GluePoint1Y" fmla="*/ 1952435 h 1952434"/>
                  <a:gd name="GluePoint2X" fmla="*/ 202121 w 3168300"/>
                  <a:gd name="GluePoint2Y" fmla="*/ 1687068 h 1952434"/>
                  <a:gd name="GluePoint3X" fmla="*/ 545116 w 3168300"/>
                  <a:gd name="GluePoint3Y" fmla="*/ 1450277 h 1952434"/>
                  <a:gd name="GluePoint4X" fmla="*/ 906780 w 3168300"/>
                  <a:gd name="GluePoint4Y" fmla="*/ 1354455 h 1952434"/>
                  <a:gd name="GluePoint5X" fmla="*/ 1332262 w 3168300"/>
                  <a:gd name="GluePoint5Y" fmla="*/ 1285304 h 1952434"/>
                  <a:gd name="GluePoint6X" fmla="*/ 1691259 w 3168300"/>
                  <a:gd name="GluePoint6Y" fmla="*/ 1240060 h 1952434"/>
                  <a:gd name="GluePoint7X" fmla="*/ 2010346 w 3168300"/>
                  <a:gd name="GluePoint7Y" fmla="*/ 1141667 h 1952434"/>
                  <a:gd name="GluePoint8X" fmla="*/ 2393252 w 3168300"/>
                  <a:gd name="GluePoint8Y" fmla="*/ 1027271 h 1952434"/>
                  <a:gd name="GluePoint9X" fmla="*/ 2582037 w 3168300"/>
                  <a:gd name="GluePoint9Y" fmla="*/ 958120 h 1952434"/>
                  <a:gd name="GluePoint10X" fmla="*/ 2760155 w 3168300"/>
                  <a:gd name="GluePoint10Y" fmla="*/ 827723 h 1952434"/>
                  <a:gd name="GluePoint11X" fmla="*/ 2914364 w 3168300"/>
                  <a:gd name="GluePoint11Y" fmla="*/ 567023 h 1952434"/>
                  <a:gd name="GluePoint12X" fmla="*/ 3168301 w 3168300"/>
                  <a:gd name="GluePoint12Y" fmla="*/ 0 h 1952434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</a:cxnLst>
                <a:rect l="textAreaLeft" t="textAreaTop" r="textAreaRight" b="textAreaBottom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cap="rnd" w="9525">
                <a:solidFill>
                  <a:schemeClr val="l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7" name="Freeform: Shape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9188280" y="4664160"/>
                <a:ext cx="2990160" cy="2190960"/>
              </a:xfrm>
              <a:custGeom>
                <a:avLst/>
                <a:gdLst>
                  <a:gd name="textAreaLeft" fmla="*/ 0 w 2990160"/>
                  <a:gd name="textAreaRight" fmla="*/ 2990520 w 2990160"/>
                  <a:gd name="textAreaTop" fmla="*/ 0 h 2190960"/>
                  <a:gd name="textAreaBottom" fmla="*/ 2191320 h 2190960"/>
                  <a:gd name="GluePoint1X" fmla="*/ 0 w 3356800"/>
                  <a:gd name="GluePoint1Y" fmla="*/ 2452021 h 2452020"/>
                  <a:gd name="GluePoint2X" fmla="*/ 130874 w 3356800"/>
                  <a:gd name="GluePoint2Y" fmla="*/ 2247710 h 2452020"/>
                  <a:gd name="GluePoint3X" fmla="*/ 437197 w 3356800"/>
                  <a:gd name="GluePoint3Y" fmla="*/ 1941195 h 2452020"/>
                  <a:gd name="GluePoint4X" fmla="*/ 737140 w 3356800"/>
                  <a:gd name="GluePoint4Y" fmla="*/ 1736884 h 2452020"/>
                  <a:gd name="GluePoint5X" fmla="*/ 1031843 w 3356800"/>
                  <a:gd name="GluePoint5Y" fmla="*/ 1685068 h 2452020"/>
                  <a:gd name="GluePoint6X" fmla="*/ 1287304 w 3356800"/>
                  <a:gd name="GluePoint6Y" fmla="*/ 1655826 h 2452020"/>
                  <a:gd name="GluePoint7X" fmla="*/ 1471994 w 3356800"/>
                  <a:gd name="GluePoint7Y" fmla="*/ 1634300 h 2452020"/>
                  <a:gd name="GluePoint8X" fmla="*/ 1898237 w 3356800"/>
                  <a:gd name="GluePoint8Y" fmla="*/ 1512665 h 2452020"/>
                  <a:gd name="GluePoint9X" fmla="*/ 2229136 w 3356800"/>
                  <a:gd name="GluePoint9Y" fmla="*/ 1355598 h 2452020"/>
                  <a:gd name="GluePoint10X" fmla="*/ 2512314 w 3356800"/>
                  <a:gd name="GluePoint10Y" fmla="*/ 1238631 h 2452020"/>
                  <a:gd name="GluePoint11X" fmla="*/ 2758535 w 3356800"/>
                  <a:gd name="GluePoint11Y" fmla="*/ 1096994 h 2452020"/>
                  <a:gd name="GluePoint12X" fmla="*/ 2935510 w 3356800"/>
                  <a:gd name="GluePoint12Y" fmla="*/ 919925 h 2452020"/>
                  <a:gd name="GluePoint13X" fmla="*/ 3081719 w 3356800"/>
                  <a:gd name="GluePoint13Y" fmla="*/ 687419 h 2452020"/>
                  <a:gd name="GluePoint14X" fmla="*/ 3356800 w 3356800"/>
                  <a:gd name="GluePoint14Y" fmla="*/ 0 h 2452020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  <a:cxn ang="0">
                    <a:pos x="GluePoint6X" y="GluePoint6Y"/>
                  </a:cxn>
                  <a:cxn ang="0">
                    <a:pos x="GluePoint7X" y="GluePoint7Y"/>
                  </a:cxn>
                  <a:cxn ang="0">
                    <a:pos x="GluePoint8X" y="GluePoint8Y"/>
                  </a:cxn>
                  <a:cxn ang="0">
                    <a:pos x="GluePoint9X" y="GluePoint9Y"/>
                  </a:cxn>
                  <a:cxn ang="0">
                    <a:pos x="GluePoint10X" y="GluePoint10Y"/>
                  </a:cxn>
                  <a:cxn ang="0">
                    <a:pos x="GluePoint11X" y="GluePoint11Y"/>
                  </a:cxn>
                  <a:cxn ang="0">
                    <a:pos x="GluePoint12X" y="GluePoint12Y"/>
                  </a:cxn>
                  <a:cxn ang="0">
                    <a:pos x="GluePoint13X" y="GluePoint13Y"/>
                  </a:cxn>
                  <a:cxn ang="0">
                    <a:pos x="GluePoint14X" y="GluePoint14Y"/>
                  </a:cxn>
                </a:cxnLst>
                <a:rect l="textAreaLeft" t="textAreaTop" r="textAreaRight" b="textAreaBottom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cap="rnd" w="9525">
                <a:solidFill>
                  <a:schemeClr val="lt2">
                    <a:alpha val="35000"/>
                  </a:schemeClr>
                </a:solidFill>
                <a:prstDash val="lgDash"/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518" name="Freeform: Shape 6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980480" y="5197320"/>
              <a:ext cx="4211280" cy="1660320"/>
            </a:xfrm>
            <a:custGeom>
              <a:avLst/>
              <a:gdLst>
                <a:gd name="textAreaLeft" fmla="*/ 0 w 4211280"/>
                <a:gd name="textAreaRight" fmla="*/ 4211640 w 4211280"/>
                <a:gd name="textAreaTop" fmla="*/ 0 h 1660320"/>
                <a:gd name="textAreaBottom" fmla="*/ 1660680 h 1660320"/>
                <a:gd name="GluePoint1X" fmla="*/ 4211600 w 4211600"/>
                <a:gd name="GluePoint1Y" fmla="*/ 0 h 1660822"/>
                <a:gd name="GluePoint2X" fmla="*/ 4211600 w 4211600"/>
                <a:gd name="GluePoint2Y" fmla="*/ 58430 h 1660822"/>
                <a:gd name="GluePoint3X" fmla="*/ 4136524 w 4211600"/>
                <a:gd name="GluePoint3Y" fmla="*/ 208808 h 1660822"/>
                <a:gd name="GluePoint4X" fmla="*/ 3973354 w 4211600"/>
                <a:gd name="GluePoint4Y" fmla="*/ 437313 h 1660822"/>
                <a:gd name="GluePoint5X" fmla="*/ 3884746 w 4211600"/>
                <a:gd name="GluePoint5Y" fmla="*/ 553613 h 1660822"/>
                <a:gd name="GluePoint6X" fmla="*/ 3849435 w 4211600"/>
                <a:gd name="GluePoint6Y" fmla="*/ 603143 h 1660822"/>
                <a:gd name="GluePoint7X" fmla="*/ 3661849 w 4211600"/>
                <a:gd name="GluePoint7Y" fmla="*/ 819075 h 1660822"/>
                <a:gd name="GluePoint8X" fmla="*/ 3402589 w 4211600"/>
                <a:gd name="GluePoint8Y" fmla="*/ 952996 h 1660822"/>
                <a:gd name="GluePoint9X" fmla="*/ 3130202 w 4211600"/>
                <a:gd name="GluePoint9Y" fmla="*/ 1023386 h 1660822"/>
                <a:gd name="GluePoint10X" fmla="*/ 2914657 w 4211600"/>
                <a:gd name="GluePoint10Y" fmla="*/ 1068058 h 1660822"/>
                <a:gd name="GluePoint11X" fmla="*/ 2582149 w 4211600"/>
                <a:gd name="GluePoint11Y" fmla="*/ 1138924 h 1660822"/>
                <a:gd name="GluePoint12X" fmla="*/ 2483958 w 4211600"/>
                <a:gd name="GluePoint12Y" fmla="*/ 1162356 h 1660822"/>
                <a:gd name="GluePoint13X" fmla="*/ 2123750 w 4211600"/>
                <a:gd name="GluePoint13Y" fmla="*/ 1238651 h 1660822"/>
                <a:gd name="GluePoint14X" fmla="*/ 1761444 w 4211600"/>
                <a:gd name="GluePoint14Y" fmla="*/ 1273417 h 1660822"/>
                <a:gd name="GluePoint15X" fmla="*/ 1608382 w 4211600"/>
                <a:gd name="GluePoint15Y" fmla="*/ 1284466 h 1660822"/>
                <a:gd name="GluePoint16X" fmla="*/ 999942 w 4211600"/>
                <a:gd name="GluePoint16Y" fmla="*/ 1354284 h 1660822"/>
                <a:gd name="GluePoint17X" fmla="*/ 484705 w 4211600"/>
                <a:gd name="GluePoint17Y" fmla="*/ 1450487 h 1660822"/>
                <a:gd name="GluePoint18X" fmla="*/ 113310 w 4211600"/>
                <a:gd name="GluePoint18Y" fmla="*/ 1613700 h 1660822"/>
                <a:gd name="GluePoint19X" fmla="*/ 39668 w 4211600"/>
                <a:gd name="GluePoint19Y" fmla="*/ 1660822 h 1660822"/>
                <a:gd name="GluePoint20X" fmla="*/ 0 w 4211600"/>
                <a:gd name="GluePoint20Y" fmla="*/ 1660822 h 1660822"/>
                <a:gd name="GluePoint21X" fmla="*/ 96701 w 4211600"/>
                <a:gd name="GluePoint21Y" fmla="*/ 1598934 h 1660822"/>
                <a:gd name="GluePoint22X" fmla="*/ 474335 w 4211600"/>
                <a:gd name="GluePoint22Y" fmla="*/ 1433056 h 1660822"/>
                <a:gd name="GluePoint23X" fmla="*/ 994299 w 4211600"/>
                <a:gd name="GluePoint23Y" fmla="*/ 1335806 h 1660822"/>
                <a:gd name="GluePoint24X" fmla="*/ 1605231 w 4211600"/>
                <a:gd name="GluePoint24Y" fmla="*/ 1265702 h 1660822"/>
                <a:gd name="GluePoint25X" fmla="*/ 1758819 w 4211600"/>
                <a:gd name="GluePoint25Y" fmla="*/ 1254558 h 1660822"/>
                <a:gd name="GluePoint26X" fmla="*/ 2118106 w 4211600"/>
                <a:gd name="GluePoint26Y" fmla="*/ 1220077 h 1660822"/>
                <a:gd name="GluePoint27X" fmla="*/ 2475557 w 4211600"/>
                <a:gd name="GluePoint27Y" fmla="*/ 1144353 h 1660822"/>
                <a:gd name="GluePoint28X" fmla="*/ 2573878 w 4211600"/>
                <a:gd name="GluePoint28Y" fmla="*/ 1120827 h 1660822"/>
                <a:gd name="GluePoint29X" fmla="*/ 2907437 w 4211600"/>
                <a:gd name="GluePoint29Y" fmla="*/ 1049675 h 1660822"/>
                <a:gd name="GluePoint30X" fmla="*/ 3122589 w 4211600"/>
                <a:gd name="GluePoint30Y" fmla="*/ 1005098 h 1660822"/>
                <a:gd name="GluePoint31X" fmla="*/ 3391169 w 4211600"/>
                <a:gd name="GluePoint31Y" fmla="*/ 935756 h 1660822"/>
                <a:gd name="GluePoint32X" fmla="*/ 3642290 w 4211600"/>
                <a:gd name="GluePoint32Y" fmla="*/ 806216 h 1660822"/>
                <a:gd name="GluePoint33X" fmla="*/ 3825937 w 4211600"/>
                <a:gd name="GluePoint33Y" fmla="*/ 594475 h 1660822"/>
                <a:gd name="GluePoint34X" fmla="*/ 3861381 w 4211600"/>
                <a:gd name="GluePoint34Y" fmla="*/ 544755 h 1660822"/>
                <a:gd name="GluePoint35X" fmla="*/ 3950381 w 4211600"/>
                <a:gd name="GluePoint35Y" fmla="*/ 427978 h 1660822"/>
                <a:gd name="GluePoint36X" fmla="*/ 4112370 w 4211600"/>
                <a:gd name="GluePoint36Y" fmla="*/ 201378 h 1660822"/>
                <a:gd name="GluePoint37X" fmla="*/ 4195989 w 4211600"/>
                <a:gd name="GluePoint37Y" fmla="*/ 33834 h 1660822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</a:cxnLst>
              <a:rect l="textAreaLeft" t="textAreaTop" r="textAreaRight" b="textAreaBottom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19" name="PlaceHolder 1"/>
          <p:cNvSpPr>
            <a:spLocks noGrp="1"/>
          </p:cNvSpPr>
          <p:nvPr>
            <p:ph type="title"/>
          </p:nvPr>
        </p:nvSpPr>
        <p:spPr>
          <a:xfrm>
            <a:off x="436680" y="3612240"/>
            <a:ext cx="7530480" cy="316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lang="en-US" sz="5400" b="0" u="none" strike="noStrike">
                <a:solidFill>
                  <a:srgbClr val="ffffff"/>
                </a:solidFill>
                <a:effectLst/>
                <a:uFillTx/>
                <a:latin typeface="Sagona Book"/>
              </a:rPr>
              <a:t>Ваши вопросы</a:t>
            </a:r>
            <a:endParaRPr lang="ru-RU" sz="5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20" name="Cros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937680" y="4013640"/>
            <a:ext cx="118800" cy="118800"/>
            <a:chOff x="3937680" y="4013640"/>
            <a:chExt cx="118800" cy="118800"/>
          </a:xfrm>
        </p:grpSpPr>
        <p:cxnSp>
          <p:nvCxnSpPr>
            <p:cNvPr id="521" name="Straight Connector 78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3997080" y="4013640"/>
              <a:ext cx="360" cy="119160"/>
            </a:xfrm>
            <a:prstGeom prst="straightConnector1">
              <a:avLst/>
            </a:prstGeom>
            <a:ln w="12700">
              <a:solidFill>
                <a:srgbClr val="7162fe"/>
              </a:solidFill>
            </a:ln>
          </p:spPr>
        </p:cxnSp>
        <p:cxnSp>
          <p:nvCxnSpPr>
            <p:cNvPr id="522" name="Straight Connector 7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/>
          </p:nvCxnSpPr>
          <p:spPr>
            <a:xfrm>
              <a:off x="3937680" y="4073040"/>
              <a:ext cx="119160" cy="360"/>
            </a:xfrm>
            <a:prstGeom prst="straightConnector1">
              <a:avLst/>
            </a:prstGeom>
            <a:ln w="12700">
              <a:solidFill>
                <a:srgbClr val="7162fe"/>
              </a:solidFill>
            </a:ln>
          </p:spPr>
        </p:cxn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ExploreVTI">
  <a:themeElements>
    <a:clrScheme name="Custom 33">
      <a:dk1>
        <a:srgbClr val="000000"/>
      </a:dk1>
      <a:lt1>
        <a:srgbClr val="ffffff"/>
      </a:lt1>
      <a:dk2>
        <a:srgbClr val="201449"/>
      </a:dk2>
      <a:lt2>
        <a:srgbClr val="f3f0e9"/>
      </a:lt2>
      <a:accent1>
        <a:srgbClr val="e45221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23">
      <a:majorFont>
        <a:latin typeface="Sagona Boo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LibreOffice/25.8.4.2$Linux_X86_64 LibreOffice_project/580$Build-2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2026-01-29T20:03:18Z</dcterms:created>
  <dc:creator/>
  <dc:description/>
  <dc:language>ru-RU</dc:language>
  <cp:lastModifiedBy/>
  <dcterms:modified xsi:type="dcterms:W3CDTF">2026-01-30T00:34:52Z</dcterms:modified>
  <cp:revision>259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10</vt:i4>
  </property>
</Properties>
</file>